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image/bmp" Extension="bmp"/>
  <Default ContentType="image/gif" Extension="gif"/>
  <Default ContentType="image/tiff" Extension="tiff"/>
  <Default ContentType="image/wmf" Extension="wmf"/>
  <Default ContentType="image/emf" Extension="emf"/>
  <Default ContentType="application/vnd.openxmlformats-package.relationships+xml" Extension="rels"/>
  <Default ContentType="application/xml" Extension="xml"/>
  <Default ContentType="application/octet-stream" Extension="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
  <Relationship Type="http://schemas.openxmlformats.org/package/2006/relationships/metadata/core-properties" Target="docProps/core.xml" Id="rId3"/>
  <Relationship Type="http://schemas.openxmlformats.org/package/2006/relationships/metadata/thumbnail" Target="docProps/thumbnail.jpeg" Id="rId2"/>
  <Relationship Type="http://schemas.openxmlformats.org/officeDocument/2006/relationships/officeDocument" Target="ppt/presentation.xml" Id="rId1"/>
  <Relationship Type="http://schemas.openxmlformats.org/officeDocument/2006/relationships/extended-properties" Target="docProps/app.xml" Id="rId4"/>
</Relationships>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r:id="rId1" id="2147483648"/>
  </p:sldMasterIdLst>
  <p:sldIdLst>
    <p:sldId r:id="rId6" id="256"/>
    <p:sldId r:id="rId7" id="257"/>
  </p:sldIdLst>
  <p:sldSz type="screen4x3" cx="9144000" cy="6858000"/>
  <p:notesSz cx="6858000" cy="9144000"/>
  <p:defaultTextStyle>
    <a:defPPr>
      <a:defRPr lang="en-US"/>
    </a:defPPr>
    <a:lvl1pPr latinLnBrk="0" hangingPunct="1" marL="0" algn="l" rtl="0" defTabSz="914400" ea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latinLnBrk="0" hangingPunct="1" marL="457200" algn="l" rtl="0" defTabSz="914400" ea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latinLnBrk="0" hangingPunct="1" marL="914400" algn="l" rtl="0" defTabSz="914400" ea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latinLnBrk="0" hangingPunct="1" marL="1371600" algn="l" rtl="0" defTabSz="914400" ea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latinLnBrk="0" hangingPunct="1" marL="1828800" algn="l" rtl="0" defTabSz="914400" ea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latinLnBrk="0" hangingPunct="1" marL="2286000" algn="l" rtl="0" defTabSz="914400" ea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latinLnBrk="0" hangingPunct="1" marL="2743200" algn="l" rtl="0" defTabSz="914400" ea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latinLnBrk="0" hangingPunct="1" marL="3200400" algn="l" rtl="0" defTabSz="914400" ea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latinLnBrk="0" hangingPunct="1" marL="3657600" algn="l" rtl="0" defTabSz="914400" ea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
  <Relationship Type="http://schemas.openxmlformats.org/officeDocument/2006/relationships/slideMaster" Target="slideMasters/slideMaster1.xml" Id="rId1"/>
  <Relationship Type="http://schemas.openxmlformats.org/officeDocument/2006/relationships/tableStyles" Target="tableStyles.xml" Id="rId2"/>
  <Relationship Type="http://schemas.openxmlformats.org/officeDocument/2006/relationships/theme" Target="theme/theme1.xml" Id="rId3"/>
  <Relationship Type="http://schemas.openxmlformats.org/officeDocument/2006/relationships/viewProps" Target="viewProps.xml" Id="rId4"/>
  <Relationship Type="http://schemas.openxmlformats.org/officeDocument/2006/relationships/presProps" Target="presProps.xml" Id="rId5"/>
  <Relationship Type="http://schemas.openxmlformats.org/officeDocument/2006/relationships/slide" Target="slides/slide1.xml" Id="rId6"/>
  <Relationship Type="http://schemas.openxmlformats.org/officeDocument/2006/relationships/slide" Target="slides/slide2.xml" Id="rId7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6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53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63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5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0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6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402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33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6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51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0DB7-6E48-4466-B7A9-24611520A472}" type="datetimeFigureOut">
              <a:rPr lang="zh-CN" altLang="en-US" smtClean="0"/>
              <a:t>2013/8/19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06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Type="http://schemas.openxmlformats.org/officeDocument/2006/relationships/slideLayout" Target="../slideLayouts/slideLayout1.xml" Id="rId1"/>
  <Relationship Type="http://schemas.openxmlformats.org/officeDocument/2006/relationships/image" Target="../media/image1.png" Id="rId2"/>
  <Relationship Type="http://schemas.openxmlformats.org/officeDocument/2006/relationships/image" Target="../media/image2.png" Id="rId3"/>
</Relationships>

</file>

<file path=ppt/slides/_rels/slide2.xml.rels><?xml version="1.0" encoding="UTF-8" standalone="yes"?>
<Relationships xmlns="http://schemas.openxmlformats.org/package/2006/relationships">
  <Relationship Type="http://schemas.openxmlformats.org/officeDocument/2006/relationships/slideLayout" Target="../slideLayouts/slideLayout1.xml" Id="rId1"/>
</Relationships>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00" name="Page-1"/>
        <p:cNvGrpSpPr/>
        <p:nvPr/>
      </p:nvGrpSpPr>
      <p:grpSpPr>
        <a:xfrm>
          <a:off y="0" x="0"/>
          <a:ext cx="0" cy="0"/>
          <a:chOff y="0" x="0"/>
          <a:chExt cx="0" cy="0"/>
        </a:xfrm>
      </p:grpSpPr>
      <p:sp>
        <p:nvSpPr>
          <p:cNvPr id="115" name="Ellipse"/>
          <p:cNvSpPr/>
          <p:nvPr/>
        </p:nvSpPr>
        <p:spPr>
          <a:xfrm>
            <a:off y="5397902" x="1016211"/>
            <a:ext cx="444600" cy="547883"/>
          </a:xfrm>
          <a:custGeom>
            <a:avLst/>
            <a:gdLst>
              <a:gd fmla="*/ 0 w 444600" name="connsiteX0"/>
              <a:gd fmla="*/ 273942 h 547883" name="connsiteY0"/>
              <a:gd fmla="*/ 222300 w 444600" name="connsiteX1"/>
              <a:gd fmla="*/ 0 h 547883" name="connsiteY1"/>
              <a:gd fmla="*/ 444600 w 444600" name="connsiteX2"/>
              <a:gd fmla="*/ 273942 h 547883" name="connsiteY2"/>
              <a:gd fmla="*/ 222300 w 444600" name="connsiteX3"/>
              <a:gd fmla="*/ 547883 h 547883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444600" h="547883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  <a:path w="444600" h="547883" fill="none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</a:pathLst>
          </a:custGeom>
          <a:solidFill>
            <a:srgbClr val="FFFFFF"/>
          </a:solidFill>
          <a:ln cap="flat" w="7600">
            <a:noFill/>
            <a:miter/>
          </a:ln>
        </p:spPr>
      </p:sp>
      <p:sp>
        <p:nvSpPr>
          <p:cNvPr id="114" name="Ellipse"/>
          <p:cNvSpPr/>
          <p:nvPr/>
        </p:nvSpPr>
        <p:spPr>
          <a:xfrm>
            <a:off y="4718386" x="3270652"/>
            <a:ext cx="444600" cy="547883"/>
          </a:xfrm>
          <a:custGeom>
            <a:avLst/>
            <a:gdLst>
              <a:gd fmla="*/ 0 w 444600" name="connsiteX0"/>
              <a:gd fmla="*/ 273942 h 547883" name="connsiteY0"/>
              <a:gd fmla="*/ 222300 w 444600" name="connsiteX1"/>
              <a:gd fmla="*/ 0 h 547883" name="connsiteY1"/>
              <a:gd fmla="*/ 444600 w 444600" name="connsiteX2"/>
              <a:gd fmla="*/ 273942 h 547883" name="connsiteY2"/>
              <a:gd fmla="*/ 222300 w 444600" name="connsiteX3"/>
              <a:gd fmla="*/ 547883 h 547883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444600" h="547883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  <a:path w="444600" h="547883" fill="none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</a:pathLst>
          </a:custGeom>
          <a:solidFill>
            <a:srgbClr val="FFFFFF"/>
          </a:solidFill>
          <a:ln cap="flat" w="7600">
            <a:noFill/>
            <a:miter/>
          </a:ln>
        </p:spPr>
      </p:sp>
      <p:sp>
        <p:nvSpPr>
          <p:cNvPr id="113" name="Ellipse"/>
          <p:cNvSpPr/>
          <p:nvPr/>
        </p:nvSpPr>
        <p:spPr>
          <a:xfrm>
            <a:off y="3357576" x="4495483"/>
            <a:ext cx="444600" cy="547883"/>
          </a:xfrm>
          <a:custGeom>
            <a:avLst/>
            <a:gdLst>
              <a:gd fmla="*/ 0 w 444600" name="connsiteX0"/>
              <a:gd fmla="*/ 273942 h 547883" name="connsiteY0"/>
              <a:gd fmla="*/ 222300 w 444600" name="connsiteX1"/>
              <a:gd fmla="*/ 0 h 547883" name="connsiteY1"/>
              <a:gd fmla="*/ 444600 w 444600" name="connsiteX2"/>
              <a:gd fmla="*/ 273942 h 547883" name="connsiteY2"/>
              <a:gd fmla="*/ 222300 w 444600" name="connsiteX3"/>
              <a:gd fmla="*/ 547883 h 547883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444600" h="547883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  <a:path w="444600" h="547883" fill="none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</a:pathLst>
          </a:custGeom>
          <a:solidFill>
            <a:srgbClr val="FFFFFF"/>
          </a:solidFill>
          <a:ln cap="flat" w="7600">
            <a:noFill/>
            <a:miter/>
          </a:ln>
        </p:spPr>
      </p:sp>
      <p:sp>
        <p:nvSpPr>
          <p:cNvPr id="112" name="Ellipse"/>
          <p:cNvSpPr/>
          <p:nvPr/>
        </p:nvSpPr>
        <p:spPr>
          <a:xfrm>
            <a:off y="1457986" x="6561452"/>
            <a:ext cx="444600" cy="547883"/>
          </a:xfrm>
          <a:custGeom>
            <a:avLst/>
            <a:gdLst>
              <a:gd fmla="*/ 0 w 444600" name="connsiteX0"/>
              <a:gd fmla="*/ 273942 h 547883" name="connsiteY0"/>
              <a:gd fmla="*/ 222300 w 444600" name="connsiteX1"/>
              <a:gd fmla="*/ 0 h 547883" name="connsiteY1"/>
              <a:gd fmla="*/ 444600 w 444600" name="connsiteX2"/>
              <a:gd fmla="*/ 273942 h 547883" name="connsiteY2"/>
              <a:gd fmla="*/ 222300 w 444600" name="connsiteX3"/>
              <a:gd fmla="*/ 547883 h 547883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444600" h="547883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  <a:path w="444600" h="547883" fill="none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</a:pathLst>
          </a:custGeom>
          <a:solidFill>
            <a:srgbClr val="FFFFFF"/>
          </a:solidFill>
          <a:ln cap="flat" w="7600">
            <a:noFill/>
            <a:miter/>
          </a:ln>
        </p:spPr>
      </p:sp>
      <p:sp>
        <p:nvSpPr>
          <p:cNvPr id="109" name="Ellipse"/>
          <p:cNvSpPr/>
          <p:nvPr/>
        </p:nvSpPr>
        <p:spPr>
          <a:xfrm>
            <a:off y="2932728" x="6130152"/>
            <a:ext cx="444600" cy="547883"/>
          </a:xfrm>
          <a:custGeom>
            <a:avLst/>
            <a:gdLst>
              <a:gd fmla="*/ 0 w 444600" name="connsiteX0"/>
              <a:gd fmla="*/ 273942 h 547883" name="connsiteY0"/>
              <a:gd fmla="*/ 222300 w 444600" name="connsiteX1"/>
              <a:gd fmla="*/ 0 h 547883" name="connsiteY1"/>
              <a:gd fmla="*/ 444600 w 444600" name="connsiteX2"/>
              <a:gd fmla="*/ 273942 h 547883" name="connsiteY2"/>
              <a:gd fmla="*/ 222300 w 444600" name="connsiteX3"/>
              <a:gd fmla="*/ 547883 h 547883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444600" h="547883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  <a:path w="444600" h="547883" fill="none">
                <a:moveTo>
                  <a:pt y="273942" x="0"/>
                </a:moveTo>
                <a:cubicBezTo>
                  <a:pt y="122648" x="0"/>
                  <a:pt y="0" x="99527"/>
                  <a:pt y="0" x="222300"/>
                </a:cubicBezTo>
                <a:cubicBezTo>
                  <a:pt y="0" x="345073"/>
                  <a:pt y="122648" x="444600"/>
                  <a:pt y="273942" x="444600"/>
                </a:cubicBezTo>
                <a:cubicBezTo>
                  <a:pt y="425235" x="444600"/>
                  <a:pt y="547883" x="345073"/>
                  <a:pt y="547883" x="222300"/>
                </a:cubicBezTo>
                <a:cubicBezTo>
                  <a:pt y="547883" x="99527"/>
                  <a:pt y="425235" x="0"/>
                  <a:pt y="273942" x="0"/>
                </a:cubicBezTo>
                <a:close/>
              </a:path>
            </a:pathLst>
          </a:custGeom>
          <a:solidFill>
            <a:srgbClr val="FFFFFF"/>
          </a:solidFill>
          <a:ln cap="flat" w="7600">
            <a:noFill/>
            <a:miter/>
          </a:ln>
        </p:spPr>
      </p:sp>
      <p:pic>
        <p:nvPicPr>
          <p:cNvPr id="128" nam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y="79961" x="346400"/>
            <a:ext cx="8960552" cy="7170205"/>
          </a:xfrm>
          <a:prstGeom prst="rect">
            <a:avLst/>
          </a:prstGeom>
        </p:spPr>
      </p:pic>
      <p:sp>
        <p:nvSpPr>
          <p:cNvPr id="103" name=""/>
          <p:cNvSpPr/>
          <p:nvPr/>
        </p:nvSpPr>
        <p:spPr>
          <a:xfrm>
            <a:off y="5552560" x="917418"/>
            <a:ext cx="325935" cy="324827"/>
          </a:xfrm>
          <a:custGeom>
            <a:avLst/>
            <a:gdLst/>
            <a:ahLst/>
            <a:cxnLst/>
            <a:rect l="l" b="b" r="r" t="t"/>
            <a:pathLst>
              <a:path stroke="false" w="325935" h="324827">
                <a:moveTo>
                  <a:pt y="324827" x="325935"/>
                </a:moveTo>
                <a:lnTo>
                  <a:pt y="324827" x="254589"/>
                </a:lnTo>
                <a:lnTo>
                  <a:pt y="251043" x="226227"/>
                </a:lnTo>
                <a:lnTo>
                  <a:pt y="251043" x="96385"/>
                </a:lnTo>
                <a:lnTo>
                  <a:pt y="324827" x="69574"/>
                </a:lnTo>
                <a:lnTo>
                  <a:pt y="324827" x="0"/>
                </a:lnTo>
                <a:lnTo>
                  <a:pt y="0" x="126519"/>
                </a:lnTo>
                <a:lnTo>
                  <a:pt y="0" x="195871"/>
                </a:lnTo>
                <a:lnTo>
                  <a:pt y="324827" x="325935"/>
                </a:lnTo>
                <a:close/>
                <a:moveTo>
                  <a:pt y="196315" x="205177"/>
                </a:moveTo>
                <a:lnTo>
                  <a:pt y="75778" x="160419"/>
                </a:lnTo>
                <a:lnTo>
                  <a:pt y="196315" x="116548"/>
                </a:lnTo>
                <a:lnTo>
                  <a:pt y="196315" x="205177"/>
                </a:lnTo>
                <a:close/>
              </a:path>
              <a:path w="325935" h="324827" fill="none">
                <a:moveTo>
                  <a:pt y="324827" x="325935"/>
                </a:moveTo>
                <a:lnTo>
                  <a:pt y="324827" x="254589"/>
                </a:lnTo>
                <a:lnTo>
                  <a:pt y="251043" x="226227"/>
                </a:lnTo>
                <a:lnTo>
                  <a:pt y="251043" x="96385"/>
                </a:lnTo>
                <a:lnTo>
                  <a:pt y="324827" x="69574"/>
                </a:lnTo>
                <a:lnTo>
                  <a:pt y="324827" x="0"/>
                </a:lnTo>
                <a:lnTo>
                  <a:pt y="0" x="126519"/>
                </a:lnTo>
                <a:lnTo>
                  <a:pt y="0" x="195871"/>
                </a:lnTo>
                <a:lnTo>
                  <a:pt y="324827" x="325935"/>
                </a:lnTo>
                <a:close/>
                <a:moveTo>
                  <a:pt y="196315" x="205177"/>
                </a:moveTo>
                <a:lnTo>
                  <a:pt y="75778" x="160419"/>
                </a:lnTo>
                <a:lnTo>
                  <a:pt y="196315" x="116548"/>
                </a:lnTo>
                <a:lnTo>
                  <a:pt y="196315" x="205177"/>
                </a:lnTo>
                <a:close/>
              </a:path>
            </a:pathLst>
          </a:custGeom>
          <a:solidFill>
            <a:srgbClr val="DF624A"/>
          </a:solidFill>
          <a:ln cap="flat" w="7600">
            <a:noFill/>
            <a:miter/>
          </a:ln>
        </p:spPr>
      </p:sp>
      <p:sp>
        <p:nvSpPr>
          <p:cNvPr id="104" name=""/>
          <p:cNvSpPr/>
          <p:nvPr/>
        </p:nvSpPr>
        <p:spPr>
          <a:xfrm>
            <a:off y="1032728" x="7432275"/>
            <a:ext cx="192554" cy="253170"/>
          </a:xfrm>
          <a:custGeom>
            <a:avLst/>
            <a:gdLst/>
            <a:ahLst/>
            <a:cxnLst/>
            <a:rect l="l" b="b" r="r" t="t"/>
            <a:pathLst>
              <a:path stroke="false" w="192554" h="253170">
                <a:moveTo>
                  <a:pt y="253170" x="0"/>
                </a:moveTo>
                <a:lnTo>
                  <a:pt y="0" x="0"/>
                </a:lnTo>
                <a:lnTo>
                  <a:pt y="0" x="187718"/>
                </a:lnTo>
                <a:lnTo>
                  <a:pt y="42828" x="187718"/>
                </a:lnTo>
                <a:lnTo>
                  <a:pt y="42828" x="51117"/>
                </a:lnTo>
                <a:lnTo>
                  <a:pt y="98954" x="51117"/>
                </a:lnTo>
                <a:lnTo>
                  <a:pt y="98954" x="178220"/>
                </a:lnTo>
                <a:lnTo>
                  <a:pt y="141609" x="178220"/>
                </a:lnTo>
                <a:lnTo>
                  <a:pt y="141609" x="51117"/>
                </a:lnTo>
                <a:lnTo>
                  <a:pt y="210514" x="51117"/>
                </a:lnTo>
                <a:lnTo>
                  <a:pt y="210514" x="192554"/>
                </a:lnTo>
                <a:lnTo>
                  <a:pt y="253170" x="192554"/>
                </a:lnTo>
                <a:lnTo>
                  <a:pt y="253170" x="0"/>
                </a:lnTo>
                <a:close/>
              </a:path>
              <a:path w="192554" h="253170" fill="none">
                <a:moveTo>
                  <a:pt y="253170" x="0"/>
                </a:moveTo>
                <a:lnTo>
                  <a:pt y="0" x="0"/>
                </a:lnTo>
                <a:lnTo>
                  <a:pt y="0" x="187718"/>
                </a:lnTo>
                <a:lnTo>
                  <a:pt y="42828" x="187718"/>
                </a:lnTo>
                <a:lnTo>
                  <a:pt y="42828" x="51117"/>
                </a:lnTo>
                <a:lnTo>
                  <a:pt y="98954" x="51117"/>
                </a:lnTo>
                <a:lnTo>
                  <a:pt y="98954" x="178220"/>
                </a:lnTo>
                <a:lnTo>
                  <a:pt y="141609" x="178220"/>
                </a:lnTo>
                <a:lnTo>
                  <a:pt y="141609" x="51117"/>
                </a:lnTo>
                <a:lnTo>
                  <a:pt y="210514" x="51117"/>
                </a:lnTo>
                <a:lnTo>
                  <a:pt y="210514" x="192554"/>
                </a:lnTo>
                <a:lnTo>
                  <a:pt y="253170" x="192554"/>
                </a:lnTo>
                <a:lnTo>
                  <a:pt y="253170" x="0"/>
                </a:lnTo>
                <a:close/>
              </a:path>
            </a:pathLst>
          </a:custGeom>
          <a:solidFill>
            <a:srgbClr val="9874AD"/>
          </a:solidFill>
          <a:ln cap="flat" w="7600">
            <a:noFill/>
            <a:miter/>
          </a:ln>
        </p:spPr>
      </p:sp>
      <p:sp>
        <p:nvSpPr>
          <p:cNvPr id="105" name=""/>
          <p:cNvSpPr/>
          <p:nvPr/>
        </p:nvSpPr>
        <p:spPr>
          <a:xfrm>
            <a:off y="4786783" x="3566544"/>
            <a:ext cx="308815" cy="368667"/>
          </a:xfrm>
          <a:custGeom>
            <a:avLst/>
            <a:gdLst/>
            <a:ahLst/>
            <a:cxnLst/>
            <a:rect l="l" b="b" r="r" t="t"/>
            <a:pathLst>
              <a:path stroke="false" w="308815" h="368667">
                <a:moveTo>
                  <a:pt y="0" x="0"/>
                </a:moveTo>
                <a:lnTo>
                  <a:pt y="0" x="147366"/>
                </a:lnTo>
                <a:cubicBezTo>
                  <a:pt y="0" x="176537"/>
                  <a:pt y="1215" x="198291"/>
                  <a:pt y="3646" x="212625"/>
                </a:cubicBezTo>
                <a:cubicBezTo>
                  <a:pt y="6077" x="226960"/>
                  <a:pt y="11149" x="239785"/>
                  <a:pt y="18861" x="251101"/>
                </a:cubicBezTo>
                <a:cubicBezTo>
                  <a:pt y="26573" x="262417"/>
                  <a:pt y="36842" x="271848"/>
                  <a:pt y="49667" x="279393"/>
                </a:cubicBezTo>
                <a:cubicBezTo>
                  <a:pt y="62492" x="286936"/>
                  <a:pt y="76869" x="290709"/>
                  <a:pt y="92795" x="290709"/>
                </a:cubicBezTo>
                <a:cubicBezTo>
                  <a:pt y="110064" x="290709"/>
                  <a:pt y="125907" x="286056"/>
                  <a:pt y="140325" x="276752"/>
                </a:cubicBezTo>
                <a:cubicBezTo>
                  <a:pt y="154743" x="267447"/>
                  <a:pt y="165556" x="254831"/>
                  <a:pt y="172765" x="238904"/>
                </a:cubicBezTo>
                <a:cubicBezTo>
                  <a:pt y="179304" x="261370"/>
                  <a:pt y="190452" x="278638"/>
                  <a:pt y="206212" x="290709"/>
                </a:cubicBezTo>
                <a:cubicBezTo>
                  <a:pt y="221971" x="302780"/>
                  <a:pt y="240497" x="308815"/>
                  <a:pt y="261788" x="308815"/>
                </a:cubicBezTo>
                <a:cubicBezTo>
                  <a:pt y="278554" x="308815"/>
                  <a:pt y="294858" x="304917"/>
                  <a:pt y="310701" x="297122"/>
                </a:cubicBezTo>
                <a:cubicBezTo>
                  <a:pt y="326545" x="289326"/>
                  <a:pt y="339202" x="278680"/>
                  <a:pt y="348674" x="265184"/>
                </a:cubicBezTo>
                <a:cubicBezTo>
                  <a:pt y="358146" x="251688"/>
                  <a:pt y="363972" x="235048"/>
                  <a:pt y="366152" x="215265"/>
                </a:cubicBezTo>
                <a:cubicBezTo>
                  <a:pt y="367493" x="202859"/>
                  <a:pt y="368667" x="172933"/>
                  <a:pt y="368667" x="125487"/>
                </a:cubicBezTo>
                <a:lnTo>
                  <a:pt y="368667" x="0"/>
                </a:lnTo>
                <a:lnTo>
                  <a:pt y="0" x="0"/>
                </a:lnTo>
                <a:close/>
                <a:moveTo>
                  <a:pt y="61360" x="74437"/>
                </a:moveTo>
                <a:lnTo>
                  <a:pt y="146612" x="74437"/>
                </a:lnTo>
                <a:lnTo>
                  <a:pt y="146612" x="123224"/>
                </a:lnTo>
                <a:cubicBezTo>
                  <a:pt y="146612" x="152228"/>
                  <a:pt y="146193" x="170251"/>
                  <a:pt y="145355" x="177292"/>
                </a:cubicBezTo>
                <a:cubicBezTo>
                  <a:pt y="143845" x="190034"/>
                  <a:pt y="139445" x="200051"/>
                  <a:pt y="132152" x="207344"/>
                </a:cubicBezTo>
                <a:cubicBezTo>
                  <a:pt y="124859" x="214637"/>
                  <a:pt y="115261" x="218283"/>
                  <a:pt y="103358" x="218283"/>
                </a:cubicBezTo>
                <a:cubicBezTo>
                  <a:pt y="91957" x="218283"/>
                  <a:pt y="82695" x="215139"/>
                  <a:pt y="75569" x="208853"/>
                </a:cubicBezTo>
                <a:cubicBezTo>
                  <a:pt y="68444" x="202566"/>
                  <a:pt y="64127" x="193219"/>
                  <a:pt y="62618" x="180813"/>
                </a:cubicBezTo>
                <a:cubicBezTo>
                  <a:pt y="61780" x="173437"/>
                  <a:pt y="61360" x="152228"/>
                  <a:pt y="61360" x="117189"/>
                </a:cubicBezTo>
                <a:lnTo>
                  <a:pt y="61360" x="74437"/>
                </a:lnTo>
                <a:close/>
                <a:moveTo>
                  <a:pt y="207972" x="74437"/>
                </a:moveTo>
                <a:lnTo>
                  <a:pt y="306551" x="74437"/>
                </a:lnTo>
                <a:lnTo>
                  <a:pt y="306551" x="143343"/>
                </a:lnTo>
                <a:cubicBezTo>
                  <a:pt y="306551" x="170167"/>
                  <a:pt y="305797" x="187183"/>
                  <a:pt y="304288" x="194393"/>
                </a:cubicBezTo>
                <a:cubicBezTo>
                  <a:pt y="302276" x="205458"/>
                  <a:pt y="297373" x="214469"/>
                  <a:pt y="289577" x="221427"/>
                </a:cubicBezTo>
                <a:cubicBezTo>
                  <a:pt y="281781" x="228384"/>
                  <a:pt y="271344" x="231863"/>
                  <a:pt y="258268" x="231863"/>
                </a:cubicBezTo>
                <a:cubicBezTo>
                  <a:pt y="247203" x="231863"/>
                  <a:pt y="237815" x="229180"/>
                  <a:pt y="230102" x="223815"/>
                </a:cubicBezTo>
                <a:cubicBezTo>
                  <a:pt y="222390" x="218451"/>
                  <a:pt y="216774" x="210697"/>
                  <a:pt y="213254" x="200554"/>
                </a:cubicBezTo>
                <a:cubicBezTo>
                  <a:pt y="209733" x="190411"/>
                  <a:pt y="207972" x="168407"/>
                  <a:pt y="207972" x="134541"/>
                </a:cubicBezTo>
                <a:lnTo>
                  <a:pt y="207972" x="74437"/>
                </a:lnTo>
                <a:close/>
              </a:path>
              <a:path w="308815" h="368667" fill="none">
                <a:moveTo>
                  <a:pt y="0" x="0"/>
                </a:moveTo>
                <a:lnTo>
                  <a:pt y="0" x="147366"/>
                </a:lnTo>
                <a:cubicBezTo>
                  <a:pt y="0" x="176537"/>
                  <a:pt y="1215" x="198291"/>
                  <a:pt y="3646" x="212625"/>
                </a:cubicBezTo>
                <a:cubicBezTo>
                  <a:pt y="6077" x="226960"/>
                  <a:pt y="11149" x="239785"/>
                  <a:pt y="18861" x="251101"/>
                </a:cubicBezTo>
                <a:cubicBezTo>
                  <a:pt y="26573" x="262417"/>
                  <a:pt y="36842" x="271848"/>
                  <a:pt y="49667" x="279393"/>
                </a:cubicBezTo>
                <a:cubicBezTo>
                  <a:pt y="62492" x="286936"/>
                  <a:pt y="76869" x="290709"/>
                  <a:pt y="92795" x="290709"/>
                </a:cubicBezTo>
                <a:cubicBezTo>
                  <a:pt y="110064" x="290709"/>
                  <a:pt y="125907" x="286056"/>
                  <a:pt y="140325" x="276752"/>
                </a:cubicBezTo>
                <a:cubicBezTo>
                  <a:pt y="154743" x="267447"/>
                  <a:pt y="165556" x="254831"/>
                  <a:pt y="172765" x="238904"/>
                </a:cubicBezTo>
                <a:cubicBezTo>
                  <a:pt y="179304" x="261370"/>
                  <a:pt y="190452" x="278638"/>
                  <a:pt y="206212" x="290709"/>
                </a:cubicBezTo>
                <a:cubicBezTo>
                  <a:pt y="221971" x="302780"/>
                  <a:pt y="240497" x="308815"/>
                  <a:pt y="261788" x="308815"/>
                </a:cubicBezTo>
                <a:cubicBezTo>
                  <a:pt y="278554" x="308815"/>
                  <a:pt y="294858" x="304917"/>
                  <a:pt y="310701" x="297122"/>
                </a:cubicBezTo>
                <a:cubicBezTo>
                  <a:pt y="326545" x="289326"/>
                  <a:pt y="339202" x="278680"/>
                  <a:pt y="348674" x="265184"/>
                </a:cubicBezTo>
                <a:cubicBezTo>
                  <a:pt y="358146" x="251688"/>
                  <a:pt y="363972" x="235048"/>
                  <a:pt y="366152" x="215265"/>
                </a:cubicBezTo>
                <a:cubicBezTo>
                  <a:pt y="367493" x="202859"/>
                  <a:pt y="368667" x="172933"/>
                  <a:pt y="368667" x="125487"/>
                </a:cubicBezTo>
                <a:lnTo>
                  <a:pt y="368667" x="0"/>
                </a:lnTo>
                <a:lnTo>
                  <a:pt y="0" x="0"/>
                </a:lnTo>
                <a:close/>
                <a:moveTo>
                  <a:pt y="61360" x="74437"/>
                </a:moveTo>
                <a:lnTo>
                  <a:pt y="146612" x="74437"/>
                </a:lnTo>
                <a:lnTo>
                  <a:pt y="146612" x="123224"/>
                </a:lnTo>
                <a:cubicBezTo>
                  <a:pt y="146612" x="152228"/>
                  <a:pt y="146193" x="170251"/>
                  <a:pt y="145355" x="177292"/>
                </a:cubicBezTo>
                <a:cubicBezTo>
                  <a:pt y="143845" x="190034"/>
                  <a:pt y="139445" x="200051"/>
                  <a:pt y="132152" x="207344"/>
                </a:cubicBezTo>
                <a:cubicBezTo>
                  <a:pt y="124859" x="214637"/>
                  <a:pt y="115261" x="218283"/>
                  <a:pt y="103358" x="218283"/>
                </a:cubicBezTo>
                <a:cubicBezTo>
                  <a:pt y="91957" x="218283"/>
                  <a:pt y="82695" x="215139"/>
                  <a:pt y="75569" x="208853"/>
                </a:cubicBezTo>
                <a:cubicBezTo>
                  <a:pt y="68444" x="202566"/>
                  <a:pt y="64127" x="193219"/>
                  <a:pt y="62618" x="180813"/>
                </a:cubicBezTo>
                <a:cubicBezTo>
                  <a:pt y="61780" x="173437"/>
                  <a:pt y="61360" x="152228"/>
                  <a:pt y="61360" x="117189"/>
                </a:cubicBezTo>
                <a:lnTo>
                  <a:pt y="61360" x="74437"/>
                </a:lnTo>
                <a:close/>
                <a:moveTo>
                  <a:pt y="207972" x="74437"/>
                </a:moveTo>
                <a:lnTo>
                  <a:pt y="306551" x="74437"/>
                </a:lnTo>
                <a:lnTo>
                  <a:pt y="306551" x="143343"/>
                </a:lnTo>
                <a:cubicBezTo>
                  <a:pt y="306551" x="170167"/>
                  <a:pt y="305797" x="187183"/>
                  <a:pt y="304288" x="194393"/>
                </a:cubicBezTo>
                <a:cubicBezTo>
                  <a:pt y="302276" x="205458"/>
                  <a:pt y="297373" x="214469"/>
                  <a:pt y="289577" x="221427"/>
                </a:cubicBezTo>
                <a:cubicBezTo>
                  <a:pt y="281781" x="228384"/>
                  <a:pt y="271344" x="231863"/>
                  <a:pt y="258268" x="231863"/>
                </a:cubicBezTo>
                <a:cubicBezTo>
                  <a:pt y="247203" x="231863"/>
                  <a:pt y="237815" x="229180"/>
                  <a:pt y="230102" x="223815"/>
                </a:cubicBezTo>
                <a:cubicBezTo>
                  <a:pt y="222390" x="218451"/>
                  <a:pt y="216774" x="210697"/>
                  <a:pt y="213254" x="200554"/>
                </a:cubicBezTo>
                <a:cubicBezTo>
                  <a:pt y="209733" x="190411"/>
                  <a:pt y="207972" x="168407"/>
                  <a:pt y="207972" x="134541"/>
                </a:cubicBezTo>
                <a:lnTo>
                  <a:pt y="207972" x="74437"/>
                </a:lnTo>
                <a:close/>
              </a:path>
            </a:pathLst>
          </a:custGeom>
          <a:solidFill>
            <a:srgbClr val="4C6E80"/>
          </a:solidFill>
          <a:ln cap="flat" w="7600">
            <a:noFill/>
            <a:miter/>
          </a:ln>
        </p:spPr>
      </p:sp>
      <p:sp>
        <p:nvSpPr>
          <p:cNvPr id="106" name=""/>
          <p:cNvSpPr/>
          <p:nvPr/>
        </p:nvSpPr>
        <p:spPr>
          <a:xfrm>
            <a:off y="3168327" x="4925999"/>
            <a:ext cx="327122" cy="388346"/>
          </a:xfrm>
          <a:custGeom>
            <a:avLst/>
            <a:gdLst/>
            <a:ahLst/>
            <a:cxnLst/>
            <a:rect l="l" b="b" r="r" t="t"/>
            <a:pathLst>
              <a:path stroke="false" w="327122" h="388346">
                <a:moveTo>
                  <a:pt y="243869" x="253604"/>
                </a:moveTo>
                <a:lnTo>
                  <a:pt y="267180" x="327122"/>
                </a:lnTo>
                <a:cubicBezTo>
                  <a:pt y="308167" x="315851"/>
                  <a:pt y="338607" x="297108"/>
                  <a:pt y="358503" x="270894"/>
                </a:cubicBezTo>
                <a:cubicBezTo>
                  <a:pt y="378399" x="244680"/>
                  <a:pt y="388346" x="211421"/>
                  <a:pt y="388346" x="171118"/>
                </a:cubicBezTo>
                <a:cubicBezTo>
                  <a:pt y="388346" x="121251"/>
                  <a:pt y="371312" x="80265"/>
                  <a:pt y="337242" x="48159"/>
                </a:cubicBezTo>
                <a:cubicBezTo>
                  <a:pt y="303172" x="16053"/>
                  <a:pt y="256592" x="0"/>
                  <a:pt y="197503" x="0"/>
                </a:cubicBezTo>
                <a:cubicBezTo>
                  <a:pt y="134999" x="0"/>
                  <a:pt y="86455" x="16138"/>
                  <a:pt y="51873" x="48415"/>
                </a:cubicBezTo>
                <a:cubicBezTo>
                  <a:pt y="17291" x="80692"/>
                  <a:pt y="0" x="123130"/>
                  <a:pt y="0" x="175729"/>
                </a:cubicBezTo>
                <a:cubicBezTo>
                  <a:pt y="0" x="221668"/>
                  <a:pt y="13577" x="258982"/>
                  <a:pt y="40730" x="287673"/>
                </a:cubicBezTo>
                <a:cubicBezTo>
                  <a:pt y="56783" x="304751"/>
                  <a:pt y="79838" x="317559"/>
                  <a:pt y="109895" x="326098"/>
                </a:cubicBezTo>
                <a:lnTo>
                  <a:pt y="127827" x="251042"/>
                </a:lnTo>
                <a:cubicBezTo>
                  <a:pt y="108358" x="246601"/>
                  <a:pt y="92988" x="237337"/>
                  <a:pt y="81717" x="223248"/>
                </a:cubicBezTo>
                <a:cubicBezTo>
                  <a:pt y="70445" x="209159"/>
                  <a:pt y="64810" x="192038"/>
                  <a:pt y="64810" x="171886"/>
                </a:cubicBezTo>
                <a:cubicBezTo>
                  <a:pt y="64810" x="144050"/>
                  <a:pt y="74800" x="121465"/>
                  <a:pt y="94781" x="104131"/>
                </a:cubicBezTo>
                <a:cubicBezTo>
                  <a:pt y="114762" x="86797"/>
                  <a:pt y="147125" x="78130"/>
                  <a:pt y="191867" x="78130"/>
                </a:cubicBezTo>
                <a:cubicBezTo>
                  <a:pt y="239344" x="78130"/>
                  <a:pt y="273158" x="86669"/>
                  <a:pt y="293309" x="103747"/>
                </a:cubicBezTo>
                <a:cubicBezTo>
                  <a:pt y="313460" x="120824"/>
                  <a:pt y="323537" x="143025"/>
                  <a:pt y="323537" x="170349"/>
                </a:cubicBezTo>
                <a:cubicBezTo>
                  <a:pt y="323537" x="190501"/>
                  <a:pt y="317133" x="207835"/>
                  <a:pt y="304324" x="222351"/>
                </a:cubicBezTo>
                <a:cubicBezTo>
                  <a:pt y="291516" x="236867"/>
                  <a:pt y="271364" x="247284"/>
                  <a:pt y="243869" x="253604"/>
                </a:cubicBezTo>
                <a:close/>
              </a:path>
              <a:path w="327122" h="388346" fill="none">
                <a:moveTo>
                  <a:pt y="243869" x="253604"/>
                </a:moveTo>
                <a:lnTo>
                  <a:pt y="267180" x="327122"/>
                </a:lnTo>
                <a:cubicBezTo>
                  <a:pt y="308167" x="315851"/>
                  <a:pt y="338607" x="297108"/>
                  <a:pt y="358503" x="270894"/>
                </a:cubicBezTo>
                <a:cubicBezTo>
                  <a:pt y="378399" x="244680"/>
                  <a:pt y="388346" x="211421"/>
                  <a:pt y="388346" x="171118"/>
                </a:cubicBezTo>
                <a:cubicBezTo>
                  <a:pt y="388346" x="121251"/>
                  <a:pt y="371312" x="80265"/>
                  <a:pt y="337242" x="48159"/>
                </a:cubicBezTo>
                <a:cubicBezTo>
                  <a:pt y="303172" x="16053"/>
                  <a:pt y="256592" x="0"/>
                  <a:pt y="197503" x="0"/>
                </a:cubicBezTo>
                <a:cubicBezTo>
                  <a:pt y="134999" x="0"/>
                  <a:pt y="86455" x="16138"/>
                  <a:pt y="51873" x="48415"/>
                </a:cubicBezTo>
                <a:cubicBezTo>
                  <a:pt y="17291" x="80692"/>
                  <a:pt y="0" x="123130"/>
                  <a:pt y="0" x="175729"/>
                </a:cubicBezTo>
                <a:cubicBezTo>
                  <a:pt y="0" x="221668"/>
                  <a:pt y="13577" x="258982"/>
                  <a:pt y="40730" x="287673"/>
                </a:cubicBezTo>
                <a:cubicBezTo>
                  <a:pt y="56783" x="304751"/>
                  <a:pt y="79838" x="317559"/>
                  <a:pt y="109895" x="326098"/>
                </a:cubicBezTo>
                <a:lnTo>
                  <a:pt y="127827" x="251042"/>
                </a:lnTo>
                <a:cubicBezTo>
                  <a:pt y="108358" x="246601"/>
                  <a:pt y="92988" x="237337"/>
                  <a:pt y="81717" x="223248"/>
                </a:cubicBezTo>
                <a:cubicBezTo>
                  <a:pt y="70445" x="209159"/>
                  <a:pt y="64810" x="192038"/>
                  <a:pt y="64810" x="171886"/>
                </a:cubicBezTo>
                <a:cubicBezTo>
                  <a:pt y="64810" x="144050"/>
                  <a:pt y="74800" x="121465"/>
                  <a:pt y="94781" x="104131"/>
                </a:cubicBezTo>
                <a:cubicBezTo>
                  <a:pt y="114762" x="86797"/>
                  <a:pt y="147125" x="78130"/>
                  <a:pt y="191867" x="78130"/>
                </a:cubicBezTo>
                <a:cubicBezTo>
                  <a:pt y="239344" x="78130"/>
                  <a:pt y="273158" x="86669"/>
                  <a:pt y="293309" x="103747"/>
                </a:cubicBezTo>
                <a:cubicBezTo>
                  <a:pt y="313460" x="120824"/>
                  <a:pt y="323537" x="143025"/>
                  <a:pt y="323537" x="170349"/>
                </a:cubicBezTo>
                <a:cubicBezTo>
                  <a:pt y="323537" x="190501"/>
                  <a:pt y="317133" x="207835"/>
                  <a:pt y="304324" x="222351"/>
                </a:cubicBezTo>
                <a:cubicBezTo>
                  <a:pt y="291516" x="236867"/>
                  <a:pt y="271364" x="247284"/>
                  <a:pt y="243869" x="253604"/>
                </a:cubicBezTo>
                <a:close/>
              </a:path>
            </a:pathLst>
          </a:custGeom>
          <a:solidFill>
            <a:srgbClr val="98BE51"/>
          </a:solidFill>
          <a:ln cap="flat" w="7600">
            <a:noFill/>
            <a:miter/>
          </a:ln>
        </p:spPr>
      </p:sp>
      <p:sp>
        <p:nvSpPr>
          <p:cNvPr id="107" name=""/>
          <p:cNvSpPr/>
          <p:nvPr/>
        </p:nvSpPr>
        <p:spPr>
          <a:xfrm>
            <a:off y="2752745" x="6867352"/>
            <a:ext cx="250800" cy="299164"/>
          </a:xfrm>
          <a:custGeom>
            <a:avLst/>
            <a:gdLst/>
            <a:ahLst/>
            <a:cxnLst/>
            <a:rect l="l" b="b" r="r" t="t"/>
            <a:pathLst>
              <a:path stroke="false" w="250800" h="299164">
                <a:moveTo>
                  <a:pt y="0" x="0"/>
                </a:moveTo>
                <a:lnTo>
                  <a:pt y="0" x="110401"/>
                </a:lnTo>
                <a:cubicBezTo>
                  <a:pt y="0" x="135297"/>
                  <a:pt y="1905" x="154275"/>
                  <a:pt y="5714" x="167336"/>
                </a:cubicBezTo>
                <a:cubicBezTo>
                  <a:pt y="10884" x="184886"/>
                  <a:pt y="20067" x="199919"/>
                  <a:pt y="33263" x="212435"/>
                </a:cubicBezTo>
                <a:cubicBezTo>
                  <a:pt y="46460" x="224952"/>
                  <a:pt y="62615" x="234474"/>
                  <a:pt y="81730" x="241005"/>
                </a:cubicBezTo>
                <a:cubicBezTo>
                  <a:pt y="100844" x="247535"/>
                  <a:pt y="124414" x="250800"/>
                  <a:pt y="152439" x="250800"/>
                </a:cubicBezTo>
                <a:cubicBezTo>
                  <a:pt y="177063" x="250800"/>
                  <a:pt y="198286" x="247739"/>
                  <a:pt y="216108" x="241617"/>
                </a:cubicBezTo>
                <a:cubicBezTo>
                  <a:pt y="237875" x="234134"/>
                  <a:pt y="255494" x="223454"/>
                  <a:pt y="268962" x="209578"/>
                </a:cubicBezTo>
                <a:cubicBezTo>
                  <a:pt y="279165" x="199103"/>
                  <a:pt y="287124" x="184954"/>
                  <a:pt y="292838" x="167132"/>
                </a:cubicBezTo>
                <a:cubicBezTo>
                  <a:pt y="297056" x="153800"/>
                  <a:pt y="299164" x="135978"/>
                  <a:pt y="299164" x="113666"/>
                </a:cubicBezTo>
                <a:lnTo>
                  <a:pt y="299164" x="0"/>
                </a:lnTo>
                <a:lnTo>
                  <a:pt y="0" x="0"/>
                </a:lnTo>
                <a:close/>
                <a:moveTo>
                  <a:pt y="50609" x="60404"/>
                </a:moveTo>
                <a:lnTo>
                  <a:pt y="248759" x="60404"/>
                </a:lnTo>
                <a:lnTo>
                  <a:pt y="248759" x="105503"/>
                </a:lnTo>
                <a:cubicBezTo>
                  <a:pt y="248759" x="122373"/>
                  <a:pt y="247807" x="134549"/>
                  <a:pt y="245903" x="142032"/>
                </a:cubicBezTo>
                <a:cubicBezTo>
                  <a:pt y="243454" x="151827"/>
                  <a:pt y="239304" x="159956"/>
                  <a:pt y="233455" x="166418"/>
                </a:cubicBezTo>
                <a:cubicBezTo>
                  <a:pt y="227604" x="172880"/>
                  <a:pt y="217979" x="178152"/>
                  <a:pt y="204579" x="182233"/>
                </a:cubicBezTo>
                <a:cubicBezTo>
                  <a:pt y="191178" x="186314"/>
                  <a:pt y="172914" x="188355"/>
                  <a:pt y="149582" x="188355"/>
                </a:cubicBezTo>
                <a:cubicBezTo>
                  <a:pt y="126659" x="188355"/>
                  <a:pt y="108904" x="186314"/>
                  <a:pt y="96525" x="182233"/>
                </a:cubicBezTo>
                <a:cubicBezTo>
                  <a:pt y="84144" x="178152"/>
                  <a:pt y="74485" x="172438"/>
                  <a:pt y="67547" x="165091"/>
                </a:cubicBezTo>
                <a:cubicBezTo>
                  <a:pt y="60608" x="157745"/>
                  <a:pt y="55915" x="148426"/>
                  <a:pt y="53466" x="137134"/>
                </a:cubicBezTo>
                <a:cubicBezTo>
                  <a:pt y="51561" x="128699"/>
                  <a:pt y="50609" x="112170"/>
                  <a:pt y="50609" x="87545"/>
                </a:cubicBezTo>
                <a:lnTo>
                  <a:pt y="50609" x="60404"/>
                </a:lnTo>
                <a:close/>
              </a:path>
              <a:path w="250800" h="299164" fill="none">
                <a:moveTo>
                  <a:pt y="0" x="0"/>
                </a:moveTo>
                <a:lnTo>
                  <a:pt y="0" x="110401"/>
                </a:lnTo>
                <a:cubicBezTo>
                  <a:pt y="0" x="135297"/>
                  <a:pt y="1905" x="154275"/>
                  <a:pt y="5714" x="167336"/>
                </a:cubicBezTo>
                <a:cubicBezTo>
                  <a:pt y="10884" x="184886"/>
                  <a:pt y="20067" x="199919"/>
                  <a:pt y="33263" x="212435"/>
                </a:cubicBezTo>
                <a:cubicBezTo>
                  <a:pt y="46460" x="224952"/>
                  <a:pt y="62615" x="234474"/>
                  <a:pt y="81730" x="241005"/>
                </a:cubicBezTo>
                <a:cubicBezTo>
                  <a:pt y="100844" x="247535"/>
                  <a:pt y="124414" x="250800"/>
                  <a:pt y="152439" x="250800"/>
                </a:cubicBezTo>
                <a:cubicBezTo>
                  <a:pt y="177063" x="250800"/>
                  <a:pt y="198286" x="247739"/>
                  <a:pt y="216108" x="241617"/>
                </a:cubicBezTo>
                <a:cubicBezTo>
                  <a:pt y="237875" x="234134"/>
                  <a:pt y="255494" x="223454"/>
                  <a:pt y="268962" x="209578"/>
                </a:cubicBezTo>
                <a:cubicBezTo>
                  <a:pt y="279165" x="199103"/>
                  <a:pt y="287124" x="184954"/>
                  <a:pt y="292838" x="167132"/>
                </a:cubicBezTo>
                <a:cubicBezTo>
                  <a:pt y="297056" x="153800"/>
                  <a:pt y="299164" x="135978"/>
                  <a:pt y="299164" x="113666"/>
                </a:cubicBezTo>
                <a:lnTo>
                  <a:pt y="299164" x="0"/>
                </a:lnTo>
                <a:lnTo>
                  <a:pt y="0" x="0"/>
                </a:lnTo>
                <a:close/>
                <a:moveTo>
                  <a:pt y="50609" x="60404"/>
                </a:moveTo>
                <a:lnTo>
                  <a:pt y="248759" x="60404"/>
                </a:lnTo>
                <a:lnTo>
                  <a:pt y="248759" x="105503"/>
                </a:lnTo>
                <a:cubicBezTo>
                  <a:pt y="248759" x="122373"/>
                  <a:pt y="247807" x="134549"/>
                  <a:pt y="245903" x="142032"/>
                </a:cubicBezTo>
                <a:cubicBezTo>
                  <a:pt y="243454" x="151827"/>
                  <a:pt y="239304" x="159956"/>
                  <a:pt y="233455" x="166418"/>
                </a:cubicBezTo>
                <a:cubicBezTo>
                  <a:pt y="227604" x="172880"/>
                  <a:pt y="217979" x="178152"/>
                  <a:pt y="204579" x="182233"/>
                </a:cubicBezTo>
                <a:cubicBezTo>
                  <a:pt y="191178" x="186314"/>
                  <a:pt y="172914" x="188355"/>
                  <a:pt y="149582" x="188355"/>
                </a:cubicBezTo>
                <a:cubicBezTo>
                  <a:pt y="126659" x="188355"/>
                  <a:pt y="108904" x="186314"/>
                  <a:pt y="96525" x="182233"/>
                </a:cubicBezTo>
                <a:cubicBezTo>
                  <a:pt y="84144" x="178152"/>
                  <a:pt y="74485" x="172438"/>
                  <a:pt y="67547" x="165091"/>
                </a:cubicBezTo>
                <a:cubicBezTo>
                  <a:pt y="60608" x="157745"/>
                  <a:pt y="55915" x="148426"/>
                  <a:pt y="53466" x="137134"/>
                </a:cubicBezTo>
                <a:cubicBezTo>
                  <a:pt y="51561" x="128699"/>
                  <a:pt y="50609" x="112170"/>
                  <a:pt y="50609" x="87545"/>
                </a:cubicBezTo>
                <a:lnTo>
                  <a:pt y="50609" x="60404"/>
                </a:lnTo>
                <a:close/>
              </a:path>
            </a:pathLst>
          </a:custGeom>
          <a:solidFill>
            <a:srgbClr val="EA9646"/>
          </a:solidFill>
          <a:ln cap="flat" w="7600">
            <a:noFill/>
            <a:miter/>
          </a:ln>
        </p:spPr>
      </p:sp>
      <p:pic>
        <p:nvPicPr>
          <p:cNvPr id="116" name="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y="2453927" x="-191666"/>
            <a:ext cx="1471634" cy="1374916"/>
          </a:xfrm>
          <a:prstGeom prst="rect">
            <a:avLst/>
          </a:prstGeom>
        </p:spPr>
      </p:pic>
      <p:sp>
        <p:nvSpPr>
          <p:cNvPr id="124" name="Rectangle"/>
          <p:cNvSpPr/>
          <p:nvPr/>
        </p:nvSpPr>
        <p:spPr>
          <a:xfrm>
            <a:off y="-114873" x="-199371"/>
            <a:ext cx="2689116" cy="1030150"/>
          </a:xfrm>
          <a:custGeom>
            <a:avLst/>
            <a:gdLst/>
            <a:ahLst/>
            <a:cxnLst/>
            <a:rect l="l" b="b" r="r" t="t"/>
            <a:pathLst>
              <a:path stroke="false" w="2689116" h="1030150">
                <a:moveTo>
                  <a:pt y="0" x="0"/>
                </a:moveTo>
                <a:lnTo>
                  <a:pt y="0" x="2689116"/>
                </a:lnTo>
                <a:lnTo>
                  <a:pt y="1030150" x="2689116"/>
                </a:lnTo>
                <a:lnTo>
                  <a:pt y="1030150" x="0"/>
                </a:lnTo>
                <a:lnTo>
                  <a:pt y="0" x="0"/>
                </a:lnTo>
                <a:close/>
              </a:path>
              <a:path w="2689116" h="1030150" fill="none">
                <a:moveTo>
                  <a:pt y="0" x="0"/>
                </a:moveTo>
                <a:lnTo>
                  <a:pt y="0" x="2689116"/>
                </a:lnTo>
                <a:lnTo>
                  <a:pt y="1030150" x="2689116"/>
                </a:lnTo>
                <a:lnTo>
                  <a:pt y="1030150" x="0"/>
                </a:lnTo>
                <a:lnTo>
                  <a:pt y="0" x="0"/>
                </a:lnTo>
                <a:close/>
              </a:path>
            </a:pathLst>
          </a:custGeom>
          <a:noFill/>
          <a:ln cap="flat" w="7600">
            <a:noFill/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b="1" sz="3648" lang="zh-CN" altLang="en-US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ROADMAP</a:t>
            </a:r>
          </a:p>
          <a:p>
            <a:pPr algn="ctr"/>
            <a:r>
              <a:rPr dirty="0" sz="1824" lang="zh-CN" altLang="en-US">
                <a:solidFill>
                  <a:srgbClr val="EA9646"/>
                </a:solidFill>
                <a:latin typeface="Calibri"/>
                <a:ea typeface="Calibri"/>
                <a:cs typeface="Calibri"/>
              </a:rPr>
              <a:t>I N F O G R A P H I C</a:t>
            </a:r>
          </a:p>
        </p:txBody>
      </p:sp>
      <p:sp>
        <p:nvSpPr>
          <p:cNvPr id="136" name="Line"/>
          <p:cNvSpPr/>
          <p:nvPr/>
        </p:nvSpPr>
        <p:spPr>
          <a:xfrm>
            <a:off y="1017528" x="-29405"/>
            <a:ext cx="1614749" cy="7600"/>
          </a:xfrm>
          <a:custGeom>
            <a:avLst/>
            <a:gdLst/>
            <a:ahLst/>
            <a:cxnLst/>
            <a:rect l="l" b="b" r="r" t="t"/>
            <a:pathLst>
              <a:path w="1614749" h="7600" fill="none">
                <a:moveTo>
                  <a:pt y="0" x="0"/>
                </a:moveTo>
                <a:lnTo>
                  <a:pt y="0" x="1614749"/>
                </a:lnTo>
              </a:path>
            </a:pathLst>
          </a:custGeom>
          <a:noFill/>
          <a:ln cap="flat" w="17733">
            <a:solidFill>
              <a:srgbClr val="868686"/>
            </a:solidFill>
            <a:miter/>
          </a:ln>
        </p:spPr>
      </p:sp>
      <p:grpSp>
        <p:nvGrpSpPr>
          <p:cNvPr id="147" name=""/>
          <p:cNvGrpSpPr/>
          <p:nvPr/>
        </p:nvGrpSpPr>
        <p:grpSpPr>
          <a:xfrm>
            <a:off y="3960799" x="7062064"/>
            <a:ext cx="2495680" cy="1412893"/>
            <a:chOff y="3960799" x="7062064"/>
            <a:chExt cx="2495680" cy="1412893"/>
          </a:xfrm>
        </p:grpSpPr>
        <p:sp>
          <p:nvSpPr>
            <p:cNvPr id="132" name="Rectangle"/>
            <p:cNvSpPr/>
            <p:nvPr/>
          </p:nvSpPr>
          <p:spPr>
            <a:xfrm>
              <a:off y="3960799" x="7062064"/>
              <a:ext cx="2153665" cy="385527"/>
            </a:xfrm>
            <a:custGeom>
              <a:avLst/>
              <a:gdLst/>
              <a:ahLst/>
              <a:cxnLst/>
              <a:rect l="l" b="b" r="r" t="t"/>
              <a:pathLst>
                <a:path stroke="false" w="2153665" h="385527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  <a:path w="2153665" h="385527" fill="none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ctr" rIns="38100" lIns="38100" tIns="38100" bIns="38100" rtlCol="0"/>
            <a:lstStyle/>
            <a:p>
              <a:pPr algn="ctr"/>
              <a:r>
                <a:rPr dirty="0" b="1" sz="1520" lang="zh-CN" altLang="en-US">
                  <a:solidFill>
                    <a:srgbClr val="F7911D"/>
                  </a:solidFill>
                  <a:latin typeface="Calibri"/>
                  <a:ea typeface="Calibri"/>
                  <a:cs typeface="Calibri"/>
                </a:rPr>
                <a:t>A. LOREM IPSUM</a:t>
              </a:r>
            </a:p>
          </p:txBody>
        </p:sp>
        <p:sp>
          <p:nvSpPr>
            <p:cNvPr id="135" name="Rectangle"/>
            <p:cNvSpPr/>
            <p:nvPr/>
          </p:nvSpPr>
          <p:spPr>
            <a:xfrm>
              <a:off y="4293125" x="7262544"/>
              <a:ext cx="2295200" cy="1080568"/>
            </a:xfrm>
            <a:custGeom>
              <a:avLst/>
              <a:gdLst/>
              <a:ahLst/>
              <a:cxnLst/>
              <a:rect l="l" b="b" r="r" t="t"/>
              <a:pathLst>
                <a:path stroke="false" w="2295200" h="1080568">
                  <a:moveTo>
                    <a:pt y="0" x="0"/>
                  </a:moveTo>
                  <a:lnTo>
                    <a:pt y="0" x="2295200"/>
                  </a:lnTo>
                  <a:lnTo>
                    <a:pt y="1080568" x="2295200"/>
                  </a:lnTo>
                  <a:lnTo>
                    <a:pt y="1080568" x="0"/>
                  </a:lnTo>
                  <a:lnTo>
                    <a:pt y="0" x="0"/>
                  </a:lnTo>
                  <a:close/>
                </a:path>
                <a:path w="2295200" h="1080568" fill="none">
                  <a:moveTo>
                    <a:pt y="0" x="0"/>
                  </a:moveTo>
                  <a:lnTo>
                    <a:pt y="0" x="2295200"/>
                  </a:lnTo>
                  <a:lnTo>
                    <a:pt y="1080568" x="2295200"/>
                  </a:lnTo>
                  <a:lnTo>
                    <a:pt y="1080568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t" rIns="38100" lIns="38100" tIns="38100" bIns="38100" rtlCol="0"/>
            <a:lstStyle/>
            <a:p>
              <a:pPr algn="l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707070"/>
                  </a:solidFill>
                  <a:latin typeface="Calibri"/>
                  <a:ea typeface="Calibri"/>
                  <a:cs typeface="Calibri"/>
                </a:rPr>
                <a:t>Lorem ipsum doler sit amet ,consectetuer adipiscing elit, sed diam nonummy nibh euismod tincidunt.Consectatucr adipiscing elit ,sed diam nonummy nibh euismod tincidunt.                                      </a:t>
              </a:r>
            </a:p>
          </p:txBody>
        </p:sp>
      </p:grpSp>
      <p:grpSp>
        <p:nvGrpSpPr>
          <p:cNvPr id="148" name=""/>
          <p:cNvGrpSpPr/>
          <p:nvPr/>
        </p:nvGrpSpPr>
        <p:grpSpPr>
          <a:xfrm>
            <a:off y="5149162" x="4283466"/>
            <a:ext cx="2476817" cy="1416366"/>
            <a:chOff y="5149162" x="4283466"/>
            <a:chExt cx="2476817" cy="1416366"/>
          </a:xfrm>
        </p:grpSpPr>
        <p:sp>
          <p:nvSpPr>
            <p:cNvPr id="130" name="Rectangle"/>
            <p:cNvSpPr/>
            <p:nvPr/>
          </p:nvSpPr>
          <p:spPr>
            <a:xfrm>
              <a:off y="5149162" x="4283466"/>
              <a:ext cx="2153665" cy="385527"/>
            </a:xfrm>
            <a:custGeom>
              <a:avLst/>
              <a:gdLst/>
              <a:ahLst/>
              <a:cxnLst/>
              <a:rect l="l" b="b" r="r" t="t"/>
              <a:pathLst>
                <a:path stroke="false" w="2153665" h="385527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  <a:path w="2153665" h="385527" fill="none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ctr" rIns="38100" lIns="38100" tIns="38100" bIns="38100" rtlCol="0"/>
            <a:lstStyle/>
            <a:p>
              <a:pPr algn="ctr"/>
              <a:r>
                <a:rPr dirty="0" b="1" sz="1520" lang="zh-CN" altLang="en-US">
                  <a:solidFill>
                    <a:srgbClr val="29A9E2"/>
                  </a:solidFill>
                  <a:latin typeface="Calibri"/>
                  <a:ea typeface="Calibri"/>
                  <a:cs typeface="Calibri"/>
                </a:rPr>
                <a:t>B. LOREM IPSUM</a:t>
              </a:r>
            </a:p>
          </p:txBody>
        </p:sp>
        <p:sp>
          <p:nvSpPr>
            <p:cNvPr id="134" name="Rectangle"/>
            <p:cNvSpPr/>
            <p:nvPr/>
          </p:nvSpPr>
          <p:spPr>
            <a:xfrm>
              <a:off y="5484960" x="4465083"/>
              <a:ext cx="2295200" cy="1080568"/>
            </a:xfrm>
            <a:custGeom>
              <a:avLst/>
              <a:gdLst/>
              <a:ahLst/>
              <a:cxnLst/>
              <a:rect l="l" b="b" r="r" t="t"/>
              <a:pathLst>
                <a:path stroke="false" w="2295200" h="1080568">
                  <a:moveTo>
                    <a:pt y="0" x="0"/>
                  </a:moveTo>
                  <a:lnTo>
                    <a:pt y="0" x="2295200"/>
                  </a:lnTo>
                  <a:lnTo>
                    <a:pt y="1080568" x="2295200"/>
                  </a:lnTo>
                  <a:lnTo>
                    <a:pt y="1080568" x="0"/>
                  </a:lnTo>
                  <a:lnTo>
                    <a:pt y="0" x="0"/>
                  </a:lnTo>
                  <a:close/>
                </a:path>
                <a:path w="2295200" h="1080568" fill="none">
                  <a:moveTo>
                    <a:pt y="0" x="0"/>
                  </a:moveTo>
                  <a:lnTo>
                    <a:pt y="0" x="2295200"/>
                  </a:lnTo>
                  <a:lnTo>
                    <a:pt y="1080568" x="2295200"/>
                  </a:lnTo>
                  <a:lnTo>
                    <a:pt y="1080568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t" rIns="38100" lIns="38100" tIns="38100" bIns="38100" rtlCol="0"/>
            <a:lstStyle/>
            <a:p>
              <a:pPr algn="l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707070"/>
                  </a:solidFill>
                  <a:latin typeface="Calibri"/>
                  <a:ea typeface="Calibri"/>
                  <a:cs typeface="Calibri"/>
                </a:rPr>
                <a:t>Lorem ipsum doler sit amet ,consectetuer adipiscing elit, sed diam nonummy nibh euismod tincidunt.Consectatucr adipiscing elit ,sed diam nonummy nibh euismod tincidunt.                                      </a:t>
              </a:r>
            </a:p>
          </p:txBody>
        </p:sp>
      </p:grpSp>
      <p:grpSp>
        <p:nvGrpSpPr>
          <p:cNvPr id="149" name=""/>
          <p:cNvGrpSpPr/>
          <p:nvPr/>
        </p:nvGrpSpPr>
        <p:grpSpPr>
          <a:xfrm>
            <a:off y="4232322" x="-119913"/>
            <a:ext cx="2822473" cy="1071947"/>
            <a:chOff y="4232322" x="-119913"/>
            <a:chExt cx="2822473" cy="1071947"/>
          </a:xfrm>
        </p:grpSpPr>
        <p:sp>
          <p:nvSpPr>
            <p:cNvPr id="129" name="Rectangle"/>
            <p:cNvSpPr/>
            <p:nvPr/>
          </p:nvSpPr>
          <p:spPr>
            <a:xfrm>
              <a:off y="4513868" x="64569"/>
              <a:ext cx="2637990" cy="790400"/>
            </a:xfrm>
            <a:custGeom>
              <a:avLst/>
              <a:gdLst/>
              <a:ahLst/>
              <a:cxnLst/>
              <a:rect l="l" b="b" r="r" t="t"/>
              <a:pathLst>
                <a:path stroke="false" w="2637990" h="790400">
                  <a:moveTo>
                    <a:pt y="0" x="0"/>
                  </a:moveTo>
                  <a:lnTo>
                    <a:pt y="0" x="2637990"/>
                  </a:lnTo>
                  <a:lnTo>
                    <a:pt y="790400" x="2637990"/>
                  </a:lnTo>
                  <a:lnTo>
                    <a:pt y="790400" x="0"/>
                  </a:lnTo>
                  <a:lnTo>
                    <a:pt y="0" x="0"/>
                  </a:lnTo>
                  <a:close/>
                </a:path>
                <a:path w="2637990" h="790400" fill="none">
                  <a:moveTo>
                    <a:pt y="0" x="0"/>
                  </a:moveTo>
                  <a:lnTo>
                    <a:pt y="0" x="2637990"/>
                  </a:lnTo>
                  <a:lnTo>
                    <a:pt y="790400" x="2637990"/>
                  </a:lnTo>
                  <a:lnTo>
                    <a:pt y="790400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t" rIns="38100" lIns="38100" tIns="38100" bIns="38100" rtlCol="0"/>
            <a:lstStyle/>
            <a:p>
              <a:pPr algn="l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868686"/>
                  </a:solidFill>
                  <a:latin typeface="Calibri"/>
                  <a:ea typeface="Calibri"/>
                  <a:cs typeface="Calibri"/>
                </a:rPr>
                <a:t>Lorem ipsum doler sit amet ,consectetuer adipiscing elit, sed diam nonummy nibh euismod tincidunt.Consectatucr adipiscing elit ,</a:t>
              </a:r>
            </a:p>
            <a:p>
              <a:pPr algn="l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868686"/>
                  </a:solidFill>
                  <a:latin typeface="Calibri"/>
                  <a:ea typeface="Calibri"/>
                  <a:cs typeface="Calibri"/>
                </a:rPr>
                <a:t>sed diam nonummy nibh euismod tincidunt.                                      </a:t>
              </a:r>
            </a:p>
          </p:txBody>
        </p:sp>
        <p:sp>
          <p:nvSpPr>
            <p:cNvPr id="133" name="Rectangle"/>
            <p:cNvSpPr/>
            <p:nvPr/>
          </p:nvSpPr>
          <p:spPr>
            <a:xfrm>
              <a:off y="4232322" x="-119913"/>
              <a:ext cx="2153665" cy="385527"/>
            </a:xfrm>
            <a:custGeom>
              <a:avLst/>
              <a:gdLst/>
              <a:ahLst/>
              <a:cxnLst/>
              <a:rect l="l" b="b" r="r" t="t"/>
              <a:pathLst>
                <a:path stroke="false" w="2153665" h="385527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  <a:path w="2153665" h="385527" fill="none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ctr" rIns="38100" lIns="38100" tIns="38100" bIns="38100" rtlCol="0"/>
            <a:lstStyle/>
            <a:p>
              <a:pPr algn="ctr"/>
              <a:r>
                <a:rPr dirty="0" b="1" sz="1520" lang="zh-CN" altLang="en-US">
                  <a:solidFill>
                    <a:srgbClr val="F45033"/>
                  </a:solidFill>
                  <a:latin typeface="Calibri"/>
                  <a:ea typeface="Calibri"/>
                  <a:cs typeface="Calibri"/>
                </a:rPr>
                <a:t>A. LOREM IPSUM</a:t>
              </a:r>
            </a:p>
          </p:txBody>
        </p:sp>
      </p:grpSp>
      <p:grpSp>
        <p:nvGrpSpPr>
          <p:cNvPr id="150" name=""/>
          <p:cNvGrpSpPr/>
          <p:nvPr/>
        </p:nvGrpSpPr>
        <p:grpSpPr>
          <a:xfrm>
            <a:off y="2524396" x="1735285"/>
            <a:ext cx="2680125" cy="1112014"/>
            <a:chOff y="2524396" x="1735285"/>
            <a:chExt cx="2680125" cy="1112014"/>
          </a:xfrm>
        </p:grpSpPr>
        <p:sp>
          <p:nvSpPr>
            <p:cNvPr id="123" name="Rectangle"/>
            <p:cNvSpPr/>
            <p:nvPr/>
          </p:nvSpPr>
          <p:spPr>
            <a:xfrm>
              <a:off y="2524396" x="2261744"/>
              <a:ext cx="2153665" cy="385527"/>
            </a:xfrm>
            <a:custGeom>
              <a:avLst/>
              <a:gdLst/>
              <a:ahLst/>
              <a:cxnLst/>
              <a:rect l="l" b="b" r="r" t="t"/>
              <a:pathLst>
                <a:path stroke="false" w="2153665" h="385527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  <a:path w="2153665" h="385527" fill="none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ctr" rIns="38100" lIns="38100" tIns="38100" bIns="38100" rtlCol="0"/>
            <a:lstStyle/>
            <a:p>
              <a:pPr algn="ctr"/>
              <a:r>
                <a:rPr dirty="0" b="1" sz="1520" lang="zh-CN" altLang="en-US">
                  <a:solidFill>
                    <a:srgbClr val="8CC53D"/>
                  </a:solidFill>
                  <a:latin typeface="Calibri"/>
                  <a:ea typeface="Calibri"/>
                  <a:cs typeface="Calibri"/>
                </a:rPr>
                <a:t>C. LOREM IPSUM</a:t>
              </a:r>
            </a:p>
          </p:txBody>
        </p:sp>
        <p:sp>
          <p:nvSpPr>
            <p:cNvPr id="127" name="Rectangle"/>
            <p:cNvSpPr/>
            <p:nvPr/>
          </p:nvSpPr>
          <p:spPr>
            <a:xfrm>
              <a:off y="2846010" x="1735285"/>
              <a:ext cx="2609665" cy="790400"/>
            </a:xfrm>
            <a:custGeom>
              <a:avLst/>
              <a:gdLst/>
              <a:ahLst/>
              <a:cxnLst/>
              <a:rect l="l" b="b" r="r" t="t"/>
              <a:pathLst>
                <a:path stroke="false" w="2609665" h="790400">
                  <a:moveTo>
                    <a:pt y="0" x="0"/>
                  </a:moveTo>
                  <a:lnTo>
                    <a:pt y="0" x="2609665"/>
                  </a:lnTo>
                  <a:lnTo>
                    <a:pt y="790400" x="2609665"/>
                  </a:lnTo>
                  <a:lnTo>
                    <a:pt y="790400" x="0"/>
                  </a:lnTo>
                  <a:lnTo>
                    <a:pt y="0" x="0"/>
                  </a:lnTo>
                  <a:close/>
                </a:path>
                <a:path w="2609665" h="790400" fill="none">
                  <a:moveTo>
                    <a:pt y="0" x="0"/>
                  </a:moveTo>
                  <a:lnTo>
                    <a:pt y="0" x="2609665"/>
                  </a:lnTo>
                  <a:lnTo>
                    <a:pt y="790400" x="2609665"/>
                  </a:lnTo>
                  <a:lnTo>
                    <a:pt y="790400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t" rIns="38100" lIns="38100" tIns="38100" bIns="38100" rtlCol="0"/>
            <a:lstStyle/>
            <a:p>
              <a:pPr algn="r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868686"/>
                  </a:solidFill>
                  <a:latin typeface="Calibri"/>
                  <a:ea typeface="Calibri"/>
                  <a:cs typeface="Calibri"/>
                </a:rPr>
                <a:t>Lorem ipsum doler sit amet ,consectetuer adipiscing elit, sed diam nonummy nibh euismod tincidunt.Consectatucr adipiscing elit,</a:t>
              </a:r>
            </a:p>
            <a:p>
              <a:pPr algn="r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868686"/>
                  </a:solidFill>
                  <a:latin typeface="Calibri"/>
                  <a:ea typeface="Calibri"/>
                  <a:cs typeface="Calibri"/>
                </a:rPr>
                <a:t>sed diam nonummy nibh euismod tincidunt.                                      </a:t>
              </a:r>
            </a:p>
          </p:txBody>
        </p:sp>
      </p:grpSp>
      <p:grpSp>
        <p:nvGrpSpPr>
          <p:cNvPr id="151" name=""/>
          <p:cNvGrpSpPr/>
          <p:nvPr/>
        </p:nvGrpSpPr>
        <p:grpSpPr>
          <a:xfrm>
            <a:off y="1388893" x="-425289"/>
            <a:ext cx="3197031" cy="1030151"/>
            <a:chOff y="1388893" x="-425289"/>
            <a:chExt cx="3197031" cy="1030151"/>
          </a:xfrm>
        </p:grpSpPr>
        <p:sp>
          <p:nvSpPr>
            <p:cNvPr id="120" name="Rectangle"/>
            <p:cNvSpPr/>
            <p:nvPr/>
          </p:nvSpPr>
          <p:spPr>
            <a:xfrm>
              <a:off y="1388893" x="-425289"/>
              <a:ext cx="2147441" cy="373437"/>
            </a:xfrm>
            <a:custGeom>
              <a:avLst/>
              <a:gdLst/>
              <a:ahLst/>
              <a:cxnLst/>
              <a:rect l="l" b="b" r="r" t="t"/>
              <a:pathLst>
                <a:path stroke="false" w="2147441" h="373437">
                  <a:moveTo>
                    <a:pt y="0" x="0"/>
                  </a:moveTo>
                  <a:lnTo>
                    <a:pt y="0" x="2147441"/>
                  </a:lnTo>
                  <a:lnTo>
                    <a:pt y="373437" x="2147441"/>
                  </a:lnTo>
                  <a:lnTo>
                    <a:pt y="373437" x="0"/>
                  </a:lnTo>
                  <a:lnTo>
                    <a:pt y="0" x="0"/>
                  </a:lnTo>
                  <a:close/>
                </a:path>
                <a:path w="2147441" h="373437" fill="none">
                  <a:moveTo>
                    <a:pt y="0" x="0"/>
                  </a:moveTo>
                  <a:lnTo>
                    <a:pt y="0" x="2147441"/>
                  </a:lnTo>
                  <a:lnTo>
                    <a:pt y="373437" x="2147441"/>
                  </a:lnTo>
                  <a:lnTo>
                    <a:pt y="373437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ctr" rIns="38100" lIns="38100" tIns="38100" bIns="38100" rtlCol="0"/>
            <a:lstStyle/>
            <a:p>
              <a:pPr algn="ctr"/>
              <a:r>
                <a:rPr dirty="0" b="1" sz="1520" lang="zh-CN" altLang="en-US">
                  <a:solidFill>
                    <a:srgbClr val="191919"/>
                  </a:solidFill>
                  <a:latin typeface="Calibri"/>
                  <a:ea typeface="Calibri"/>
                  <a:cs typeface="Calibri"/>
                </a:rPr>
                <a:t>LOREM IPSUM</a:t>
              </a:r>
            </a:p>
          </p:txBody>
        </p:sp>
        <p:sp>
          <p:nvSpPr>
            <p:cNvPr id="121" name="Rectangle"/>
            <p:cNvSpPr/>
            <p:nvPr/>
          </p:nvSpPr>
          <p:spPr>
            <a:xfrm>
              <a:off y="1628644" x="-117048"/>
              <a:ext cx="2888790" cy="790400"/>
            </a:xfrm>
            <a:custGeom>
              <a:avLst/>
              <a:gdLst/>
              <a:ahLst/>
              <a:cxnLst/>
              <a:rect l="l" b="b" r="r" t="t"/>
              <a:pathLst>
                <a:path stroke="false" w="2888790" h="790400">
                  <a:moveTo>
                    <a:pt y="0" x="0"/>
                  </a:moveTo>
                  <a:lnTo>
                    <a:pt y="0" x="2888790"/>
                  </a:lnTo>
                  <a:lnTo>
                    <a:pt y="790400" x="2888790"/>
                  </a:lnTo>
                  <a:lnTo>
                    <a:pt y="790400" x="0"/>
                  </a:lnTo>
                  <a:lnTo>
                    <a:pt y="0" x="0"/>
                  </a:lnTo>
                  <a:close/>
                </a:path>
                <a:path w="2888790" h="790400" fill="none">
                  <a:moveTo>
                    <a:pt y="0" x="0"/>
                  </a:moveTo>
                  <a:lnTo>
                    <a:pt y="0" x="2888790"/>
                  </a:lnTo>
                  <a:lnTo>
                    <a:pt y="790400" x="2888790"/>
                  </a:lnTo>
                  <a:lnTo>
                    <a:pt y="790400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ctr" rIns="38100" lIns="38100" tIns="38100" bIns="38100" rtlCol="0"/>
            <a:lstStyle/>
            <a:p>
              <a:pPr algn="ctr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707070"/>
                  </a:solidFill>
                  <a:latin typeface="Calibri"/>
                  <a:ea typeface="Calibri"/>
                  <a:cs typeface="Calibri"/>
                </a:rPr>
                <a:t>Lorem ipsum doler sit amet ,consectetuer adipiscing elit, sed diam nonummy nibh euismod tincidunt.         </a:t>
              </a:r>
            </a:p>
            <a:p>
              <a:pPr algn="ctr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707070"/>
                  </a:solidFill>
                  <a:latin typeface="Calibri"/>
                  <a:ea typeface="Calibri"/>
                  <a:cs typeface="Calibri"/>
                </a:rPr>
                <a:t>Consectatucr adipiscing elit .                                        </a:t>
              </a:r>
            </a:p>
          </p:txBody>
        </p:sp>
      </p:grpSp>
      <p:grpSp>
        <p:nvGrpSpPr>
          <p:cNvPr id="152" name=""/>
          <p:cNvGrpSpPr/>
          <p:nvPr/>
        </p:nvGrpSpPr>
        <p:grpSpPr>
          <a:xfrm>
            <a:off y="79961" x="4389752"/>
            <a:ext cx="2670450" cy="1112366"/>
            <a:chOff y="79961" x="4389752"/>
            <a:chExt cx="2670450" cy="1112366"/>
          </a:xfrm>
        </p:grpSpPr>
        <p:sp>
          <p:nvSpPr>
            <p:cNvPr id="122" name="Rectangle"/>
            <p:cNvSpPr/>
            <p:nvPr/>
          </p:nvSpPr>
          <p:spPr>
            <a:xfrm>
              <a:off y="401927" x="4389752"/>
              <a:ext cx="2614522" cy="790400"/>
            </a:xfrm>
            <a:custGeom>
              <a:avLst/>
              <a:gdLst/>
              <a:ahLst/>
              <a:cxnLst/>
              <a:rect l="l" b="b" r="r" t="t"/>
              <a:pathLst>
                <a:path stroke="false" w="2614522" h="790400">
                  <a:moveTo>
                    <a:pt y="0" x="0"/>
                  </a:moveTo>
                  <a:lnTo>
                    <a:pt y="0" x="2614522"/>
                  </a:lnTo>
                  <a:lnTo>
                    <a:pt y="790400" x="2614522"/>
                  </a:lnTo>
                  <a:lnTo>
                    <a:pt y="790400" x="0"/>
                  </a:lnTo>
                  <a:lnTo>
                    <a:pt y="0" x="0"/>
                  </a:lnTo>
                  <a:close/>
                </a:path>
                <a:path w="2614522" h="790400" fill="none">
                  <a:moveTo>
                    <a:pt y="0" x="0"/>
                  </a:moveTo>
                  <a:lnTo>
                    <a:pt y="0" x="2614522"/>
                  </a:lnTo>
                  <a:lnTo>
                    <a:pt y="790400" x="2614522"/>
                  </a:lnTo>
                  <a:lnTo>
                    <a:pt y="790400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t" rIns="38100" lIns="38100" tIns="38100" bIns="38100" rtlCol="0"/>
            <a:lstStyle/>
            <a:p>
              <a:pPr algn="r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707070"/>
                  </a:solidFill>
                  <a:latin typeface="Calibri"/>
                  <a:ea typeface="Calibri"/>
                  <a:cs typeface="Calibri"/>
                </a:rPr>
                <a:t>Lorem ipsum doler sit amet ,consectetuer adipiscing elit, sed diam nonummy nibh euismod tincidunt.Consectatucr adipiscing elit ,</a:t>
              </a:r>
            </a:p>
            <a:p>
              <a:pPr algn="r">
                <a:lnSpc>
                  <a:spcPct val="120000"/>
                </a:lnSpc>
              </a:pPr>
              <a:r>
                <a:rPr dirty="0" sz="912" lang="zh-CN" altLang="en-US">
                  <a:solidFill>
                    <a:srgbClr val="707070"/>
                  </a:solidFill>
                  <a:latin typeface="Calibri"/>
                  <a:ea typeface="Calibri"/>
                  <a:cs typeface="Calibri"/>
                </a:rPr>
                <a:t>sed diam nonummy nibh euismod tincidunt.                                      </a:t>
              </a:r>
            </a:p>
          </p:txBody>
        </p:sp>
        <p:sp>
          <p:nvSpPr>
            <p:cNvPr id="126" name="Rectangle"/>
            <p:cNvSpPr/>
            <p:nvPr/>
          </p:nvSpPr>
          <p:spPr>
            <a:xfrm>
              <a:off y="79961" x="4906537"/>
              <a:ext cx="2153665" cy="385527"/>
            </a:xfrm>
            <a:custGeom>
              <a:avLst/>
              <a:gdLst/>
              <a:ahLst/>
              <a:cxnLst/>
              <a:rect l="l" b="b" r="r" t="t"/>
              <a:pathLst>
                <a:path stroke="false" w="2153665" h="385527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  <a:path w="2153665" h="385527" fill="none">
                  <a:moveTo>
                    <a:pt y="0" x="0"/>
                  </a:moveTo>
                  <a:lnTo>
                    <a:pt y="0" x="2153665"/>
                  </a:lnTo>
                  <a:lnTo>
                    <a:pt y="385527" x="2153665"/>
                  </a:lnTo>
                  <a:lnTo>
                    <a:pt y="385527" x="0"/>
                  </a:lnTo>
                  <a:lnTo>
                    <a:pt y="0" x="0"/>
                  </a:lnTo>
                  <a:close/>
                </a:path>
              </a:pathLst>
            </a:custGeom>
            <a:noFill/>
            <a:ln cap="flat" w="7600">
              <a:noFill/>
              <a:miter/>
            </a:ln>
          </p:spPr>
          <p:txBody>
            <a:bodyPr wrap="square" anchor="ctr" rIns="38100" lIns="38100" tIns="38100" bIns="38100" rtlCol="0"/>
            <a:lstStyle/>
            <a:p>
              <a:pPr algn="ctr"/>
              <a:r>
                <a:rPr dirty="0" b="1" sz="1520" lang="zh-CN" altLang="en-US">
                  <a:solidFill>
                    <a:srgbClr val="7030A0"/>
                  </a:solidFill>
                  <a:latin typeface="Calibri"/>
                  <a:ea typeface="Calibri"/>
                  <a:cs typeface="Calibri"/>
                </a:rPr>
                <a:t>E. LOREM IPSUM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1" name="頁-2"/>
        <p:cNvGrpSpPr/>
        <p:nvPr/>
      </p:nvGrpSpPr>
      <p:grpSpPr>
        <a:xfrm>
          <a:off y="0" x="0"/>
          <a:ext cx="0" cy="0"/>
          <a:chOff y="0" x="0"/>
          <a:chExt cx="0" cy="0"/>
        </a:xfrm>
      </p:grpSpPr>
      <p:sp>
        <p:nvSpPr>
          <p:cNvPr id="102" name="Rectangle"/>
          <p:cNvSpPr/>
          <p:nvPr/>
        </p:nvSpPr>
        <p:spPr>
          <a:xfrm>
            <a:off y="1401328" x="-22194"/>
            <a:ext cx="1368000" cy="433200"/>
          </a:xfrm>
          <a:custGeom>
            <a:avLst/>
            <a:gdLst>
              <a:gd fmla="*/ 0 w 1368000" name="connsiteX0"/>
              <a:gd fmla="*/ 216600 h 433200" name="connsiteY0"/>
              <a:gd fmla="*/ 684000 w 1368000" name="connsiteX1"/>
              <a:gd fmla="*/ 0 h 433200" name="connsiteY1"/>
              <a:gd fmla="*/ 1368000 w 1368000" name="connsiteX2"/>
              <a:gd fmla="*/ 216600 h 433200" name="connsiteY2"/>
              <a:gd fmla="*/ 684000 w 1368000" name="connsiteX3"/>
              <a:gd fmla="*/ 433200 h 433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368000" h="433200">
                <a:moveTo>
                  <a:pt y="0" x="0"/>
                </a:moveTo>
                <a:lnTo>
                  <a:pt y="0" x="1368000"/>
                </a:lnTo>
                <a:lnTo>
                  <a:pt y="433200" x="1368000"/>
                </a:lnTo>
                <a:lnTo>
                  <a:pt y="433200" x="0"/>
                </a:lnTo>
                <a:lnTo>
                  <a:pt y="0" x="0"/>
                </a:lnTo>
                <a:close/>
              </a:path>
              <a:path w="1368000" h="433200" fill="none">
                <a:moveTo>
                  <a:pt y="0" x="0"/>
                </a:moveTo>
                <a:lnTo>
                  <a:pt y="0" x="1368000"/>
                </a:lnTo>
                <a:lnTo>
                  <a:pt y="433200" x="1368000"/>
                </a:lnTo>
                <a:lnTo>
                  <a:pt y="433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Admin </a:t>
            </a:r>
          </a:p>
        </p:txBody>
      </p:sp>
      <p:sp>
        <p:nvSpPr>
          <p:cNvPr id="103" name="Ellipse"/>
          <p:cNvSpPr/>
          <p:nvPr/>
        </p:nvSpPr>
        <p:spPr>
          <a:xfrm>
            <a:off y="2552728" x="335006"/>
            <a:ext cx="866400" cy="866400"/>
          </a:xfrm>
          <a:custGeom>
            <a:avLst/>
            <a:gdLst>
              <a:gd fmla="*/ 0 w 866400" name="connsiteX0"/>
              <a:gd fmla="*/ 433200 h 866400" name="connsiteY0"/>
              <a:gd fmla="*/ 433200 w 866400" name="connsiteX1"/>
              <a:gd fmla="*/ 0 h 866400" name="connsiteY1"/>
              <a:gd fmla="*/ 866400 w 866400" name="connsiteX2"/>
              <a:gd fmla="*/ 433200 h 866400" name="connsiteY2"/>
              <a:gd fmla="*/ 433200 w 866400" name="connsiteX3"/>
              <a:gd fmla="*/ 866400 h 8664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866400" h="866400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  <a:path w="866400" h="866400" fill="none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Forgot Password</a:t>
            </a:r>
          </a:p>
        </p:txBody>
      </p:sp>
      <p:sp>
        <p:nvSpPr>
          <p:cNvPr id="104" name="Ellipse"/>
          <p:cNvSpPr/>
          <p:nvPr/>
        </p:nvSpPr>
        <p:spPr>
          <a:xfrm>
            <a:off y="4087928" x="335006"/>
            <a:ext cx="866400" cy="866400"/>
          </a:xfrm>
          <a:custGeom>
            <a:avLst/>
            <a:gdLst>
              <a:gd fmla="*/ 0 w 866400" name="connsiteX0"/>
              <a:gd fmla="*/ 433200 h 866400" name="connsiteY0"/>
              <a:gd fmla="*/ 433200 w 866400" name="connsiteX1"/>
              <a:gd fmla="*/ 0 h 866400" name="connsiteY1"/>
              <a:gd fmla="*/ 866400 w 866400" name="connsiteX2"/>
              <a:gd fmla="*/ 433200 h 866400" name="connsiteY2"/>
              <a:gd fmla="*/ 433200 w 866400" name="connsiteX3"/>
              <a:gd fmla="*/ 866400 h 8664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866400" h="866400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  <a:path w="866400" h="866400" fill="none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Send Email to User</a:t>
            </a:r>
          </a:p>
        </p:txBody>
      </p:sp>
      <p:sp>
        <p:nvSpPr>
          <p:cNvPr id="105" name="Ellipse"/>
          <p:cNvSpPr/>
          <p:nvPr/>
        </p:nvSpPr>
        <p:spPr>
          <a:xfrm>
            <a:off y="1184728" x="2092582"/>
            <a:ext cx="866400" cy="866400"/>
          </a:xfrm>
          <a:custGeom>
            <a:avLst/>
            <a:gdLst>
              <a:gd fmla="*/ 0 w 866400" name="connsiteX0"/>
              <a:gd fmla="*/ 433200 h 866400" name="connsiteY0"/>
              <a:gd fmla="*/ 433200 w 866400" name="connsiteX1"/>
              <a:gd fmla="*/ 0 h 866400" name="connsiteY1"/>
              <a:gd fmla="*/ 866400 w 866400" name="connsiteX2"/>
              <a:gd fmla="*/ 433200 h 866400" name="connsiteY2"/>
              <a:gd fmla="*/ 433200 w 866400" name="connsiteX3"/>
              <a:gd fmla="*/ 866400 h 8664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866400" h="866400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  <a:path w="866400" h="866400" fill="none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Login to System</a:t>
            </a:r>
          </a:p>
        </p:txBody>
      </p:sp>
      <p:sp>
        <p:nvSpPr>
          <p:cNvPr id="106" name="Ellipse"/>
          <p:cNvSpPr/>
          <p:nvPr/>
        </p:nvSpPr>
        <p:spPr>
          <a:xfrm>
            <a:off y="2552731" x="2039378"/>
            <a:ext cx="982672" cy="982672"/>
          </a:xfrm>
          <a:custGeom>
            <a:avLst/>
            <a:gdLst>
              <a:gd fmla="*/ 0 w 982672" name="connsiteX0"/>
              <a:gd fmla="*/ 491336 h 982672" name="connsiteY0"/>
              <a:gd fmla="*/ 491336 w 982672" name="connsiteX1"/>
              <a:gd fmla="*/ 0 h 982672" name="connsiteY1"/>
              <a:gd fmla="*/ 982672 w 982672" name="connsiteX2"/>
              <a:gd fmla="*/ 491336 h 982672" name="connsiteY2"/>
              <a:gd fmla="*/ 491336 w 982672" name="connsiteX3"/>
              <a:gd fmla="*/ 982672 h 982672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982672" h="982672">
                <a:moveTo>
                  <a:pt y="491336" x="0"/>
                </a:moveTo>
                <a:cubicBezTo>
                  <a:pt y="219979" x="0"/>
                  <a:pt y="0" x="219979"/>
                  <a:pt y="0" x="491336"/>
                </a:cubicBezTo>
                <a:cubicBezTo>
                  <a:pt y="0" x="762690"/>
                  <a:pt y="219979" x="982672"/>
                  <a:pt y="491336" x="982672"/>
                </a:cubicBezTo>
                <a:cubicBezTo>
                  <a:pt y="762690" x="982672"/>
                  <a:pt y="982672" x="762690"/>
                  <a:pt y="982672" x="491336"/>
                </a:cubicBezTo>
                <a:cubicBezTo>
                  <a:pt y="982672" x="219979"/>
                  <a:pt y="762690" x="0"/>
                  <a:pt y="491336" x="0"/>
                </a:cubicBezTo>
                <a:close/>
              </a:path>
              <a:path w="982672" h="982672" fill="none">
                <a:moveTo>
                  <a:pt y="491336" x="0"/>
                </a:moveTo>
                <a:cubicBezTo>
                  <a:pt y="219979" x="0"/>
                  <a:pt y="0" x="219979"/>
                  <a:pt y="0" x="491336"/>
                </a:cubicBezTo>
                <a:cubicBezTo>
                  <a:pt y="0" x="762690"/>
                  <a:pt y="219979" x="982672"/>
                  <a:pt y="491336" x="982672"/>
                </a:cubicBezTo>
                <a:cubicBezTo>
                  <a:pt y="762690" x="982672"/>
                  <a:pt y="982672" x="762690"/>
                  <a:pt y="982672" x="491336"/>
                </a:cubicBezTo>
                <a:cubicBezTo>
                  <a:pt y="982672" x="219979"/>
                  <a:pt y="762690" x="0"/>
                  <a:pt y="491336" x="0"/>
                </a:cubicBez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Check  Credentials</a:t>
            </a:r>
          </a:p>
        </p:txBody>
      </p:sp>
      <p:sp>
        <p:nvSpPr>
          <p:cNvPr id="107" name="Ellipse"/>
          <p:cNvSpPr/>
          <p:nvPr/>
        </p:nvSpPr>
        <p:spPr>
          <a:xfrm>
            <a:off y="1184728" x="3633406"/>
            <a:ext cx="866400" cy="866400"/>
          </a:xfrm>
          <a:custGeom>
            <a:avLst/>
            <a:gdLst>
              <a:gd fmla="*/ 0 w 866400" name="connsiteX0"/>
              <a:gd fmla="*/ 433200 h 866400" name="connsiteY0"/>
              <a:gd fmla="*/ 433200 w 866400" name="connsiteX1"/>
              <a:gd fmla="*/ 0 h 866400" name="connsiteY1"/>
              <a:gd fmla="*/ 866400 w 866400" name="connsiteX2"/>
              <a:gd fmla="*/ 433200 h 866400" name="connsiteY2"/>
              <a:gd fmla="*/ 433200 w 866400" name="connsiteX3"/>
              <a:gd fmla="*/ 866400 h 8664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866400" h="866400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  <a:path w="866400" h="866400" fill="none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Check Roles of Access</a:t>
            </a:r>
          </a:p>
        </p:txBody>
      </p:sp>
      <p:sp>
        <p:nvSpPr>
          <p:cNvPr id="108" name="Ellipse"/>
          <p:cNvSpPr/>
          <p:nvPr/>
        </p:nvSpPr>
        <p:spPr>
          <a:xfrm>
            <a:off y="2552728" x="3633406"/>
            <a:ext cx="866400" cy="866400"/>
          </a:xfrm>
          <a:custGeom>
            <a:avLst/>
            <a:gdLst>
              <a:gd fmla="*/ 0 w 866400" name="connsiteX0"/>
              <a:gd fmla="*/ 433200 h 866400" name="connsiteY0"/>
              <a:gd fmla="*/ 433200 w 866400" name="connsiteX1"/>
              <a:gd fmla="*/ 0 h 866400" name="connsiteY1"/>
              <a:gd fmla="*/ 866400 w 866400" name="connsiteX2"/>
              <a:gd fmla="*/ 433200 h 866400" name="connsiteY2"/>
              <a:gd fmla="*/ 433200 w 866400" name="connsiteX3"/>
              <a:gd fmla="*/ 866400 h 8664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866400" h="866400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  <a:path w="866400" h="866400" fill="none">
                <a:moveTo>
                  <a:pt y="433200" x="0"/>
                </a:moveTo>
                <a:cubicBezTo>
                  <a:pt y="193950" x="0"/>
                  <a:pt y="0" x="193950"/>
                  <a:pt y="0" x="433200"/>
                </a:cubicBezTo>
                <a:cubicBezTo>
                  <a:pt y="0" x="672450"/>
                  <a:pt y="193950" x="866400"/>
                  <a:pt y="433200" x="866400"/>
                </a:cubicBezTo>
                <a:cubicBezTo>
                  <a:pt y="672450" x="866400"/>
                  <a:pt y="866400" x="672450"/>
                  <a:pt y="866400" x="433200"/>
                </a:cubicBezTo>
                <a:cubicBezTo>
                  <a:pt y="866400" x="193950"/>
                  <a:pt y="672450" x="0"/>
                  <a:pt y="433200" x="0"/>
                </a:cubicBez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Modules</a:t>
            </a:r>
          </a:p>
        </p:txBody>
      </p:sp>
      <p:sp>
        <p:nvSpPr>
          <p:cNvPr id="109" name="Rectangle"/>
          <p:cNvSpPr/>
          <p:nvPr/>
        </p:nvSpPr>
        <p:spPr>
          <a:xfrm>
            <a:off y="5224128" x="-60194"/>
            <a:ext cx="1725200" cy="471200"/>
          </a:xfrm>
          <a:custGeom>
            <a:avLst/>
            <a:gdLst>
              <a:gd fmla="*/ 0 w 1725200" name="connsiteX0"/>
              <a:gd fmla="*/ 235600 h 471200" name="connsiteY0"/>
              <a:gd fmla="*/ 862600 w 1725200" name="connsiteX1"/>
              <a:gd fmla="*/ 0 h 471200" name="connsiteY1"/>
              <a:gd fmla="*/ 1725200 w 1725200" name="connsiteX2"/>
              <a:gd fmla="*/ 235600 h 471200" name="connsiteY2"/>
              <a:gd fmla="*/ 862600 w 1725200" name="connsiteX3"/>
              <a:gd fmla="*/ 471200 h 471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471200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  <a:path w="1725200" h="471200" fill="none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System Admins</a:t>
            </a:r>
          </a:p>
        </p:txBody>
      </p:sp>
      <p:sp>
        <p:nvSpPr>
          <p:cNvPr id="110" name="Rectangle"/>
          <p:cNvSpPr/>
          <p:nvPr/>
        </p:nvSpPr>
        <p:spPr>
          <a:xfrm>
            <a:off y="5224128" x="1915806"/>
            <a:ext cx="1725200" cy="471200"/>
          </a:xfrm>
          <a:custGeom>
            <a:avLst/>
            <a:gdLst>
              <a:gd fmla="*/ 0 w 1725200" name="connsiteX0"/>
              <a:gd fmla="*/ 235600 h 471200" name="connsiteY0"/>
              <a:gd fmla="*/ 862600 w 1725200" name="connsiteX1"/>
              <a:gd fmla="*/ 0 h 471200" name="connsiteY1"/>
              <a:gd fmla="*/ 1725200 w 1725200" name="connsiteX2"/>
              <a:gd fmla="*/ 235600 h 471200" name="connsiteY2"/>
              <a:gd fmla="*/ 862600 w 1725200" name="connsiteX3"/>
              <a:gd fmla="*/ 471200 h 471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471200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  <a:path w="1725200" h="471200" fill="none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Roles of User</a:t>
            </a:r>
          </a:p>
        </p:txBody>
      </p:sp>
      <p:sp>
        <p:nvSpPr>
          <p:cNvPr id="111" name="Rectangle"/>
          <p:cNvSpPr/>
          <p:nvPr/>
        </p:nvSpPr>
        <p:spPr>
          <a:xfrm>
            <a:off y="5224128" x="3785406"/>
            <a:ext cx="1725200" cy="471200"/>
          </a:xfrm>
          <a:custGeom>
            <a:avLst/>
            <a:gdLst>
              <a:gd fmla="*/ 0 w 1725200" name="connsiteX0"/>
              <a:gd fmla="*/ 235600 h 471200" name="connsiteY0"/>
              <a:gd fmla="*/ 862600 w 1725200" name="connsiteX1"/>
              <a:gd fmla="*/ 0 h 471200" name="connsiteY1"/>
              <a:gd fmla="*/ 1725200 w 1725200" name="connsiteX2"/>
              <a:gd fmla="*/ 235600 h 471200" name="connsiteY2"/>
              <a:gd fmla="*/ 862600 w 1725200" name="connsiteX3"/>
              <a:gd fmla="*/ 471200 h 471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471200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  <a:path w="1725200" h="471200" fill="none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User Permission</a:t>
            </a:r>
          </a:p>
        </p:txBody>
      </p:sp>
      <p:sp>
        <p:nvSpPr>
          <p:cNvPr id="112" name="Rectangle"/>
          <p:cNvSpPr/>
          <p:nvPr/>
        </p:nvSpPr>
        <p:spPr>
          <a:xfrm>
            <a:off y="1203728" x="5647406"/>
            <a:ext cx="1725200" cy="471200"/>
          </a:xfrm>
          <a:custGeom>
            <a:avLst/>
            <a:gdLst>
              <a:gd fmla="*/ 0 w 1725200" name="connsiteX0"/>
              <a:gd fmla="*/ 235600 h 471200" name="connsiteY0"/>
              <a:gd fmla="*/ 862600 w 1725200" name="connsiteX1"/>
              <a:gd fmla="*/ 0 h 471200" name="connsiteY1"/>
              <a:gd fmla="*/ 1725200 w 1725200" name="connsiteX2"/>
              <a:gd fmla="*/ 235600 h 471200" name="connsiteY2"/>
              <a:gd fmla="*/ 862600 w 1725200" name="connsiteX3"/>
              <a:gd fmla="*/ 471200 h 471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471200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  <a:path w="1725200" h="471200" fill="none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Timetable Details</a:t>
            </a:r>
          </a:p>
        </p:txBody>
      </p:sp>
      <p:sp>
        <p:nvSpPr>
          <p:cNvPr id="113" name="Rectangle"/>
          <p:cNvSpPr/>
          <p:nvPr/>
        </p:nvSpPr>
        <p:spPr>
          <a:xfrm>
            <a:off y="1773728" x="5647406"/>
            <a:ext cx="1725200" cy="471200"/>
          </a:xfrm>
          <a:custGeom>
            <a:avLst/>
            <a:gdLst>
              <a:gd fmla="*/ 0 w 1725200" name="connsiteX0"/>
              <a:gd fmla="*/ 235600 h 471200" name="connsiteY0"/>
              <a:gd fmla="*/ 862600 w 1725200" name="connsiteX1"/>
              <a:gd fmla="*/ 0 h 471200" name="connsiteY1"/>
              <a:gd fmla="*/ 1725200 w 1725200" name="connsiteX2"/>
              <a:gd fmla="*/ 235600 h 471200" name="connsiteY2"/>
              <a:gd fmla="*/ 862600 w 1725200" name="connsiteX3"/>
              <a:gd fmla="*/ 471200 h 471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471200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  <a:path w="1725200" h="471200" fill="none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Attendence Details </a:t>
            </a:r>
          </a:p>
        </p:txBody>
      </p:sp>
      <p:sp>
        <p:nvSpPr>
          <p:cNvPr id="114" name="Rectangle"/>
          <p:cNvSpPr/>
          <p:nvPr/>
        </p:nvSpPr>
        <p:spPr>
          <a:xfrm>
            <a:off y="2400728" x="5647406"/>
            <a:ext cx="1725200" cy="357200"/>
          </a:xfrm>
          <a:custGeom>
            <a:avLst/>
            <a:gdLst>
              <a:gd fmla="*/ 0 w 1725200" name="connsiteX0"/>
              <a:gd fmla="*/ 178600 h 357200" name="connsiteY0"/>
              <a:gd fmla="*/ 862600 w 1725200" name="connsiteX1"/>
              <a:gd fmla="*/ 0 h 357200" name="connsiteY1"/>
              <a:gd fmla="*/ 1725200 w 1725200" name="connsiteX2"/>
              <a:gd fmla="*/ 178600 h 357200" name="connsiteY2"/>
              <a:gd fmla="*/ 862600 w 1725200" name="connsiteX3"/>
              <a:gd fmla="*/ 357200 h 357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357200">
                <a:moveTo>
                  <a:pt y="0" x="0"/>
                </a:moveTo>
                <a:lnTo>
                  <a:pt y="0" x="1725200"/>
                </a:lnTo>
                <a:lnTo>
                  <a:pt y="357200" x="1725200"/>
                </a:lnTo>
                <a:lnTo>
                  <a:pt y="357200" x="0"/>
                </a:lnTo>
                <a:lnTo>
                  <a:pt y="0" x="0"/>
                </a:lnTo>
                <a:close/>
              </a:path>
              <a:path w="1725200" h="357200" fill="none">
                <a:moveTo>
                  <a:pt y="0" x="0"/>
                </a:moveTo>
                <a:lnTo>
                  <a:pt y="0" x="1725200"/>
                </a:lnTo>
                <a:lnTo>
                  <a:pt y="357200" x="1725200"/>
                </a:lnTo>
                <a:lnTo>
                  <a:pt y="357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Class Details</a:t>
            </a:r>
          </a:p>
        </p:txBody>
      </p:sp>
      <p:sp>
        <p:nvSpPr>
          <p:cNvPr id="115" name="Rectangle"/>
          <p:cNvSpPr/>
          <p:nvPr/>
        </p:nvSpPr>
        <p:spPr>
          <a:xfrm>
            <a:off y="2913728" x="5647406"/>
            <a:ext cx="1725200" cy="471200"/>
          </a:xfrm>
          <a:custGeom>
            <a:avLst/>
            <a:gdLst>
              <a:gd fmla="*/ 0 w 1725200" name="connsiteX0"/>
              <a:gd fmla="*/ 235600 h 471200" name="connsiteY0"/>
              <a:gd fmla="*/ 862600 w 1725200" name="connsiteX1"/>
              <a:gd fmla="*/ 0 h 471200" name="connsiteY1"/>
              <a:gd fmla="*/ 1725200 w 1725200" name="connsiteX2"/>
              <a:gd fmla="*/ 235600 h 471200" name="connsiteY2"/>
              <a:gd fmla="*/ 862600 w 1725200" name="connsiteX3"/>
              <a:gd fmla="*/ 471200 h 471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471200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  <a:path w="1725200" h="471200" fill="none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Student Details </a:t>
            </a:r>
          </a:p>
        </p:txBody>
      </p:sp>
      <p:sp>
        <p:nvSpPr>
          <p:cNvPr id="116" name="Rectangle"/>
          <p:cNvSpPr/>
          <p:nvPr/>
        </p:nvSpPr>
        <p:spPr>
          <a:xfrm>
            <a:off y="3540728" x="5647406"/>
            <a:ext cx="1725200" cy="357200"/>
          </a:xfrm>
          <a:custGeom>
            <a:avLst/>
            <a:gdLst>
              <a:gd fmla="*/ 0 w 1725200" name="connsiteX0"/>
              <a:gd fmla="*/ 178600 h 357200" name="connsiteY0"/>
              <a:gd fmla="*/ 862600 w 1725200" name="connsiteX1"/>
              <a:gd fmla="*/ 0 h 357200" name="connsiteY1"/>
              <a:gd fmla="*/ 1725200 w 1725200" name="connsiteX2"/>
              <a:gd fmla="*/ 178600 h 357200" name="connsiteY2"/>
              <a:gd fmla="*/ 862600 w 1725200" name="connsiteX3"/>
              <a:gd fmla="*/ 357200 h 357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357200">
                <a:moveTo>
                  <a:pt y="0" x="0"/>
                </a:moveTo>
                <a:lnTo>
                  <a:pt y="0" x="1725200"/>
                </a:lnTo>
                <a:lnTo>
                  <a:pt y="357200" x="1725200"/>
                </a:lnTo>
                <a:lnTo>
                  <a:pt y="357200" x="0"/>
                </a:lnTo>
                <a:lnTo>
                  <a:pt y="0" x="0"/>
                </a:lnTo>
                <a:close/>
              </a:path>
              <a:path w="1725200" h="357200" fill="none">
                <a:moveTo>
                  <a:pt y="0" x="0"/>
                </a:moveTo>
                <a:lnTo>
                  <a:pt y="0" x="1725200"/>
                </a:lnTo>
                <a:lnTo>
                  <a:pt y="357200" x="1725200"/>
                </a:lnTo>
                <a:lnTo>
                  <a:pt y="357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Fees Details</a:t>
            </a:r>
          </a:p>
        </p:txBody>
      </p:sp>
      <p:sp>
        <p:nvSpPr>
          <p:cNvPr id="117" name="Rectangle"/>
          <p:cNvSpPr/>
          <p:nvPr/>
        </p:nvSpPr>
        <p:spPr>
          <a:xfrm>
            <a:off y="4065128" x="5647406"/>
            <a:ext cx="1725200" cy="471200"/>
          </a:xfrm>
          <a:custGeom>
            <a:avLst/>
            <a:gdLst>
              <a:gd fmla="*/ 0 w 1725200" name="connsiteX0"/>
              <a:gd fmla="*/ 235600 h 471200" name="connsiteY0"/>
              <a:gd fmla="*/ 862600 w 1725200" name="connsiteX1"/>
              <a:gd fmla="*/ 0 h 471200" name="connsiteY1"/>
              <a:gd fmla="*/ 1725200 w 1725200" name="connsiteX2"/>
              <a:gd fmla="*/ 235600 h 471200" name="connsiteY2"/>
              <a:gd fmla="*/ 862600 w 1725200" name="connsiteX3"/>
              <a:gd fmla="*/ 471200 h 471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471200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  <a:path w="1725200" h="471200" fill="none">
                <a:moveTo>
                  <a:pt y="0" x="0"/>
                </a:moveTo>
                <a:lnTo>
                  <a:pt y="0" x="1725200"/>
                </a:lnTo>
                <a:lnTo>
                  <a:pt y="471200" x="1725200"/>
                </a:lnTo>
                <a:lnTo>
                  <a:pt y="471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Teacher Profiles </a:t>
            </a:r>
          </a:p>
        </p:txBody>
      </p:sp>
      <p:sp>
        <p:nvSpPr>
          <p:cNvPr id="118" name="Rectangle"/>
          <p:cNvSpPr/>
          <p:nvPr/>
        </p:nvSpPr>
        <p:spPr>
          <a:xfrm>
            <a:off y="4703528" x="5647406"/>
            <a:ext cx="1725200" cy="357200"/>
          </a:xfrm>
          <a:custGeom>
            <a:avLst/>
            <a:gdLst>
              <a:gd fmla="*/ 0 w 1725200" name="connsiteX0"/>
              <a:gd fmla="*/ 178600 h 357200" name="connsiteY0"/>
              <a:gd fmla="*/ 862600 w 1725200" name="connsiteX1"/>
              <a:gd fmla="*/ 0 h 357200" name="connsiteY1"/>
              <a:gd fmla="*/ 1725200 w 1725200" name="connsiteX2"/>
              <a:gd fmla="*/ 178600 h 357200" name="connsiteY2"/>
              <a:gd fmla="*/ 862600 w 1725200" name="connsiteX3"/>
              <a:gd fmla="*/ 357200 h 3572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1725200" h="357200">
                <a:moveTo>
                  <a:pt y="0" x="0"/>
                </a:moveTo>
                <a:lnTo>
                  <a:pt y="0" x="1725200"/>
                </a:lnTo>
                <a:lnTo>
                  <a:pt y="357200" x="1725200"/>
                </a:lnTo>
                <a:lnTo>
                  <a:pt y="357200" x="0"/>
                </a:lnTo>
                <a:lnTo>
                  <a:pt y="0" x="0"/>
                </a:lnTo>
                <a:close/>
              </a:path>
              <a:path w="1725200" h="357200" fill="none">
                <a:moveTo>
                  <a:pt y="0" x="0"/>
                </a:moveTo>
                <a:lnTo>
                  <a:pt y="0" x="1725200"/>
                </a:lnTo>
                <a:lnTo>
                  <a:pt y="357200" x="1725200"/>
                </a:lnTo>
                <a:lnTo>
                  <a:pt y="3572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sz="1064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Manage Report</a:t>
            </a:r>
          </a:p>
        </p:txBody>
      </p:sp>
      <p:sp>
        <p:nvSpPr>
          <p:cNvPr id="119" name="Rectangle"/>
          <p:cNvSpPr/>
          <p:nvPr/>
        </p:nvSpPr>
        <p:spPr>
          <a:xfrm>
            <a:off y="237000" x="1068406"/>
            <a:ext cx="5168000" cy="577600"/>
          </a:xfrm>
          <a:custGeom>
            <a:avLst/>
            <a:gdLst>
              <a:gd fmla="*/ 0 w 5168000" name="connsiteX0"/>
              <a:gd fmla="*/ 288800 h 577600" name="connsiteY0"/>
              <a:gd fmla="*/ 2584000 w 5168000" name="connsiteX1"/>
              <a:gd fmla="*/ 0 h 577600" name="connsiteY1"/>
              <a:gd fmla="*/ 5168000 w 5168000" name="connsiteX2"/>
              <a:gd fmla="*/ 288800 h 577600" name="connsiteY2"/>
              <a:gd fmla="*/ 2584000 w 5168000" name="connsiteX3"/>
              <a:gd fmla="*/ 577600 h 577600" name="connsiteY3"/>
            </a:gdLst>
            <a:ahLst/>
            <a:cxnLst>
              <a:cxn ang="0">
                <a:pos y="connsiteY0" x="connsiteX0"/>
              </a:cxn>
              <a:cxn ang="0">
                <a:pos y="connsiteY1" x="connsiteX1"/>
              </a:cxn>
              <a:cxn ang="0">
                <a:pos y="connsiteY2" x="connsiteX2"/>
              </a:cxn>
              <a:cxn ang="0">
                <a:pos y="connsiteY3" x="connsiteX3"/>
              </a:cxn>
            </a:cxnLst>
            <a:rect l="l" b="b" r="r" t="t"/>
            <a:pathLst>
              <a:path stroke="false" w="5168000" h="577600">
                <a:moveTo>
                  <a:pt y="0" x="0"/>
                </a:moveTo>
                <a:lnTo>
                  <a:pt y="0" x="5168000"/>
                </a:lnTo>
                <a:lnTo>
                  <a:pt y="577600" x="5168000"/>
                </a:lnTo>
                <a:lnTo>
                  <a:pt y="577600" x="0"/>
                </a:lnTo>
                <a:lnTo>
                  <a:pt y="0" x="0"/>
                </a:lnTo>
                <a:close/>
              </a:path>
              <a:path w="5168000" h="577600" fill="none">
                <a:moveTo>
                  <a:pt y="0" x="0"/>
                </a:moveTo>
                <a:lnTo>
                  <a:pt y="0" x="5168000"/>
                </a:lnTo>
                <a:lnTo>
                  <a:pt y="577600" x="5168000"/>
                </a:lnTo>
                <a:lnTo>
                  <a:pt y="577600" x="0"/>
                </a:lnTo>
                <a:lnTo>
                  <a:pt y="0" x="0"/>
                </a:lnTo>
                <a:close/>
              </a:path>
            </a:pathLst>
          </a:custGeom>
          <a:solidFill>
            <a:srgbClr val="F4996B"/>
          </a:solidFill>
          <a:ln cap="flat" w="22800">
            <a:solidFill>
              <a:srgbClr val="FFFFFF"/>
            </a:solidFill>
            <a:miter/>
          </a:ln>
        </p:spPr>
        <p:txBody>
          <a:bodyPr wrap="square" anchor="ctr" rIns="38100" lIns="38100" tIns="38100" bIns="38100" rtlCol="0"/>
          <a:lstStyle/>
          <a:p>
            <a:pPr algn="ctr"/>
            <a:r>
              <a:rPr dirty="0" b="1" sz="1292" lang="zh-CN" altLang="en-US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Second Level DFD- Student Information System</a:t>
            </a:r>
          </a:p>
        </p:txBody>
      </p:sp>
      <p:sp>
        <p:nvSpPr>
          <p:cNvPr id="120" name="ConnectLine"/>
          <p:cNvSpPr/>
          <p:nvPr/>
        </p:nvSpPr>
        <p:spPr>
          <a:xfrm>
            <a:off y="3419128" x="768206"/>
            <a:ext cx="7600" cy="668800"/>
          </a:xfrm>
          <a:custGeom>
            <a:avLst/>
            <a:gdLst/>
            <a:ahLst/>
            <a:cxnLst/>
            <a:rect l="l" b="b" r="r" t="t"/>
            <a:pathLst>
              <a:path w="7600" h="668800" fill="none">
                <a:moveTo>
                  <a:pt y="0" x="0"/>
                </a:moveTo>
                <a:lnTo>
                  <a:pt y="668800" x="0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21" name="ConnectLine"/>
          <p:cNvSpPr/>
          <p:nvPr/>
        </p:nvSpPr>
        <p:spPr>
          <a:xfrm>
            <a:off y="2051128" x="2525782"/>
            <a:ext cx="7600" cy="501604"/>
          </a:xfrm>
          <a:custGeom>
            <a:avLst/>
            <a:gdLst/>
            <a:ahLst/>
            <a:cxnLst/>
            <a:rect l="l" b="b" r="r" t="t"/>
            <a:pathLst>
              <a:path w="7600" h="501604" fill="none">
                <a:moveTo>
                  <a:pt y="0" x="0"/>
                </a:moveTo>
                <a:lnTo>
                  <a:pt y="250802" x="0"/>
                </a:lnTo>
                <a:lnTo>
                  <a:pt y="250802" x="4932"/>
                </a:lnTo>
                <a:lnTo>
                  <a:pt y="501604" x="4932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22" name="ConnectLine"/>
          <p:cNvSpPr/>
          <p:nvPr/>
        </p:nvSpPr>
        <p:spPr>
          <a:xfrm>
            <a:off y="2051128" x="4066606"/>
            <a:ext cx="7600" cy="501600"/>
          </a:xfrm>
          <a:custGeom>
            <a:avLst/>
            <a:gdLst/>
            <a:ahLst/>
            <a:cxnLst/>
            <a:rect l="l" b="b" r="r" t="t"/>
            <a:pathLst>
              <a:path w="7600" h="501600" fill="none">
                <a:moveTo>
                  <a:pt y="0" x="0"/>
                </a:moveTo>
                <a:lnTo>
                  <a:pt y="501600" x="0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23" name="ConnectLine"/>
          <p:cNvSpPr/>
          <p:nvPr/>
        </p:nvSpPr>
        <p:spPr>
          <a:xfrm>
            <a:off y="3408032" x="2680070"/>
            <a:ext cx="1288693" cy="1816095"/>
          </a:xfrm>
          <a:custGeom>
            <a:avLst/>
            <a:gdLst/>
            <a:ahLst/>
            <a:cxnLst/>
            <a:rect l="l" b="b" r="r" t="t"/>
            <a:pathLst>
              <a:path w="1288693" h="1816095" fill="none">
                <a:moveTo>
                  <a:pt y="0" x="1288693"/>
                </a:moveTo>
                <a:lnTo>
                  <a:pt y="1816095" x="0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24" name="ConnectLine"/>
          <p:cNvSpPr/>
          <p:nvPr/>
        </p:nvSpPr>
        <p:spPr>
          <a:xfrm>
            <a:off y="3308166" x="802406"/>
            <a:ext cx="2974670" cy="1915961"/>
          </a:xfrm>
          <a:custGeom>
            <a:avLst/>
            <a:gdLst/>
            <a:ahLst/>
            <a:cxnLst/>
            <a:rect l="l" b="b" r="r" t="t"/>
            <a:pathLst>
              <a:path w="2974670" h="1915961" fill="none">
                <a:moveTo>
                  <a:pt y="0" x="2974670"/>
                </a:moveTo>
                <a:lnTo>
                  <a:pt y="1915961" x="0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25" name="ConnectLine"/>
          <p:cNvSpPr/>
          <p:nvPr/>
        </p:nvSpPr>
        <p:spPr>
          <a:xfrm>
            <a:off y="3419128" x="4066606"/>
            <a:ext cx="7600" cy="1805000"/>
          </a:xfrm>
          <a:custGeom>
            <a:avLst/>
            <a:gdLst/>
            <a:ahLst/>
            <a:cxnLst/>
            <a:rect l="l" b="b" r="r" t="t"/>
            <a:pathLst>
              <a:path w="7600" h="1805000" fill="none">
                <a:moveTo>
                  <a:pt y="0" x="0"/>
                </a:moveTo>
                <a:lnTo>
                  <a:pt y="1805000" x="0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26" name="ConnectLine"/>
          <p:cNvSpPr/>
          <p:nvPr/>
        </p:nvSpPr>
        <p:spPr>
          <a:xfrm>
            <a:off y="3393166" x="4214665"/>
            <a:ext cx="1432741" cy="1488962"/>
          </a:xfrm>
          <a:custGeom>
            <a:avLst/>
            <a:gdLst/>
            <a:ahLst/>
            <a:cxnLst/>
            <a:rect l="l" b="b" r="r" t="t"/>
            <a:pathLst>
              <a:path w="1432741" h="1488962" fill="none">
                <a:moveTo>
                  <a:pt y="0" x="0"/>
                </a:moveTo>
                <a:lnTo>
                  <a:pt y="1488962" x="1432741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27" name="ConnectLine"/>
          <p:cNvSpPr/>
          <p:nvPr/>
        </p:nvSpPr>
        <p:spPr>
          <a:xfrm>
            <a:off y="3290799" x="4374365"/>
            <a:ext cx="1273041" cy="1009929"/>
          </a:xfrm>
          <a:custGeom>
            <a:avLst/>
            <a:gdLst/>
            <a:ahLst/>
            <a:cxnLst/>
            <a:rect l="l" b="b" r="r" t="t"/>
            <a:pathLst>
              <a:path w="1273041" h="1009929" fill="none">
                <a:moveTo>
                  <a:pt y="0" x="0"/>
                </a:moveTo>
                <a:lnTo>
                  <a:pt y="1009929" x="1273041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28" name="ConnectLine"/>
          <p:cNvSpPr/>
          <p:nvPr/>
        </p:nvSpPr>
        <p:spPr>
          <a:xfrm>
            <a:off y="3139092" x="4471951"/>
            <a:ext cx="1175455" cy="580236"/>
          </a:xfrm>
          <a:custGeom>
            <a:avLst/>
            <a:gdLst/>
            <a:ahLst/>
            <a:cxnLst/>
            <a:rect l="l" b="b" r="r" t="t"/>
            <a:pathLst>
              <a:path w="1175455" h="580236" fill="none">
                <a:moveTo>
                  <a:pt y="0" x="0"/>
                </a:moveTo>
                <a:lnTo>
                  <a:pt y="580236" x="1175455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29" name="ConnectLine"/>
          <p:cNvSpPr/>
          <p:nvPr/>
        </p:nvSpPr>
        <p:spPr>
          <a:xfrm>
            <a:off y="2985928" x="4499806"/>
            <a:ext cx="1147600" cy="163400"/>
          </a:xfrm>
          <a:custGeom>
            <a:avLst/>
            <a:gdLst/>
            <a:ahLst/>
            <a:cxnLst/>
            <a:rect l="l" b="b" r="r" t="t"/>
            <a:pathLst>
              <a:path w="1147600" h="163400" fill="none">
                <a:moveTo>
                  <a:pt y="0" x="0"/>
                </a:moveTo>
                <a:lnTo>
                  <a:pt y="163400" x="1147600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30" name="ConnectLine"/>
          <p:cNvSpPr/>
          <p:nvPr/>
        </p:nvSpPr>
        <p:spPr>
          <a:xfrm>
            <a:off y="2579328" x="4467197"/>
            <a:ext cx="1180209" cy="241411"/>
          </a:xfrm>
          <a:custGeom>
            <a:avLst/>
            <a:gdLst/>
            <a:ahLst/>
            <a:cxnLst/>
            <a:rect l="l" b="b" r="r" t="t"/>
            <a:pathLst>
              <a:path w="1180209" h="241411" fill="none">
                <a:moveTo>
                  <a:pt y="241411" x="0"/>
                </a:moveTo>
                <a:lnTo>
                  <a:pt y="0" x="1180209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31" name="ConnectLine"/>
          <p:cNvSpPr/>
          <p:nvPr/>
        </p:nvSpPr>
        <p:spPr>
          <a:xfrm>
            <a:off y="2009328" x="4408085"/>
            <a:ext cx="1239321" cy="710008"/>
          </a:xfrm>
          <a:custGeom>
            <a:avLst/>
            <a:gdLst/>
            <a:ahLst/>
            <a:cxnLst/>
            <a:rect l="l" b="b" r="r" t="t"/>
            <a:pathLst>
              <a:path w="1239321" h="710008" fill="none">
                <a:moveTo>
                  <a:pt y="710008" x="0"/>
                </a:moveTo>
                <a:lnTo>
                  <a:pt y="0" x="1239321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32" name="ConnectLine"/>
          <p:cNvSpPr/>
          <p:nvPr/>
        </p:nvSpPr>
        <p:spPr>
          <a:xfrm>
            <a:off y="1439328" x="4281858"/>
            <a:ext cx="1365548" cy="1170578"/>
          </a:xfrm>
          <a:custGeom>
            <a:avLst/>
            <a:gdLst/>
            <a:ahLst/>
            <a:cxnLst/>
            <a:rect l="l" b="b" r="r" t="t"/>
            <a:pathLst>
              <a:path w="1365548" h="1170578" fill="none">
                <a:moveTo>
                  <a:pt y="1170578" x="0"/>
                </a:moveTo>
                <a:lnTo>
                  <a:pt y="0" x="1365548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33" name="ConnectLine"/>
          <p:cNvSpPr/>
          <p:nvPr/>
        </p:nvSpPr>
        <p:spPr>
          <a:xfrm>
            <a:off y="1617928" x="2951718"/>
            <a:ext cx="681688" cy="1172687"/>
          </a:xfrm>
          <a:custGeom>
            <a:avLst/>
            <a:gdLst/>
            <a:ahLst/>
            <a:cxnLst/>
            <a:rect l="l" b="b" r="r" t="t"/>
            <a:pathLst>
              <a:path w="681688" h="1172687" fill="none">
                <a:moveTo>
                  <a:pt y="1172687" x="0"/>
                </a:moveTo>
                <a:lnTo>
                  <a:pt y="0" x="681688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34" name="ConnectLine"/>
          <p:cNvSpPr/>
          <p:nvPr/>
        </p:nvSpPr>
        <p:spPr>
          <a:xfrm>
            <a:off y="1617928" x="1345806"/>
            <a:ext cx="746776" cy="7600"/>
          </a:xfrm>
          <a:custGeom>
            <a:avLst/>
            <a:gdLst/>
            <a:ahLst/>
            <a:cxnLst/>
            <a:rect l="l" b="b" r="r" t="t"/>
            <a:pathLst>
              <a:path w="746776" h="7600" fill="none">
                <a:moveTo>
                  <a:pt y="0" x="0"/>
                </a:moveTo>
                <a:lnTo>
                  <a:pt y="0" x="746776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  <p:sp>
        <p:nvSpPr>
          <p:cNvPr id="135" name="ConnectLine"/>
          <p:cNvSpPr/>
          <p:nvPr/>
        </p:nvSpPr>
        <p:spPr>
          <a:xfrm>
            <a:off y="1834528" x="760302"/>
            <a:ext cx="7904" cy="718200"/>
          </a:xfrm>
          <a:custGeom>
            <a:avLst/>
            <a:gdLst/>
            <a:ahLst/>
            <a:cxnLst/>
            <a:rect l="l" b="b" r="r" t="t"/>
            <a:pathLst>
              <a:path w="7904" h="718200" fill="none">
                <a:moveTo>
                  <a:pt y="0" x="0"/>
                </a:moveTo>
                <a:lnTo>
                  <a:pt y="718200" x="7904"/>
                </a:lnTo>
              </a:path>
            </a:pathLst>
          </a:custGeom>
          <a:noFill/>
          <a:ln cap="flat" w="7600">
            <a:solidFill>
              <a:srgbClr val="191919"/>
            </a:solidFill>
            <a:miter/>
            <a:tailEnd type="triangle" w="lg" len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0</PresentationFormat>
  <Paragraphs>0</Paragraphs>
  <Slides>2</Slides>
  <Notes>0</Notes>
  <HiddenSlides>0</HiddenSlides>
  <MMClips>0</MMClips>
  <ScaleCrop>false</ScaleCrop>
  <HeadingPairs>
    <vt:vector size="4" baseType="variant">
      <vt:variant>
        <vt:lpstr>Topic</vt:lpstr>
      </vt:variant>
      <vt:variant>
        <vt:i4>1</vt:i4>
      </vt:variant>
      <vt:variant>
        <vt:lpstr>Slide Title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dc="http://purl.org/dc/elements/1.1/" xmlns:xsi="http://www.w3.org/2001/XMLSchema-instance" xmlns:cp="http://schemas.openxmlformats.org/package/2006/metadata/core-properties" xmlns:dcterms="http://purl.org/dc/terms/" xmlns:dcmitype="http://purl.org/dc/dcmitype/">
  <dc:title>PowerPoint Presentation</dc:title>
  <dc:creator>AI</dc:creator>
  <cp:lastModifiedBy>AI</cp:lastModifiedBy>
  <cp:revision>1</cp:revision>
  <dcterms:created xsi:type="dcterms:W3CDTF">2022-11-18T08:11:00Z</dcterms:created>
  <dcterms:modified xsi:type="dcterms:W3CDTF">2022-11-18T08:11:00Z</dcterms:modified>
</cp:coreProperties>
</file>