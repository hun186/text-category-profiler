
<file path=[Content_Types].xml><?xml version="1.0" encoding="utf-8"?>
<Types xmlns="http://schemas.openxmlformats.org/package/2006/content-types">
  <Default ContentType="image/png" Extension="png"/>
  <Default ContentType="image/jpeg" Extension="jpeg"/>
  <Default ContentType="image/ico" Extension="ico"/>
  <Default ContentType="image/bmp" Extension="bmp"/>
  <Default ContentType="image/gif" Extension="gif"/>
  <Default ContentType="image/tiff" Extension="tiff"/>
  <Default ContentType="image/wmf" Extension="wmf"/>
  <Default ContentType="image/emf" Extension="emf"/>
  <Default ContentType="application/vnd.openxmlformats-package.relationships+xml" Extension="rels"/>
  <Default ContentType="application/xml" Extension="xml"/>
  <Default ContentType="application/octet-stream" Extension="jpg"/>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theme+xml" PartName="/ppt/theme/them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package.core-properties+xml" PartName="/docProps/core.xml"/>
  <Override ContentType="application/vnd.openxmlformats-officedocument.extended-properties+xml" PartName="/docProps/app.xml"/>
</Types>
</file>

<file path=_rels/.rels><?xml version="1.0" encoding="UTF-8" standalone="yes"?>
<Relationships xmlns="http://schemas.openxmlformats.org/package/2006/relationships">
  <Relationship Type="http://schemas.openxmlformats.org/package/2006/relationships/metadata/core-properties" Id="rId3" Target="docProps/core.xml"/>
  <Relationship Type="http://schemas.openxmlformats.org/package/2006/relationships/metadata/thumbnail" Id="rId2" Target="docProps/thumbnail.jpeg"/>
  <Relationship Type="http://schemas.openxmlformats.org/officeDocument/2006/relationships/officeDocument" Id="rId1" Target="ppt/presentation.xml"/>
  <Relationship Type="http://schemas.openxmlformats.org/officeDocument/2006/relationships/extended-properties" Id="rId4" Target="docProps/app.xml"/>
</Relationships>

</file>

<file path=ppt/presentation.xml><?xml version="1.0" encoding="utf-8"?>
<p:presentation xmlns:r="http://schemas.openxmlformats.org/officeDocument/2006/relationships" xmlns:a="http://schemas.openxmlformats.org/drawingml/2006/main"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y="6858000" type="screen4x3" cx="9144000"/>
  <p:notesSz cy="9144000" cx="6858000"/>
  <p:defaultTextStyle>
    <a:defPPr>
      <a:defRPr lang="zh-tw"/>
    </a:defPPr>
    <a:lvl1pPr rtl="0" hangingPunct="1" eaLnBrk="1" defTabSz="914400" latinLnBrk="0" algn="l" marL="0">
      <a:defRPr sz="1800" kern="1200">
        <a:solidFill>
          <a:schemeClr val="tx1"/>
        </a:solidFill>
        <a:latin typeface="+mn-lt"/>
        <a:ea typeface="+mn-ea"/>
        <a:cs typeface="+mn-cs"/>
      </a:defRPr>
    </a:lvl1pPr>
    <a:lvl2pPr rtl="0" hangingPunct="1" eaLnBrk="1" defTabSz="914400" latinLnBrk="0" algn="l" marL="457200">
      <a:defRPr sz="1800" kern="1200">
        <a:solidFill>
          <a:schemeClr val="tx1"/>
        </a:solidFill>
        <a:latin typeface="+mn-lt"/>
        <a:ea typeface="+mn-ea"/>
        <a:cs typeface="+mn-cs"/>
      </a:defRPr>
    </a:lvl2pPr>
    <a:lvl3pPr rtl="0" hangingPunct="1" eaLnBrk="1" defTabSz="914400" latinLnBrk="0" algn="l" marL="914400">
      <a:defRPr sz="1800" kern="1200">
        <a:solidFill>
          <a:schemeClr val="tx1"/>
        </a:solidFill>
        <a:latin typeface="+mn-lt"/>
        <a:ea typeface="+mn-ea"/>
        <a:cs typeface="+mn-cs"/>
      </a:defRPr>
    </a:lvl3pPr>
    <a:lvl4pPr rtl="0" hangingPunct="1" eaLnBrk="1" defTabSz="914400" latinLnBrk="0" algn="l" marL="1371600">
      <a:defRPr sz="1800" kern="1200">
        <a:solidFill>
          <a:schemeClr val="tx1"/>
        </a:solidFill>
        <a:latin typeface="+mn-lt"/>
        <a:ea typeface="+mn-ea"/>
        <a:cs typeface="+mn-cs"/>
      </a:defRPr>
    </a:lvl4pPr>
    <a:lvl5pPr rtl="0" hangingPunct="1" eaLnBrk="1" defTabSz="914400" latinLnBrk="0" algn="l" marL="1828800">
      <a:defRPr sz="1800" kern="1200">
        <a:solidFill>
          <a:schemeClr val="tx1"/>
        </a:solidFill>
        <a:latin typeface="+mn-lt"/>
        <a:ea typeface="+mn-ea"/>
        <a:cs typeface="+mn-cs"/>
      </a:defRPr>
    </a:lvl5pPr>
    <a:lvl6pPr rtl="0" hangingPunct="1" eaLnBrk="1" defTabSz="914400" latinLnBrk="0" algn="l" marL="2286000">
      <a:defRPr sz="1800" kern="1200">
        <a:solidFill>
          <a:schemeClr val="tx1"/>
        </a:solidFill>
        <a:latin typeface="+mn-lt"/>
        <a:ea typeface="+mn-ea"/>
        <a:cs typeface="+mn-cs"/>
      </a:defRPr>
    </a:lvl6pPr>
    <a:lvl7pPr rtl="0" hangingPunct="1" eaLnBrk="1" defTabSz="914400" latinLnBrk="0" algn="l" marL="2743200">
      <a:defRPr sz="1800" kern="1200">
        <a:solidFill>
          <a:schemeClr val="tx1"/>
        </a:solidFill>
        <a:latin typeface="+mn-lt"/>
        <a:ea typeface="+mn-ea"/>
        <a:cs typeface="+mn-cs"/>
      </a:defRPr>
    </a:lvl7pPr>
    <a:lvl8pPr rtl="0" hangingPunct="1" eaLnBrk="1" defTabSz="914400" latinLnBrk="0" algn="l" marL="3200400">
      <a:defRPr sz="1800" kern="1200">
        <a:solidFill>
          <a:schemeClr val="tx1"/>
        </a:solidFill>
        <a:latin typeface="+mn-lt"/>
        <a:ea typeface="+mn-ea"/>
        <a:cs typeface="+mn-cs"/>
      </a:defRPr>
    </a:lvl8pPr>
    <a:lvl9pPr rtl="0" hangingPunct="1" eaLnBrk="1" defTabSz="914400" latinLnBrk="0" algn="l" marL="3657600">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r="http://schemas.openxmlformats.org/officeDocument/2006/relationships" xmlns:a="http://schemas.openxmlformats.org/drawingml/2006/main" xmlns:p="http://schemas.openxmlformats.org/presentationml/2006/main">
  <p:normalViewPr horzBarState="maximized">
    <p:restoredLeft autoAdjust="0" sz="19958"/>
    <p:restoredTop sz="94660"/>
  </p:normalViewPr>
  <p:slideViewPr>
    <p:cSldViewPr snapToGrid="0">
      <p:cViewPr varScale="1">
        <p:scale>
          <a:sx d="100" n="75"/>
          <a:sy d="100" n="75"/>
        </p:scale>
        <p:origin x="66" y="288"/>
      </p:cViewPr>
      <p:guideLst/>
    </p:cSldViewPr>
  </p:slideViewPr>
  <p:notesTextViewPr>
    <p:cViewPr>
      <p:scale>
        <a:sx d="1" n="1"/>
        <a:sy d="1" n="1"/>
      </p:scale>
      <p:origin x="0" y="0"/>
    </p:cViewPr>
  </p:notesTextViewPr>
  <p:gridSpacing cy="72008" cx="72008"/>
</p:viewPr>
</file>

<file path=ppt/_rels/presentation.xml.rels><?xml version="1.0" encoding="UTF-8" standalone="yes"?>
<Relationships xmlns="http://schemas.openxmlformats.org/package/2006/relationships">
  <Relationship Type="http://schemas.openxmlformats.org/officeDocument/2006/relationships/slideMaster" Id="rId1" Target="slideMasters/slideMaster1.xml"/>
  <Relationship Type="http://schemas.openxmlformats.org/officeDocument/2006/relationships/tableStyles" Id="rId2" Target="tableStyles.xml"/>
  <Relationship Type="http://schemas.openxmlformats.org/officeDocument/2006/relationships/theme" Id="rId3" Target="theme/theme1.xml"/>
  <Relationship Type="http://schemas.openxmlformats.org/officeDocument/2006/relationships/viewProps" Id="rId4" Target="viewProps.xml"/>
  <Relationship Type="http://schemas.openxmlformats.org/officeDocument/2006/relationships/presProps" Id="rId5" Target="presProps.xml"/>
  <Relationship Type="http://schemas.openxmlformats.org/officeDocument/2006/relationships/slide" Id="rId6" Target="slides/slide1.xml"/>
  <Relationship Type="http://schemas.openxmlformats.org/officeDocument/2006/relationships/slide" Id="rId7" Target="slides/slide2.xml"/>
  <Relationship Type="http://schemas.openxmlformats.org/officeDocument/2006/relationships/slide" Id="rId8" Target="slides/slide3.xml"/>
  <Relationship Type="http://schemas.openxmlformats.org/officeDocument/2006/relationships/slide" Id="rId9" Target="slides/slide4.xml"/>
  <Relationship Type="http://schemas.openxmlformats.org/officeDocument/2006/relationships/slide" Id="rId10" Target="slides/slide5.xml"/>
  <Relationship Type="http://schemas.openxmlformats.org/officeDocument/2006/relationships/slide" Id="rId11" Target="slides/slide6.xml"/>
  <Relationship Type="http://schemas.openxmlformats.org/officeDocument/2006/relationships/slide" Id="rId12" Target="slides/slide7.xml"/>
  <Relationship Type="http://schemas.openxmlformats.org/officeDocument/2006/relationships/slide" Id="rId13" Target="slides/slide8.xml"/>
  <Relationship Type="http://schemas.openxmlformats.org/officeDocument/2006/relationships/slide" Id="rId14" Target="slides/slide9.xml"/>
  <Relationship Type="http://schemas.openxmlformats.org/officeDocument/2006/relationships/slide" Id="rId15" Target="slides/slide10.xml"/>
</Relationships>

</file>

<file path=ppt/slideLayouts/_rels/slideLayout1.xml.rels><?xml version="1.0" encoding="UTF-8" standalone="yes"?>
<Relationships xmlns="http://schemas.openxmlformats.org/package/2006/relationships">
  <Relationship Type="http://schemas.openxmlformats.org/officeDocument/2006/relationships/slideMaster" Id="rId1" Target="../slideMasters/slideMaster1.xml"/>
</Relationships>

</file>

<file path=ppt/slideLayouts/slideLayout1.xml><?xml version="1.0" encoding="utf-8"?>
<p:sldLayout xmlns:r="http://schemas.openxmlformats.org/officeDocument/2006/relationships" xmlns:a="http://schemas.openxmlformats.org/drawingml/2006/main" xmlns:p="http://schemas.openxmlformats.org/presentationml/2006/main" type="tx">
  <p:cSld>
    <p:spTree>
      <p:nvGrpSpPr>
        <p:cNvPr id="1" name=""/>
        <p:cNvGrpSpPr/>
        <p:nvPr/>
      </p:nvGrpSpPr>
      <p:grpSpPr>
        <a:xfrm>
          <a:off x="0" y="0"/>
          <a:ext cy="0" cx="0"/>
          <a:chOff x="0" y="0"/>
          <a:chExt cy="0" cx="0"/>
        </a:xfrm>
      </p:grpSpPr>
    </p:spTree>
  </p:cSld>
  <p:clrMapOvr>
    <a:masterClrMapping/>
  </p:clrMapOvr>
</p:sldLayout>
</file>

<file path=ppt/slideMasters/_rels/slideMaster1.xml.rels><?xml version="1.0" encoding="UTF-8" standalone="yes"?><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12708C-2602-4C50-90B3-38403DD6A526}" type="datetimeFigureOut">
              <a:rPr lang="zh-CN" altLang="en-US" smtClean="0"/>
              <a:t>2016/11/23 Wednesday</a:t>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6E20AC-CFD9-4F54-B258-06C96168275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Type="http://schemas.openxmlformats.org/officeDocument/2006/relationships/slideLayout" Id="rId1" Target="../slideLayouts/slideLayout1.xml"/>
  <Relationship Type="http://schemas.openxmlformats.org/officeDocument/2006/relationships/image" Id="rId2" Target="../media/image1.png"/>
</Relationships>

</file>

<file path=ppt/slides/_rels/slide2.xml.rels><?xml version="1.0" encoding="UTF-8" standalone="yes"?>
<Relationships xmlns="http://schemas.openxmlformats.org/package/2006/relationships">
  <Relationship Type="http://schemas.openxmlformats.org/officeDocument/2006/relationships/slideLayout" Id="rId1" Target="../slideLayouts/slideLayout1.xml"/>
  <Relationship Type="http://schemas.openxmlformats.org/officeDocument/2006/relationships/image" Id="rId2" Target="../media/image2.png"/>
  <Relationship Type="http://schemas.openxmlformats.org/officeDocument/2006/relationships/image" Id="rId3" Target="../media/image3.png"/>
  <Relationship Type="http://schemas.openxmlformats.org/officeDocument/2006/relationships/image" Id="rId4" Target="../media/image4.png"/>
  <Relationship Type="http://schemas.openxmlformats.org/officeDocument/2006/relationships/image" Id="rId5" Target="../media/image5.png"/>
  <Relationship Type="http://schemas.openxmlformats.org/officeDocument/2006/relationships/image" Id="rId6" Target="../media/image6.png"/>
</Relationships>

</file>

<file path=ppt/slides/_rels/slide3.xml.rels><?xml version="1.0" encoding="UTF-8" standalone="yes"?>
<Relationships xmlns="http://schemas.openxmlformats.org/package/2006/relationships">
  <Relationship Type="http://schemas.openxmlformats.org/officeDocument/2006/relationships/slideLayout" Id="rId1" Target="../slideLayouts/slideLayout1.xml"/>
  <Relationship Type="http://schemas.openxmlformats.org/officeDocument/2006/relationships/image" Id="rId2" Target="../media/image7.png"/>
</Relationships>

</file>

<file path=ppt/slides/_rels/slide4.xml.rels><?xml version="1.0" encoding="UTF-8" standalone="yes"?>
<Relationships xmlns="http://schemas.openxmlformats.org/package/2006/relationships">
  <Relationship Type="http://schemas.openxmlformats.org/officeDocument/2006/relationships/slideLayout" Id="rId1" Target="../slideLayouts/slideLayout1.xml"/>
  <Relationship Type="http://schemas.openxmlformats.org/officeDocument/2006/relationships/image" Id="rId2" Target="../media/image8.png"/>
  <Relationship Type="http://schemas.openxmlformats.org/officeDocument/2006/relationships/image" Id="rId3" Target="../media/image9.png"/>
</Relationships>

</file>

<file path=ppt/slides/_rels/slide5.xml.rels><?xml version="1.0" encoding="UTF-8" standalone="yes"?>
<Relationships xmlns="http://schemas.openxmlformats.org/package/2006/relationships">
  <Relationship Type="http://schemas.openxmlformats.org/officeDocument/2006/relationships/slideLayout" Id="rId1" Target="../slideLayouts/slideLayout1.xml"/>
  <Relationship Type="http://schemas.openxmlformats.org/officeDocument/2006/relationships/image" Id="rId2" Target="../media/image10.png"/>
  <Relationship Type="http://schemas.openxmlformats.org/officeDocument/2006/relationships/image" Id="rId3" Target="../media/image11.png"/>
  <Relationship Type="http://schemas.openxmlformats.org/officeDocument/2006/relationships/image" Id="rId4" Target="../media/image12.png"/>
</Relationships>

</file>

<file path=ppt/slides/_rels/slide6.xml.rels><?xml version="1.0" encoding="UTF-8" standalone="yes"?>
<Relationships xmlns="http://schemas.openxmlformats.org/package/2006/relationships">
  <Relationship Type="http://schemas.openxmlformats.org/officeDocument/2006/relationships/slideLayout" Id="rId1" Target="../slideLayouts/slideLayout1.xml"/>
  <Relationship Type="http://schemas.openxmlformats.org/officeDocument/2006/relationships/image" Id="rId2" Target="../media/image13.png"/>
  <Relationship Type="http://schemas.openxmlformats.org/officeDocument/2006/relationships/image" Id="rId3" Target="../media/image14.png"/>
  <Relationship Type="http://schemas.openxmlformats.org/officeDocument/2006/relationships/image" Id="rId4" Target="../media/image15.png"/>
  <Relationship Type="http://schemas.openxmlformats.org/officeDocument/2006/relationships/image" Id="rId5" Target="../media/image16.png"/>
  <Relationship Type="http://schemas.openxmlformats.org/officeDocument/2006/relationships/image" Id="rId6" Target="../media/image17.png"/>
  <Relationship Type="http://schemas.openxmlformats.org/officeDocument/2006/relationships/image" Id="rId7" Target="../media/image18.png"/>
</Relationships>

</file>

<file path=ppt/slides/_rels/slide7.xml.rels><?xml version="1.0" encoding="UTF-8" standalone="yes"?>
<Relationships xmlns="http://schemas.openxmlformats.org/package/2006/relationships">
  <Relationship Type="http://schemas.openxmlformats.org/officeDocument/2006/relationships/slideLayout" Id="rId1" Target="../slideLayouts/slideLayout1.xml"/>
  <Relationship Type="http://schemas.openxmlformats.org/officeDocument/2006/relationships/image" Id="rId2" Target="../media/image19.png"/>
  <Relationship Type="http://schemas.openxmlformats.org/officeDocument/2006/relationships/image" Id="rId3" Target="../media/image20.png"/>
  <Relationship Type="http://schemas.openxmlformats.org/officeDocument/2006/relationships/image" Id="rId4" Target="../media/image21.png"/>
  <Relationship Type="http://schemas.openxmlformats.org/officeDocument/2006/relationships/image" Id="rId5" Target="../media/image22.png"/>
  <Relationship Type="http://schemas.openxmlformats.org/officeDocument/2006/relationships/image" Id="rId6" Target="../media/image23.png"/>
  <Relationship Type="http://schemas.openxmlformats.org/officeDocument/2006/relationships/image" Id="rId7" Target="../media/image24.png"/>
  <Relationship Type="http://schemas.openxmlformats.org/officeDocument/2006/relationships/image" Id="rId8" Target="../media/image25.png"/>
</Relationships>

</file>

<file path=ppt/slides/_rels/slide8.xml.rels><?xml version="1.0" encoding="UTF-8" standalone="yes"?>
<Relationships xmlns="http://schemas.openxmlformats.org/package/2006/relationships">
  <Relationship Type="http://schemas.openxmlformats.org/officeDocument/2006/relationships/slideLayout" Id="rId1" Target="../slideLayouts/slideLayout1.xml"/>
  <Relationship Type="http://schemas.openxmlformats.org/officeDocument/2006/relationships/image" Id="rId2" Target="../media/image26.png"/>
  <Relationship Type="http://schemas.openxmlformats.org/officeDocument/2006/relationships/image" Id="rId3" Target="../media/image27.png"/>
  <Relationship Type="http://schemas.openxmlformats.org/officeDocument/2006/relationships/image" Id="rId4" Target="../media/image28.png"/>
  <Relationship Type="http://schemas.openxmlformats.org/officeDocument/2006/relationships/image" Id="rId5" Target="../media/image29.png"/>
</Relationships>

</file>

<file path=ppt/slides/_rels/slide9.xml.rels><?xml version="1.0" encoding="UTF-8" standalone="yes"?>
<Relationships xmlns="http://schemas.openxmlformats.org/package/2006/relationships">
  <Relationship Type="http://schemas.openxmlformats.org/officeDocument/2006/relationships/slideLayout" Id="rId1" Target="../slideLayouts/slideLayout1.xml"/>
  <Relationship Type="http://schemas.openxmlformats.org/officeDocument/2006/relationships/image" Id="rId2" Target="../media/image30.png"/>
  <Relationship Type="http://schemas.openxmlformats.org/officeDocument/2006/relationships/image" Id="rId3" Target="../media/image31.png"/>
  <Relationship Type="http://schemas.openxmlformats.org/officeDocument/2006/relationships/image" Id="rId4" Target="../media/image32.png"/>
  <Relationship Type="http://schemas.openxmlformats.org/officeDocument/2006/relationships/image" Id="rId5" Target="../media/image33.png"/>
</Relationships>

</file>

<file path=ppt/slides/_rels/slide10.xml.rels><?xml version="1.0" encoding="UTF-8" standalone="yes"?>
<Relationships xmlns="http://schemas.openxmlformats.org/package/2006/relationships">
  <Relationship Type="http://schemas.openxmlformats.org/officeDocument/2006/relationships/slideLayout" Id="rId1" Target="../slideLayouts/slideLayout1.xml"/>
  <Relationship Type="http://schemas.openxmlformats.org/officeDocument/2006/relationships/image" Id="rId2" Target="../media/image34.png"/>
  <Relationship Type="http://schemas.openxmlformats.org/officeDocument/2006/relationships/image" Id="rId3" Target="../media/image35.png"/>
  <Relationship Type="http://schemas.openxmlformats.org/officeDocument/2006/relationships/image" Id="rId4" Target="../media/image36.png"/>
  <Relationship Type="http://schemas.openxmlformats.org/officeDocument/2006/relationships/image" Id="rId5" Target="../media/image37.png"/>
  <Relationship Type="http://schemas.openxmlformats.org/officeDocument/2006/relationships/image" Id="rId6" Target="../media/image38.png"/>
  <Relationship Type="http://schemas.openxmlformats.org/officeDocument/2006/relationships/image" Id="rId7" Target="../media/image39.png"/>
</Relationships>

</file>

<file path=ppt/slides/slide1.xml><?xml version="1.0" encoding="utf-8"?>
<p:sld xmlns:r="http://schemas.openxmlformats.org/officeDocument/2006/relationships" xmlns:a="http://schemas.openxmlformats.org/drawingml/2006/main" xmlns:p="http://schemas.openxmlformats.org/presentationml/2006/main">
  <p:cSld>
    <p:spTree>
      <p:nvGrpSpPr>
        <p:cNvPr id="300000100" name="Page-1"/>
        <p:cNvGrpSpPr/>
        <p:nvPr/>
      </p:nvGrpSpPr>
      <p:grpSpPr>
        <a:xfrm>
          <a:off x="0" y="0"/>
          <a:ext cy="0" cx="0"/>
          <a:chOff x="0" y="0"/>
          <a:chExt cy="0" cx="0"/>
        </a:xfrm>
      </p:grpSpPr>
      <p:pic>
        <p:nvPicPr>
          <p:cNvPr id="0" name="Image"/>
          <p:cNvPicPr>
            <a:picLocks noChangeAspect="1"/>
          </p:cNvPicPr>
          <p:nvPr/>
        </p:nvPicPr>
        <p:blipFill>
          <a:blip r:embed="rId2"/>
          <a:stretch>
            <a:fillRect/>
          </a:stretch>
        </p:blipFill>
        <p:spPr>
          <a:xfrm>
            <a:off x="0" y="0"/>
            <a:ext cy="6860000" cx="9140000"/>
          </a:xfrm>
          <a:prstGeom prst="rect">
            <a:avLst/>
          </a:prstGeom>
        </p:spPr>
      </p:pic>
      <p:grpSp>
        <p:nvGrpSpPr>
          <p:cNvPr id="456" name="Group456"/>
          <p:cNvGrpSpPr/>
          <p:nvPr/>
        </p:nvGrpSpPr>
        <p:grpSpPr>
          <a:xfrm>
            <a:off x="1337905" y="2580880"/>
            <a:ext cy="1696240" cx="6468190"/>
            <a:chOff x="1337905" y="2580880"/>
            <a:chExt cy="1696240" cx="6468190"/>
          </a:xfrm>
        </p:grpSpPr>
        <p:sp>
          <p:nvSpPr>
            <p:cNvPr id="101" name="MainIdea"/>
            <p:cNvSpPr/>
            <p:nvPr/>
          </p:nvSpPr>
          <p:spPr>
            <a:xfrm>
              <a:off x="1691080" y="3263901"/>
              <a:ext cy="1204000" cx="5705840"/>
            </a:xfrm>
            <a:custGeom>
              <a:avLst/>
              <a:gdLst>
                <a:gd fmla="*/ 500220 w 5705840" name="rtl"/>
                <a:gd fmla="*/ 354900 h 1204000" name="rtt"/>
                <a:gd fmla="*/ 5218221 w 5705840" name="rtr"/>
                <a:gd fmla="*/ 886900 h 1204000" name="rtb"/>
              </a:gdLst>
              <a:ahLst/>
              <a:cxnLst/>
              <a:rect r="rtr" b="rtb" l="rtl" t="rtt"/>
              <a:pathLst>
                <a:path w="5705840" h="1204000">
                  <a:moveTo>
                    <a:pt x="602000" y="0"/>
                  </a:moveTo>
                  <a:lnTo>
                    <a:pt x="728000" y="7474"/>
                  </a:lnTo>
                  <a:lnTo>
                    <a:pt x="854000" y="6621"/>
                  </a:lnTo>
                  <a:lnTo>
                    <a:pt x="980000" y="5049"/>
                  </a:lnTo>
                  <a:lnTo>
                    <a:pt x="1106000" y="4326"/>
                  </a:lnTo>
                  <a:lnTo>
                    <a:pt x="1232000" y="-259"/>
                  </a:lnTo>
                  <a:lnTo>
                    <a:pt x="1358000" y="-6903"/>
                  </a:lnTo>
                  <a:lnTo>
                    <a:pt x="1484000" y="-8082"/>
                  </a:lnTo>
                  <a:lnTo>
                    <a:pt x="1610000" y="-1281"/>
                  </a:lnTo>
                  <a:lnTo>
                    <a:pt x="1736000" y="4382"/>
                  </a:lnTo>
                  <a:lnTo>
                    <a:pt x="1862000" y="5894"/>
                  </a:lnTo>
                  <a:lnTo>
                    <a:pt x="1988000" y="1740"/>
                  </a:lnTo>
                  <a:lnTo>
                    <a:pt x="2114000" y="-7542"/>
                  </a:lnTo>
                  <a:lnTo>
                    <a:pt x="2240000" y="-12563"/>
                  </a:lnTo>
                  <a:lnTo>
                    <a:pt x="2366000" y="-10228"/>
                  </a:lnTo>
                  <a:lnTo>
                    <a:pt x="2492000" y="1468"/>
                  </a:lnTo>
                  <a:lnTo>
                    <a:pt x="2618000" y="13232"/>
                  </a:lnTo>
                  <a:lnTo>
                    <a:pt x="2744000" y="14948"/>
                  </a:lnTo>
                  <a:lnTo>
                    <a:pt x="2870000" y="7635"/>
                  </a:lnTo>
                  <a:lnTo>
                    <a:pt x="2996000" y="-2599"/>
                  </a:lnTo>
                  <a:lnTo>
                    <a:pt x="3122000" y="-5866"/>
                  </a:lnTo>
                  <a:lnTo>
                    <a:pt x="3248000" y="-5247"/>
                  </a:lnTo>
                  <a:lnTo>
                    <a:pt x="3374000" y="-3633"/>
                  </a:lnTo>
                  <a:lnTo>
                    <a:pt x="3500000" y="-2896"/>
                  </a:lnTo>
                  <a:lnTo>
                    <a:pt x="3626000" y="-1204"/>
                  </a:lnTo>
                  <a:lnTo>
                    <a:pt x="3752000" y="6968"/>
                  </a:lnTo>
                  <a:lnTo>
                    <a:pt x="3878000" y="16780"/>
                  </a:lnTo>
                  <a:lnTo>
                    <a:pt x="4004000" y="18832"/>
                  </a:lnTo>
                  <a:lnTo>
                    <a:pt x="4130000" y="14067"/>
                  </a:lnTo>
                  <a:lnTo>
                    <a:pt x="4256000" y="4305"/>
                  </a:lnTo>
                  <a:lnTo>
                    <a:pt x="4382000" y="-1324"/>
                  </a:lnTo>
                  <a:lnTo>
                    <a:pt x="4508000" y="-5386"/>
                  </a:lnTo>
                  <a:lnTo>
                    <a:pt x="4634000" y="-16088"/>
                  </a:lnTo>
                  <a:lnTo>
                    <a:pt x="4760000" y="-24676"/>
                  </a:lnTo>
                  <a:lnTo>
                    <a:pt x="4886000" y="-23855"/>
                  </a:lnTo>
                  <a:lnTo>
                    <a:pt x="5012000" y="-19228"/>
                  </a:lnTo>
                  <a:lnTo>
                    <a:pt x="5146779" y="-12677"/>
                  </a:lnTo>
                  <a:lnTo>
                    <a:pt x="5273024" y="11476"/>
                  </a:lnTo>
                  <a:lnTo>
                    <a:pt x="5386649" y="69590"/>
                  </a:lnTo>
                  <a:lnTo>
                    <a:pt x="5481800" y="151033"/>
                  </a:lnTo>
                  <a:lnTo>
                    <a:pt x="5562408" y="243219"/>
                  </a:lnTo>
                  <a:lnTo>
                    <a:pt x="5627624" y="345980"/>
                  </a:lnTo>
                  <a:lnTo>
                    <a:pt x="5672210" y="459631"/>
                  </a:lnTo>
                  <a:lnTo>
                    <a:pt x="5693871" y="580660"/>
                  </a:lnTo>
                  <a:lnTo>
                    <a:pt x="5685894" y="704570"/>
                  </a:lnTo>
                  <a:lnTo>
                    <a:pt x="5653532" y="823885"/>
                  </a:lnTo>
                  <a:lnTo>
                    <a:pt x="5600488" y="936633"/>
                  </a:lnTo>
                  <a:lnTo>
                    <a:pt x="5522001" y="1034465"/>
                  </a:lnTo>
                  <a:lnTo>
                    <a:pt x="5425191" y="1115362"/>
                  </a:lnTo>
                  <a:lnTo>
                    <a:pt x="5314658" y="1179466"/>
                  </a:lnTo>
                  <a:lnTo>
                    <a:pt x="5190724" y="1215219"/>
                  </a:lnTo>
                  <a:lnTo>
                    <a:pt x="5061840" y="1220486"/>
                  </a:lnTo>
                  <a:lnTo>
                    <a:pt x="4935840" y="1218558"/>
                  </a:lnTo>
                  <a:lnTo>
                    <a:pt x="4809840" y="1217999"/>
                  </a:lnTo>
                  <a:lnTo>
                    <a:pt x="4683840" y="1215748"/>
                  </a:lnTo>
                  <a:lnTo>
                    <a:pt x="4557840" y="1206611"/>
                  </a:lnTo>
                  <a:lnTo>
                    <a:pt x="4431840" y="1200281"/>
                  </a:lnTo>
                  <a:lnTo>
                    <a:pt x="4305840" y="1199481"/>
                  </a:lnTo>
                  <a:lnTo>
                    <a:pt x="4179840" y="1209669"/>
                  </a:lnTo>
                  <a:lnTo>
                    <a:pt x="4053840" y="1221693"/>
                  </a:lnTo>
                  <a:lnTo>
                    <a:pt x="3927840" y="1225400"/>
                  </a:lnTo>
                  <a:lnTo>
                    <a:pt x="3801840" y="1222170"/>
                  </a:lnTo>
                  <a:lnTo>
                    <a:pt x="3675840" y="1216071"/>
                  </a:lnTo>
                  <a:lnTo>
                    <a:pt x="3549840" y="1213636"/>
                  </a:lnTo>
                  <a:lnTo>
                    <a:pt x="3423840" y="1214421"/>
                  </a:lnTo>
                  <a:lnTo>
                    <a:pt x="3297840" y="1218055"/>
                  </a:lnTo>
                  <a:lnTo>
                    <a:pt x="3171840" y="1222466"/>
                  </a:lnTo>
                  <a:lnTo>
                    <a:pt x="3045840" y="1223171"/>
                  </a:lnTo>
                  <a:lnTo>
                    <a:pt x="2919840" y="1217768"/>
                  </a:lnTo>
                  <a:lnTo>
                    <a:pt x="2793840" y="1213432"/>
                  </a:lnTo>
                  <a:lnTo>
                    <a:pt x="2667840" y="1211518"/>
                  </a:lnTo>
                  <a:lnTo>
                    <a:pt x="2541840" y="1207728"/>
                  </a:lnTo>
                  <a:lnTo>
                    <a:pt x="2415840" y="1200686"/>
                  </a:lnTo>
                  <a:lnTo>
                    <a:pt x="2289840" y="1198571"/>
                  </a:lnTo>
                  <a:lnTo>
                    <a:pt x="2163840" y="1197777"/>
                  </a:lnTo>
                  <a:lnTo>
                    <a:pt x="2037840" y="1193358"/>
                  </a:lnTo>
                  <a:lnTo>
                    <a:pt x="1911840" y="1187610"/>
                  </a:lnTo>
                  <a:lnTo>
                    <a:pt x="1785840" y="1186068"/>
                  </a:lnTo>
                  <a:lnTo>
                    <a:pt x="1659840" y="1188983"/>
                  </a:lnTo>
                  <a:lnTo>
                    <a:pt x="1533840" y="1192002"/>
                  </a:lnTo>
                  <a:lnTo>
                    <a:pt x="1407840" y="1193772"/>
                  </a:lnTo>
                  <a:lnTo>
                    <a:pt x="1281840" y="1191283"/>
                  </a:lnTo>
                  <a:lnTo>
                    <a:pt x="1155840" y="1185094"/>
                  </a:lnTo>
                  <a:lnTo>
                    <a:pt x="1029840" y="1179067"/>
                  </a:lnTo>
                  <a:lnTo>
                    <a:pt x="903840" y="1181125"/>
                  </a:lnTo>
                  <a:lnTo>
                    <a:pt x="777840" y="1192688"/>
                  </a:lnTo>
                  <a:lnTo>
                    <a:pt x="651840" y="1203622"/>
                  </a:lnTo>
                  <a:lnTo>
                    <a:pt x="518067" y="1199651"/>
                  </a:lnTo>
                  <a:lnTo>
                    <a:pt x="397938" y="1163150"/>
                  </a:lnTo>
                  <a:lnTo>
                    <a:pt x="291514" y="1099425"/>
                  </a:lnTo>
                  <a:lnTo>
                    <a:pt x="199334" y="1019491"/>
                  </a:lnTo>
                  <a:lnTo>
                    <a:pt x="114459" y="931376"/>
                  </a:lnTo>
                  <a:lnTo>
                    <a:pt x="38484" y="830294"/>
                  </a:lnTo>
                  <a:lnTo>
                    <a:pt x="-13015" y="711133"/>
                  </a:lnTo>
                  <a:lnTo>
                    <a:pt x="-19935" y="580309"/>
                  </a:lnTo>
                  <a:lnTo>
                    <a:pt x="12202" y="455068"/>
                  </a:lnTo>
                  <a:lnTo>
                    <a:pt x="67387" y="341508"/>
                  </a:lnTo>
                  <a:lnTo>
                    <a:pt x="136021" y="238356"/>
                  </a:lnTo>
                  <a:lnTo>
                    <a:pt x="222335" y="150154"/>
                  </a:lnTo>
                  <a:lnTo>
                    <a:pt x="323660" y="79568"/>
                  </a:lnTo>
                  <a:lnTo>
                    <a:pt x="437763" y="31486"/>
                  </a:lnTo>
                  <a:lnTo>
                    <a:pt x="559826" y="9304"/>
                  </a:lnTo>
                  <a:lnTo>
                    <a:pt x="602000" y="0"/>
                  </a:lnTo>
                  <a:close/>
                </a:path>
              </a:pathLst>
            </a:custGeom>
            <a:solidFill>
              <a:srgbClr val="7C49FA"/>
            </a:solidFill>
            <a:ln w="63000" cap="flat">
              <a:solidFill>
                <a:srgbClr val="7C49FA"/>
              </a:solidFill>
              <a:round/>
            </a:ln>
          </p:spPr>
          <p:txBody>
            <a:bodyPr anchor="ctr" lIns="0" wrap="none" rtlCol="0" rIns="0" tIns="0" bIns="11000"/>
            <a:lstStyle/>
            <a:p>
              <a:pPr algn="ctr">
                <a:lnSpc>
                  <a:spcPct val="100000"/>
                </a:lnSpc>
              </a:pPr>
              <a:r>
                <a:rPr b="1" sz="3360">
                  <a:solidFill>
                    <a:srgbClr val="FFFFFF"/>
                  </a:solidFill>
                  <a:latin typeface="標楷體"/>
                </a:rPr>
                <a:t>文本AI分析暨推薦功能</a:t>
              </a:r>
            </a:p>
          </p:txBody>
        </p:sp>
      </p:grpSp>
    </p:spTree>
  </p:cSld>
  <p:clrMapOvr>
    <a:masterClrMapping/>
  </p:clrMapOvr>
</p:sld>
</file>

<file path=ppt/slides/slide2.xml><?xml version="1.0" encoding="utf-8"?>
<p:sld xmlns:r="http://schemas.openxmlformats.org/officeDocument/2006/relationships" xmlns:a="http://schemas.openxmlformats.org/drawingml/2006/main" xmlns:p="http://schemas.openxmlformats.org/presentationml/2006/main">
  <p:cSld>
    <p:spTree>
      <p:nvGrpSpPr>
        <p:cNvPr id="300000100" name="Page-1"/>
        <p:cNvGrpSpPr/>
        <p:nvPr/>
      </p:nvGrpSpPr>
      <p:grpSpPr>
        <a:xfrm>
          <a:off x="0" y="0"/>
          <a:ext cy="0" cx="0"/>
          <a:chOff x="0" y="0"/>
          <a:chExt cy="0" cx="0"/>
        </a:xfrm>
      </p:grpSpPr>
      <p:pic>
        <p:nvPicPr>
          <p:cNvPr id="0" name="Image"/>
          <p:cNvPicPr>
            <a:picLocks noChangeAspect="1"/>
          </p:cNvPicPr>
          <p:nvPr/>
        </p:nvPicPr>
        <p:blipFill>
          <a:blip r:embed="rId2"/>
          <a:stretch>
            <a:fillRect/>
          </a:stretch>
        </p:blipFill>
        <p:spPr>
          <a:xfrm>
            <a:off x="0" y="0"/>
            <a:ext cy="6860000" cx="9140000"/>
          </a:xfrm>
          <a:prstGeom prst="rect">
            <a:avLst/>
          </a:prstGeom>
        </p:spPr>
      </p:pic>
      <p:grpSp>
        <p:nvGrpSpPr>
          <p:cNvPr id="457" name="Group457"/>
          <p:cNvGrpSpPr/>
          <p:nvPr/>
        </p:nvGrpSpPr>
        <p:grpSpPr>
          <a:xfrm>
            <a:off x="358715" y="1075072"/>
            <a:ext cy="4713128" cx="8436005"/>
            <a:chOff x="358715" y="1075072"/>
            <a:chExt cy="4713128" cx="8436005"/>
          </a:xfrm>
        </p:grpSpPr>
        <p:sp>
          <p:nvSpPr>
            <p:cNvPr id="131" name="MMConnector"/>
            <p:cNvSpPr/>
            <p:nvPr/>
          </p:nvSpPr>
          <p:spPr>
            <a:xfrm>
              <a:off x="2792458" y="2537043"/>
              <a:ext cy="478800" cx="3568519"/>
            </a:xfrm>
            <a:custGeom>
              <a:avLst/>
              <a:gdLst/>
              <a:pathLst>
                <a:path fill="none" w="3568519" h="478800">
                  <a:moveTo>
                    <a:pt x="1784259" y="-239400"/>
                  </a:moveTo>
                  <a:lnTo>
                    <a:pt x="1779526" y="-159600"/>
                  </a:lnTo>
                  <a:lnTo>
                    <a:pt x="1780066" y="-79800"/>
                  </a:lnTo>
                  <a:lnTo>
                    <a:pt x="1784259" y="3452"/>
                  </a:lnTo>
                  <a:lnTo>
                    <a:pt x="1704459" y="3910"/>
                  </a:lnTo>
                  <a:lnTo>
                    <a:pt x="1624659" y="6814"/>
                  </a:lnTo>
                  <a:lnTo>
                    <a:pt x="1544859" y="11022"/>
                  </a:lnTo>
                  <a:lnTo>
                    <a:pt x="1465059" y="11769"/>
                  </a:lnTo>
                  <a:lnTo>
                    <a:pt x="1385259" y="7461"/>
                  </a:lnTo>
                  <a:lnTo>
                    <a:pt x="1305459" y="3875"/>
                  </a:lnTo>
                  <a:lnTo>
                    <a:pt x="1225659" y="2917"/>
                  </a:lnTo>
                  <a:lnTo>
                    <a:pt x="1145859" y="5548"/>
                  </a:lnTo>
                  <a:lnTo>
                    <a:pt x="1066059" y="11427"/>
                  </a:lnTo>
                  <a:lnTo>
                    <a:pt x="986259" y="14606"/>
                  </a:lnTo>
                  <a:lnTo>
                    <a:pt x="906459" y="13128"/>
                  </a:lnTo>
                  <a:lnTo>
                    <a:pt x="826659" y="5720"/>
                  </a:lnTo>
                  <a:lnTo>
                    <a:pt x="746859" y="-1730"/>
                  </a:lnTo>
                  <a:lnTo>
                    <a:pt x="667059" y="-2817"/>
                  </a:lnTo>
                  <a:lnTo>
                    <a:pt x="587259" y="1815"/>
                  </a:lnTo>
                  <a:lnTo>
                    <a:pt x="507459" y="8296"/>
                  </a:lnTo>
                  <a:lnTo>
                    <a:pt x="427659" y="10365"/>
                  </a:lnTo>
                  <a:lnTo>
                    <a:pt x="347859" y="9973"/>
                  </a:lnTo>
                  <a:lnTo>
                    <a:pt x="268059" y="8951"/>
                  </a:lnTo>
                  <a:lnTo>
                    <a:pt x="188259" y="8484"/>
                  </a:lnTo>
                  <a:lnTo>
                    <a:pt x="108459" y="7412"/>
                  </a:lnTo>
                  <a:lnTo>
                    <a:pt x="28659" y="2237"/>
                  </a:lnTo>
                  <a:lnTo>
                    <a:pt x="-51141" y="-3978"/>
                  </a:lnTo>
                  <a:lnTo>
                    <a:pt x="-130941" y="-5277"/>
                  </a:lnTo>
                  <a:lnTo>
                    <a:pt x="-210741" y="-2259"/>
                  </a:lnTo>
                  <a:lnTo>
                    <a:pt x="-290541" y="3923"/>
                  </a:lnTo>
                  <a:lnTo>
                    <a:pt x="-370341" y="7488"/>
                  </a:lnTo>
                  <a:lnTo>
                    <a:pt x="-450141" y="10061"/>
                  </a:lnTo>
                  <a:lnTo>
                    <a:pt x="-529941" y="16839"/>
                  </a:lnTo>
                  <a:lnTo>
                    <a:pt x="-609741" y="22278"/>
                  </a:lnTo>
                  <a:lnTo>
                    <a:pt x="-689541" y="21758"/>
                  </a:lnTo>
                  <a:lnTo>
                    <a:pt x="-769341" y="18828"/>
                  </a:lnTo>
                  <a:lnTo>
                    <a:pt x="-849141" y="15612"/>
                  </a:lnTo>
                  <a:lnTo>
                    <a:pt x="-928941" y="14329"/>
                  </a:lnTo>
                  <a:lnTo>
                    <a:pt x="-1008741" y="7117"/>
                  </a:lnTo>
                  <a:lnTo>
                    <a:pt x="-1088541" y="-1970"/>
                  </a:lnTo>
                  <a:lnTo>
                    <a:pt x="-1168341" y="-5881"/>
                  </a:lnTo>
                  <a:lnTo>
                    <a:pt x="-1248141" y="-5468"/>
                  </a:lnTo>
                  <a:lnTo>
                    <a:pt x="-1327941" y="-3619"/>
                  </a:lnTo>
                  <a:lnTo>
                    <a:pt x="-1407741" y="-691"/>
                  </a:lnTo>
                  <a:lnTo>
                    <a:pt x="-1487541" y="-366"/>
                  </a:lnTo>
                  <a:lnTo>
                    <a:pt x="-1567341" y="711"/>
                  </a:lnTo>
                  <a:lnTo>
                    <a:pt x="-1647141" y="4623"/>
                  </a:lnTo>
                  <a:lnTo>
                    <a:pt x="-1730663" y="10764"/>
                  </a:lnTo>
                  <a:lnTo>
                    <a:pt x="-1779841" y="68198"/>
                  </a:lnTo>
                  <a:lnTo>
                    <a:pt x="-1776293" y="152950"/>
                  </a:lnTo>
                  <a:lnTo>
                    <a:pt x="-1773323" y="239400"/>
                  </a:lnTo>
                </a:path>
              </a:pathLst>
            </a:custGeom>
            <a:noFill/>
            <a:ln w="13300" cap="rnd">
              <a:solidFill>
                <a:srgbClr val="191919"/>
              </a:solidFill>
              <a:round/>
            </a:ln>
          </p:spPr>
        </p:sp>
        <p:sp>
          <p:nvSpPr>
            <p:cNvPr id="148" name="MMConnector"/>
            <p:cNvSpPr/>
            <p:nvPr/>
          </p:nvSpPr>
          <p:spPr>
            <a:xfrm>
              <a:off x="4586313" y="2537043"/>
              <a:ext cy="232750" cx="19192"/>
            </a:xfrm>
            <a:custGeom>
              <a:avLst/>
              <a:gdLst/>
              <a:pathLst>
                <a:path fill="none" w="19192" h="232750">
                  <a:moveTo>
                    <a:pt x="-9596" y="6650"/>
                  </a:moveTo>
                  <a:lnTo>
                    <a:pt x="4863" y="86450"/>
                  </a:lnTo>
                  <a:lnTo>
                    <a:pt x="5403" y="166250"/>
                  </a:lnTo>
                  <a:lnTo>
                    <a:pt x="9596" y="239400"/>
                  </a:lnTo>
                </a:path>
              </a:pathLst>
            </a:custGeom>
            <a:noFill/>
            <a:ln w="13300" cap="rnd">
              <a:solidFill>
                <a:srgbClr val="191919"/>
              </a:solidFill>
              <a:round/>
            </a:ln>
          </p:spPr>
        </p:sp>
        <p:sp>
          <p:nvSpPr>
            <p:cNvPr id="170" name="MMConnector"/>
            <p:cNvSpPr/>
            <p:nvPr/>
          </p:nvSpPr>
          <p:spPr>
            <a:xfrm>
              <a:off x="1005095" y="3627643"/>
              <a:ext cy="939867" cx="335160"/>
            </a:xfrm>
            <a:custGeom>
              <a:avLst/>
              <a:gdLst/>
              <a:pathLst>
                <a:path fill="none" w="335160" h="939867">
                  <a:moveTo>
                    <a:pt x="-167580" y="-469933"/>
                  </a:moveTo>
                  <a:lnTo>
                    <a:pt x="-172313" y="-390133"/>
                  </a:lnTo>
                  <a:lnTo>
                    <a:pt x="-171773" y="-310333"/>
                  </a:lnTo>
                  <a:lnTo>
                    <a:pt x="-170778" y="-230533"/>
                  </a:lnTo>
                  <a:lnTo>
                    <a:pt x="-170320" y="-150733"/>
                  </a:lnTo>
                  <a:lnTo>
                    <a:pt x="-167416" y="-70933"/>
                  </a:lnTo>
                  <a:lnTo>
                    <a:pt x="-163208" y="8867"/>
                  </a:lnTo>
                  <a:lnTo>
                    <a:pt x="-162461" y="88667"/>
                  </a:lnTo>
                  <a:lnTo>
                    <a:pt x="-166769" y="168467"/>
                  </a:lnTo>
                  <a:lnTo>
                    <a:pt x="-170355" y="248267"/>
                  </a:lnTo>
                  <a:lnTo>
                    <a:pt x="-171313" y="328067"/>
                  </a:lnTo>
                  <a:lnTo>
                    <a:pt x="-164246" y="416607"/>
                  </a:lnTo>
                  <a:lnTo>
                    <a:pt x="-105440" y="463065"/>
                  </a:lnTo>
                  <a:lnTo>
                    <a:pt x="-21280" y="461977"/>
                  </a:lnTo>
                  <a:lnTo>
                    <a:pt x="58520" y="463456"/>
                  </a:lnTo>
                  <a:lnTo>
                    <a:pt x="138320" y="470863"/>
                  </a:lnTo>
                  <a:lnTo>
                    <a:pt x="167580" y="469933"/>
                  </a:lnTo>
                </a:path>
              </a:pathLst>
            </a:custGeom>
            <a:noFill/>
            <a:ln w="13300" cap="rnd">
              <a:solidFill>
                <a:srgbClr val="191919"/>
              </a:solidFill>
              <a:round/>
            </a:ln>
          </p:spPr>
        </p:sp>
        <p:sp>
          <p:nvSpPr>
            <p:cNvPr id="174" name="MMConnector"/>
            <p:cNvSpPr/>
            <p:nvPr/>
          </p:nvSpPr>
          <p:spPr>
            <a:xfrm>
              <a:off x="4096273" y="3326176"/>
              <a:ext cy="336933" cx="335160"/>
            </a:xfrm>
            <a:custGeom>
              <a:avLst/>
              <a:gdLst/>
              <a:pathLst>
                <a:path fill="none" w="335160" h="336933">
                  <a:moveTo>
                    <a:pt x="-167580" y="-168467"/>
                  </a:moveTo>
                  <a:lnTo>
                    <a:pt x="-172313" y="-88667"/>
                  </a:lnTo>
                  <a:lnTo>
                    <a:pt x="-171773" y="-8867"/>
                  </a:lnTo>
                  <a:lnTo>
                    <a:pt x="-170778" y="70933"/>
                  </a:lnTo>
                  <a:lnTo>
                    <a:pt x="-143276" y="149749"/>
                  </a:lnTo>
                  <a:lnTo>
                    <a:pt x="-61180" y="168303"/>
                  </a:lnTo>
                  <a:lnTo>
                    <a:pt x="18620" y="164095"/>
                  </a:lnTo>
                  <a:lnTo>
                    <a:pt x="98420" y="163348"/>
                  </a:lnTo>
                  <a:lnTo>
                    <a:pt x="167580" y="168467"/>
                  </a:lnTo>
                </a:path>
              </a:pathLst>
            </a:custGeom>
            <a:noFill/>
            <a:ln w="13300" cap="rnd">
              <a:solidFill>
                <a:srgbClr val="191919"/>
              </a:solidFill>
              <a:round/>
            </a:ln>
          </p:spPr>
        </p:sp>
        <p:sp>
          <p:nvSpPr>
            <p:cNvPr id="207" name="MMConnector"/>
            <p:cNvSpPr/>
            <p:nvPr/>
          </p:nvSpPr>
          <p:spPr>
            <a:xfrm>
              <a:off x="4096273" y="3922459"/>
              <a:ext cy="1529500" cx="335160"/>
            </a:xfrm>
            <a:custGeom>
              <a:avLst/>
              <a:gdLst/>
              <a:pathLst>
                <a:path fill="none" w="335160" h="1529500">
                  <a:moveTo>
                    <a:pt x="-167580" y="-764750"/>
                  </a:moveTo>
                  <a:lnTo>
                    <a:pt x="-172313" y="-684950"/>
                  </a:lnTo>
                  <a:lnTo>
                    <a:pt x="-171773" y="-605150"/>
                  </a:lnTo>
                  <a:lnTo>
                    <a:pt x="-170778" y="-525350"/>
                  </a:lnTo>
                  <a:lnTo>
                    <a:pt x="-170320" y="-445550"/>
                  </a:lnTo>
                  <a:lnTo>
                    <a:pt x="-167416" y="-365750"/>
                  </a:lnTo>
                  <a:lnTo>
                    <a:pt x="-163208" y="-285950"/>
                  </a:lnTo>
                  <a:lnTo>
                    <a:pt x="-162461" y="-206150"/>
                  </a:lnTo>
                  <a:lnTo>
                    <a:pt x="-166769" y="-126350"/>
                  </a:lnTo>
                  <a:lnTo>
                    <a:pt x="-170355" y="-46550"/>
                  </a:lnTo>
                  <a:lnTo>
                    <a:pt x="-171313" y="33250"/>
                  </a:lnTo>
                  <a:lnTo>
                    <a:pt x="-168682" y="113050"/>
                  </a:lnTo>
                  <a:lnTo>
                    <a:pt x="-162803" y="192850"/>
                  </a:lnTo>
                  <a:lnTo>
                    <a:pt x="-159624" y="272650"/>
                  </a:lnTo>
                  <a:lnTo>
                    <a:pt x="-161102" y="352450"/>
                  </a:lnTo>
                  <a:lnTo>
                    <a:pt x="-168510" y="432250"/>
                  </a:lnTo>
                  <a:lnTo>
                    <a:pt x="-175960" y="512050"/>
                  </a:lnTo>
                  <a:lnTo>
                    <a:pt x="-177047" y="591850"/>
                  </a:lnTo>
                  <a:lnTo>
                    <a:pt x="-172415" y="684950"/>
                  </a:lnTo>
                  <a:lnTo>
                    <a:pt x="-130007" y="750714"/>
                  </a:lnTo>
                  <a:lnTo>
                    <a:pt x="-47880" y="761035"/>
                  </a:lnTo>
                  <a:lnTo>
                    <a:pt x="31920" y="761427"/>
                  </a:lnTo>
                  <a:lnTo>
                    <a:pt x="111720" y="762449"/>
                  </a:lnTo>
                  <a:lnTo>
                    <a:pt x="167580" y="764750"/>
                  </a:lnTo>
                </a:path>
              </a:pathLst>
            </a:custGeom>
            <a:noFill/>
            <a:ln w="13300" cap="rnd">
              <a:solidFill>
                <a:srgbClr val="191919"/>
              </a:solidFill>
              <a:round/>
            </a:ln>
          </p:spPr>
        </p:sp>
        <p:sp>
          <p:nvSpPr>
            <p:cNvPr id="210" name="MMConnector"/>
            <p:cNvSpPr/>
            <p:nvPr/>
          </p:nvSpPr>
          <p:spPr>
            <a:xfrm>
              <a:off x="4096273" y="4680807"/>
              <a:ext cy="3046195" cx="335160"/>
            </a:xfrm>
            <a:custGeom>
              <a:avLst/>
              <a:gdLst/>
              <a:pathLst>
                <a:path fill="none" w="335160" h="3046195">
                  <a:moveTo>
                    <a:pt x="-167580" y="-1523097"/>
                  </a:moveTo>
                  <a:lnTo>
                    <a:pt x="-172313" y="-1443297"/>
                  </a:lnTo>
                  <a:lnTo>
                    <a:pt x="-171773" y="-1363497"/>
                  </a:lnTo>
                  <a:lnTo>
                    <a:pt x="-170778" y="-1283697"/>
                  </a:lnTo>
                  <a:lnTo>
                    <a:pt x="-170320" y="-1203897"/>
                  </a:lnTo>
                  <a:lnTo>
                    <a:pt x="-167416" y="-1124097"/>
                  </a:lnTo>
                  <a:lnTo>
                    <a:pt x="-163208" y="-1044297"/>
                  </a:lnTo>
                  <a:lnTo>
                    <a:pt x="-162461" y="-964497"/>
                  </a:lnTo>
                  <a:lnTo>
                    <a:pt x="-166769" y="-884697"/>
                  </a:lnTo>
                  <a:lnTo>
                    <a:pt x="-170355" y="-804897"/>
                  </a:lnTo>
                  <a:lnTo>
                    <a:pt x="-171313" y="-725097"/>
                  </a:lnTo>
                  <a:lnTo>
                    <a:pt x="-168682" y="-645297"/>
                  </a:lnTo>
                  <a:lnTo>
                    <a:pt x="-162803" y="-565497"/>
                  </a:lnTo>
                  <a:lnTo>
                    <a:pt x="-159624" y="-485697"/>
                  </a:lnTo>
                  <a:lnTo>
                    <a:pt x="-161102" y="-405897"/>
                  </a:lnTo>
                  <a:lnTo>
                    <a:pt x="-168510" y="-326097"/>
                  </a:lnTo>
                  <a:lnTo>
                    <a:pt x="-175960" y="-246297"/>
                  </a:lnTo>
                  <a:lnTo>
                    <a:pt x="-177047" y="-166497"/>
                  </a:lnTo>
                  <a:lnTo>
                    <a:pt x="-172415" y="-86697"/>
                  </a:lnTo>
                  <a:lnTo>
                    <a:pt x="-165934" y="-6897"/>
                  </a:lnTo>
                  <a:lnTo>
                    <a:pt x="-163865" y="72903"/>
                  </a:lnTo>
                  <a:lnTo>
                    <a:pt x="-164257" y="152703"/>
                  </a:lnTo>
                  <a:lnTo>
                    <a:pt x="-165279" y="232503"/>
                  </a:lnTo>
                  <a:lnTo>
                    <a:pt x="-165746" y="312303"/>
                  </a:lnTo>
                  <a:lnTo>
                    <a:pt x="-166818" y="392103"/>
                  </a:lnTo>
                  <a:lnTo>
                    <a:pt x="-171993" y="471903"/>
                  </a:lnTo>
                  <a:lnTo>
                    <a:pt x="-178208" y="551703"/>
                  </a:lnTo>
                  <a:lnTo>
                    <a:pt x="-179507" y="631503"/>
                  </a:lnTo>
                  <a:lnTo>
                    <a:pt x="-176489" y="711303"/>
                  </a:lnTo>
                  <a:lnTo>
                    <a:pt x="-170307" y="791103"/>
                  </a:lnTo>
                  <a:lnTo>
                    <a:pt x="-166742" y="870903"/>
                  </a:lnTo>
                  <a:lnTo>
                    <a:pt x="-164169" y="950703"/>
                  </a:lnTo>
                  <a:lnTo>
                    <a:pt x="-157391" y="1030503"/>
                  </a:lnTo>
                  <a:lnTo>
                    <a:pt x="-151952" y="1110303"/>
                  </a:lnTo>
                  <a:lnTo>
                    <a:pt x="-152472" y="1190103"/>
                  </a:lnTo>
                  <a:lnTo>
                    <a:pt x="-155402" y="1269903"/>
                  </a:lnTo>
                  <a:lnTo>
                    <a:pt x="-158618" y="1349703"/>
                  </a:lnTo>
                  <a:lnTo>
                    <a:pt x="-159901" y="1429503"/>
                  </a:lnTo>
                  <a:lnTo>
                    <a:pt x="-141119" y="1502007"/>
                  </a:lnTo>
                  <a:lnTo>
                    <a:pt x="-61180" y="1531717"/>
                  </a:lnTo>
                  <a:lnTo>
                    <a:pt x="18620" y="1535629"/>
                  </a:lnTo>
                  <a:lnTo>
                    <a:pt x="98420" y="1535215"/>
                  </a:lnTo>
                  <a:lnTo>
                    <a:pt x="167580" y="1523097"/>
                  </a:lnTo>
                </a:path>
              </a:pathLst>
            </a:custGeom>
            <a:noFill/>
            <a:ln w="13300" cap="rnd">
              <a:solidFill>
                <a:srgbClr val="191919"/>
              </a:solidFill>
              <a:round/>
            </a:ln>
          </p:spPr>
        </p:sp>
        <p:sp>
          <p:nvSpPr>
            <p:cNvPr id="340" name="MMConnector"/>
            <p:cNvSpPr/>
            <p:nvPr/>
          </p:nvSpPr>
          <p:spPr>
            <a:xfrm>
              <a:off x="4096273" y="3583309"/>
              <a:ext cy="851200" cx="335160"/>
            </a:xfrm>
            <a:custGeom>
              <a:avLst/>
              <a:gdLst/>
              <a:pathLst>
                <a:path fill="none" w="335160" h="851200">
                  <a:moveTo>
                    <a:pt x="-167580" y="-425600"/>
                  </a:moveTo>
                  <a:lnTo>
                    <a:pt x="-172313" y="-345800"/>
                  </a:lnTo>
                  <a:lnTo>
                    <a:pt x="-171773" y="-266000"/>
                  </a:lnTo>
                  <a:lnTo>
                    <a:pt x="-170778" y="-186200"/>
                  </a:lnTo>
                  <a:lnTo>
                    <a:pt x="-170320" y="-106400"/>
                  </a:lnTo>
                  <a:lnTo>
                    <a:pt x="-167416" y="-26600"/>
                  </a:lnTo>
                  <a:lnTo>
                    <a:pt x="-163208" y="53200"/>
                  </a:lnTo>
                  <a:lnTo>
                    <a:pt x="-162461" y="133000"/>
                  </a:lnTo>
                  <a:lnTo>
                    <a:pt x="-166769" y="212800"/>
                  </a:lnTo>
                  <a:lnTo>
                    <a:pt x="-170355" y="292600"/>
                  </a:lnTo>
                  <a:lnTo>
                    <a:pt x="-161093" y="385850"/>
                  </a:lnTo>
                  <a:lnTo>
                    <a:pt x="-87780" y="426702"/>
                  </a:lnTo>
                  <a:lnTo>
                    <a:pt x="-7980" y="420823"/>
                  </a:lnTo>
                  <a:lnTo>
                    <a:pt x="71820" y="417644"/>
                  </a:lnTo>
                  <a:lnTo>
                    <a:pt x="151620" y="419122"/>
                  </a:lnTo>
                  <a:lnTo>
                    <a:pt x="167580" y="425600"/>
                  </a:lnTo>
                </a:path>
              </a:pathLst>
            </a:custGeom>
            <a:noFill/>
            <a:ln w="13300" cap="rnd">
              <a:solidFill>
                <a:srgbClr val="191919"/>
              </a:solidFill>
              <a:round/>
            </a:ln>
          </p:spPr>
        </p:sp>
        <p:sp>
          <p:nvSpPr>
            <p:cNvPr id="422" name="Callout"/>
            <p:cNvSpPr/>
            <p:nvPr/>
          </p:nvSpPr>
          <p:spPr>
            <a:xfrm>
              <a:off x="5048273" y="5352704"/>
              <a:ext cy="514267" cx="3104247"/>
            </a:xfrm>
            <a:custGeom>
              <a:avLst/>
              <a:gdLst>
                <a:gd fmla="*/ 176890 w 3104247" name="rtl"/>
                <a:gd fmla="*/ 118370 h 514267" name="rtt"/>
                <a:gd fmla="*/ 2961023 w 3104247" name="rtr"/>
                <a:gd fmla="*/ 419837 h 514267" name="rtb"/>
              </a:gdLst>
              <a:ahLst/>
              <a:cxnLst/>
              <a:rect r="rtr" b="rtb" l="rtl" t="rtt"/>
              <a:pathLst>
                <a:path w="3104247" h="514267">
                  <a:moveTo>
                    <a:pt x="1389565" y="-258096"/>
                  </a:moveTo>
                  <a:cubicBezTo>
                    <a:pt x="1403999" y="-233019"/>
                    <a:pt x="1417086" y="-210135"/>
                    <a:pt x="1430226" y="-187004"/>
                  </a:cubicBezTo>
                  <a:cubicBezTo>
                    <a:pt x="1443510" y="-163618"/>
                    <a:pt x="1456056" y="-140384"/>
                    <a:pt x="1468260" y="-116692"/>
                  </a:cubicBezTo>
                  <a:cubicBezTo>
                    <a:pt x="1482402" y="-89236"/>
                    <a:pt x="1496410" y="-62441"/>
                    <a:pt x="1511372" y="-35628"/>
                  </a:cubicBezTo>
                  <a:cubicBezTo>
                    <a:pt x="1524206" y="-12629"/>
                    <a:pt x="1541862" y="1742"/>
                    <a:pt x="1564563" y="7948"/>
                  </a:cubicBezTo>
                  <a:cubicBezTo>
                    <a:pt x="1590522" y="15044"/>
                    <a:pt x="1617250" y="13338"/>
                    <a:pt x="1644118" y="11484"/>
                  </a:cubicBezTo>
                  <a:cubicBezTo>
                    <a:pt x="1670973" y="9631"/>
                    <a:pt x="1697374" y="8344"/>
                    <a:pt x="1723996" y="6643"/>
                  </a:cubicBezTo>
                  <a:cubicBezTo>
                    <a:pt x="1750807" y="4929"/>
                    <a:pt x="1777128" y="3140"/>
                    <a:pt x="1803711" y="1679"/>
                  </a:cubicBezTo>
                  <a:cubicBezTo>
                    <a:pt x="1830524" y="206"/>
                    <a:pt x="1856879" y="-792"/>
                    <a:pt x="1883479" y="-1685"/>
                  </a:cubicBezTo>
                  <a:cubicBezTo>
                    <a:pt x="1910399" y="-2590"/>
                    <a:pt x="1936807" y="-3949"/>
                    <a:pt x="1963428" y="-5859"/>
                  </a:cubicBezTo>
                  <a:cubicBezTo>
                    <a:pt x="1990261" y="-7783"/>
                    <a:pt x="2016592" y="-9935"/>
                    <a:pt x="2043181" y="-11919"/>
                  </a:cubicBezTo>
                  <a:cubicBezTo>
                    <a:pt x="2069944" y="-13915"/>
                    <a:pt x="2096267" y="-14940"/>
                    <a:pt x="2122852" y="-15229"/>
                  </a:cubicBezTo>
                  <a:cubicBezTo>
                    <a:pt x="2149709" y="-15521"/>
                    <a:pt x="2176080" y="-14944"/>
                    <a:pt x="2202685" y="-14084"/>
                  </a:cubicBezTo>
                  <a:cubicBezTo>
                    <a:pt x="2229533" y="-13215"/>
                    <a:pt x="2255893" y="-12179"/>
                    <a:pt x="2282494" y="-11107"/>
                  </a:cubicBezTo>
                  <a:cubicBezTo>
                    <a:pt x="2309316" y="-10026"/>
                    <a:pt x="2335664" y="-9201"/>
                    <a:pt x="2362259" y="-8614"/>
                  </a:cubicBezTo>
                  <a:cubicBezTo>
                    <a:pt x="2389199" y="-8019"/>
                    <a:pt x="2415620" y="-6897"/>
                    <a:pt x="2442246" y="-5003"/>
                  </a:cubicBezTo>
                  <a:cubicBezTo>
                    <a:pt x="2469191" y="-3086"/>
                    <a:pt x="2495578" y="-349"/>
                    <a:pt x="2522191" y="2619"/>
                  </a:cubicBezTo>
                  <a:cubicBezTo>
                    <a:pt x="2548895" y="5598"/>
                    <a:pt x="2575164" y="7971"/>
                    <a:pt x="2601727" y="9710"/>
                  </a:cubicBezTo>
                  <a:cubicBezTo>
                    <a:pt x="2628509" y="11463"/>
                    <a:pt x="2654855" y="12123"/>
                    <a:pt x="2681452" y="12265"/>
                  </a:cubicBezTo>
                  <a:cubicBezTo>
                    <a:pt x="2708298" y="12408"/>
                    <a:pt x="2734662" y="12025"/>
                    <a:pt x="2761265" y="11475"/>
                  </a:cubicBezTo>
                  <a:cubicBezTo>
                    <a:pt x="2788117" y="10920"/>
                    <a:pt x="2814483" y="10157"/>
                    <a:pt x="2841086" y="9256"/>
                  </a:cubicBezTo>
                  <a:cubicBezTo>
                    <a:pt x="2867910" y="8348"/>
                    <a:pt x="2894257" y="7684"/>
                    <a:pt x="2920852" y="7348"/>
                  </a:cubicBezTo>
                  <a:cubicBezTo>
                    <a:pt x="2947692" y="7008"/>
                    <a:pt x="2974054" y="6859"/>
                    <a:pt x="3000655" y="6601"/>
                  </a:cubicBezTo>
                  <a:cubicBezTo>
                    <a:pt x="3020015" y="6414"/>
                    <a:pt x="3038195" y="9175"/>
                    <a:pt x="3055443" y="15010"/>
                  </a:cubicBezTo>
                  <a:cubicBezTo>
                    <a:pt x="3080609" y="23523"/>
                    <a:pt x="3094415" y="42762"/>
                    <a:pt x="3100169" y="66752"/>
                  </a:cubicBezTo>
                  <a:cubicBezTo>
                    <a:pt x="3106439" y="92894"/>
                    <a:pt x="3105742" y="119522"/>
                    <a:pt x="3105492" y="146316"/>
                  </a:cubicBezTo>
                  <a:cubicBezTo>
                    <a:pt x="3105242" y="173224"/>
                    <a:pt x="3106647" y="199618"/>
                    <a:pt x="3108445" y="226234"/>
                  </a:cubicBezTo>
                  <a:cubicBezTo>
                    <a:pt x="3110256" y="253030"/>
                    <a:pt x="3111839" y="279356"/>
                    <a:pt x="3113078" y="305942"/>
                  </a:cubicBezTo>
                  <a:cubicBezTo>
                    <a:pt x="3114328" y="332752"/>
                    <a:pt x="3114826" y="359103"/>
                    <a:pt x="3114904" y="385701"/>
                  </a:cubicBezTo>
                  <a:cubicBezTo>
                    <a:pt x="3114989" y="415231"/>
                    <a:pt x="3111569" y="443738"/>
                    <a:pt x="3104931" y="472162"/>
                  </a:cubicBezTo>
                  <a:cubicBezTo>
                    <a:pt x="3099004" y="497547"/>
                    <a:pt x="3085008" y="513159"/>
                    <a:pt x="3064003" y="519692"/>
                  </a:cubicBezTo>
                  <a:cubicBezTo>
                    <a:pt x="3038305" y="527686"/>
                    <a:pt x="3011457" y="525418"/>
                    <a:pt x="2984505" y="523535"/>
                  </a:cubicBezTo>
                  <a:cubicBezTo>
                    <a:pt x="2957662" y="521660"/>
                    <a:pt x="2931253" y="520857"/>
                    <a:pt x="2904627" y="519472"/>
                  </a:cubicBezTo>
                  <a:cubicBezTo>
                    <a:pt x="2877790" y="518076"/>
                    <a:pt x="2851460" y="516277"/>
                    <a:pt x="2824873" y="514708"/>
                  </a:cubicBezTo>
                  <a:cubicBezTo>
                    <a:pt x="2798080" y="513127"/>
                    <a:pt x="2771739" y="512281"/>
                    <a:pt x="2745145" y="511862"/>
                  </a:cubicBezTo>
                  <a:cubicBezTo>
                    <a:pt x="2718224" y="511437"/>
                    <a:pt x="2691814" y="512191"/>
                    <a:pt x="2665192" y="513819"/>
                  </a:cubicBezTo>
                  <a:cubicBezTo>
                    <a:pt x="2638281" y="515466"/>
                    <a:pt x="2611910" y="517868"/>
                    <a:pt x="2585305" y="520406"/>
                  </a:cubicBezTo>
                  <a:cubicBezTo>
                    <a:pt x="2558577" y="522957"/>
                    <a:pt x="2532288" y="524823"/>
                    <a:pt x="2505716" y="526040"/>
                  </a:cubicBezTo>
                  <a:cubicBezTo>
                    <a:pt x="2478897" y="527268"/>
                    <a:pt x="2452535" y="527403"/>
                    <a:pt x="2425932" y="527006"/>
                  </a:cubicBezTo>
                  <a:cubicBezTo>
                    <a:pt x="2399064" y="526606"/>
                    <a:pt x="2372692" y="525635"/>
                    <a:pt x="2346087" y="524443"/>
                  </a:cubicBezTo>
                  <a:cubicBezTo>
                    <a:pt x="2319269" y="523242"/>
                    <a:pt x="2292927" y="522227"/>
                    <a:pt x="2266335" y="521504"/>
                  </a:cubicBezTo>
                  <a:cubicBezTo>
                    <a:pt x="2239505" y="520774"/>
                    <a:pt x="2213146" y="520562"/>
                    <a:pt x="2186546" y="520596"/>
                  </a:cubicBezTo>
                  <a:cubicBezTo>
                    <a:pt x="2159695" y="520596"/>
                    <a:pt x="2133329" y="521033"/>
                    <a:pt x="2106726" y="521686"/>
                  </a:cubicBezTo>
                  <a:cubicBezTo>
                    <a:pt x="2079878" y="522346"/>
                    <a:pt x="2053516" y="523195"/>
                    <a:pt x="2026915" y="524107"/>
                  </a:cubicBezTo>
                  <a:cubicBezTo>
                    <a:pt x="2000091" y="525027"/>
                    <a:pt x="1973741" y="525666"/>
                    <a:pt x="1947145" y="526012"/>
                  </a:cubicBezTo>
                  <a:cubicBezTo>
                    <a:pt x="1920284" y="526361"/>
                    <a:pt x="1893910" y="525987"/>
                    <a:pt x="1867303" y="525130"/>
                  </a:cubicBezTo>
                  <a:cubicBezTo>
                    <a:pt x="1840462" y="524265"/>
                    <a:pt x="1814110" y="523151"/>
                    <a:pt x="1787513" y="522129"/>
                  </a:cubicBezTo>
                  <a:cubicBezTo>
                    <a:pt x="1760691" y="521099"/>
                    <a:pt x="1734338" y="520401"/>
                    <a:pt x="1707740" y="519888"/>
                  </a:cubicBezTo>
                  <a:cubicBezTo>
                    <a:pt x="1680893" y="519370"/>
                    <a:pt x="1654528" y="518849"/>
                    <a:pt x="1627925" y="518166"/>
                  </a:cubicBezTo>
                  <a:cubicBezTo>
                    <a:pt x="1601052" y="517477"/>
                    <a:pt x="1574676" y="516404"/>
                    <a:pt x="1548068" y="515066"/>
                  </a:cubicBezTo>
                  <a:cubicBezTo>
                    <a:pt x="1521259" y="513718"/>
                    <a:pt x="1494925" y="512595"/>
                    <a:pt x="1468337" y="511866"/>
                  </a:cubicBezTo>
                  <a:cubicBezTo>
                    <a:pt x="1441506" y="511129"/>
                    <a:pt x="1415147" y="510852"/>
                    <a:pt x="1388546" y="510664"/>
                  </a:cubicBezTo>
                  <a:cubicBezTo>
                    <a:pt x="1361691" y="510474"/>
                    <a:pt x="1335322" y="510034"/>
                    <a:pt x="1308717" y="509295"/>
                  </a:cubicBezTo>
                  <a:cubicBezTo>
                    <a:pt x="1281860" y="508549"/>
                    <a:pt x="1255495" y="507476"/>
                    <a:pt x="1228892" y="506298"/>
                  </a:cubicBezTo>
                  <a:cubicBezTo>
                    <a:pt x="1202077" y="505110"/>
                    <a:pt x="1175735" y="504226"/>
                    <a:pt x="1149141" y="503674"/>
                  </a:cubicBezTo>
                  <a:cubicBezTo>
                    <a:pt x="1122301" y="503117"/>
                    <a:pt x="1095937" y="503193"/>
                    <a:pt x="1069335" y="503616"/>
                  </a:cubicBezTo>
                  <a:cubicBezTo>
                    <a:pt x="1042491" y="504042"/>
                    <a:pt x="1016131" y="504707"/>
                    <a:pt x="989531" y="505374"/>
                  </a:cubicBezTo>
                  <a:cubicBezTo>
                    <a:pt x="962697" y="506047"/>
                    <a:pt x="936341" y="506577"/>
                    <a:pt x="909741" y="507012"/>
                  </a:cubicBezTo>
                  <a:cubicBezTo>
                    <a:pt x="882900" y="507451"/>
                    <a:pt x="856539" y="507474"/>
                    <a:pt x="829938" y="507160"/>
                  </a:cubicBezTo>
                  <a:cubicBezTo>
                    <a:pt x="803068" y="506842"/>
                    <a:pt x="776693" y="505983"/>
                    <a:pt x="750086" y="504831"/>
                  </a:cubicBezTo>
                  <a:cubicBezTo>
                    <a:pt x="723241" y="503669"/>
                    <a:pt x="696884" y="502349"/>
                    <a:pt x="670285" y="501040"/>
                  </a:cubicBezTo>
                  <a:cubicBezTo>
                    <a:pt x="643476" y="499720"/>
                    <a:pt x="617135" y="499097"/>
                    <a:pt x="590542" y="499116"/>
                  </a:cubicBezTo>
                  <a:cubicBezTo>
                    <a:pt x="563591" y="499116"/>
                    <a:pt x="537168" y="500399"/>
                    <a:pt x="510541" y="502431"/>
                  </a:cubicBezTo>
                  <a:cubicBezTo>
                    <a:pt x="483678" y="504480"/>
                    <a:pt x="457336" y="506950"/>
                    <a:pt x="430742" y="509366"/>
                  </a:cubicBezTo>
                  <a:cubicBezTo>
                    <a:pt x="404012" y="511794"/>
                    <a:pt x="377713" y="513346"/>
                    <a:pt x="351137" y="514187"/>
                  </a:cubicBezTo>
                  <a:cubicBezTo>
                    <a:pt x="324276" y="515037"/>
                    <a:pt x="297894" y="514661"/>
                    <a:pt x="271284" y="513640"/>
                  </a:cubicBezTo>
                  <a:cubicBezTo>
                    <a:pt x="244368" y="512606"/>
                    <a:pt x="217977" y="510831"/>
                    <a:pt x="191363" y="508731"/>
                  </a:cubicBezTo>
                  <a:cubicBezTo>
                    <a:pt x="164575" y="506617"/>
                    <a:pt x="138257" y="504697"/>
                    <a:pt x="111675" y="503121"/>
                  </a:cubicBezTo>
                  <a:cubicBezTo>
                    <a:pt x="75987" y="501004"/>
                    <a:pt x="13881" y="521280"/>
                    <a:pt x="8404" y="485951"/>
                  </a:cubicBezTo>
                  <a:lnTo>
                    <a:pt x="4450" y="460439"/>
                  </a:lnTo>
                  <a:cubicBezTo>
                    <a:pt x="302" y="433685"/>
                    <a:pt x="-3551" y="407382"/>
                    <a:pt x="-7214" y="380797"/>
                  </a:cubicBezTo>
                  <a:cubicBezTo>
                    <a:pt x="-10877" y="354214"/>
                    <a:pt x="-12840" y="328000"/>
                    <a:pt x="-13326" y="301461"/>
                  </a:cubicBezTo>
                  <a:cubicBezTo>
                    <a:pt x="-13820" y="274446"/>
                    <a:pt x="-12152" y="247981"/>
                    <a:pt x="-9529" y="221334"/>
                  </a:cubicBezTo>
                  <a:cubicBezTo>
                    <a:pt x="-6885" y="194479"/>
                    <a:pt x="-3824" y="168156"/>
                    <a:pt x="-889" y="141571"/>
                  </a:cubicBezTo>
                  <a:cubicBezTo>
                    <a:pt x="3034" y="106036"/>
                    <a:pt x="-2296" y="70828"/>
                    <a:pt x="3616" y="35570"/>
                  </a:cubicBezTo>
                  <a:cubicBezTo>
                    <a:pt x="6164" y="20370"/>
                    <a:pt x="13909" y="10543"/>
                    <a:pt x="26968" y="5967"/>
                  </a:cubicBezTo>
                  <a:cubicBezTo>
                    <a:pt x="52381" y="-2936"/>
                    <a:pt x="79384" y="806"/>
                    <a:pt x="106441" y="3092"/>
                  </a:cubicBezTo>
                  <a:cubicBezTo>
                    <a:pt x="133192" y="5352"/>
                    <a:pt x="159583" y="4716"/>
                    <a:pt x="186208" y="4070"/>
                  </a:cubicBezTo>
                  <a:cubicBezTo>
                    <a:pt x="213040" y="3419"/>
                    <a:pt x="239400" y="3198"/>
                    <a:pt x="266001" y="3041"/>
                  </a:cubicBezTo>
                  <a:cubicBezTo>
                    <a:pt x="292857" y="2882"/>
                    <a:pt x="319227" y="2434"/>
                    <a:pt x="345832" y="1670"/>
                  </a:cubicBezTo>
                  <a:cubicBezTo>
                    <a:pt x="372698" y="898"/>
                    <a:pt x="399067" y="-269"/>
                    <a:pt x="425672" y="-1601"/>
                  </a:cubicBezTo>
                  <a:cubicBezTo>
                    <a:pt x="452479" y="-2943"/>
                    <a:pt x="478814" y="-3924"/>
                    <a:pt x="505404" y="-4471"/>
                  </a:cubicBezTo>
                  <a:cubicBezTo>
                    <a:pt x="532276" y="-5024"/>
                    <a:pt x="558659" y="-4580"/>
                    <a:pt x="585269" y="-3507"/>
                  </a:cubicBezTo>
                  <a:cubicBezTo>
                    <a:pt x="612114" y="-2424"/>
                    <a:pt x="638462" y="-1004"/>
                    <a:pt x="665057" y="316"/>
                  </a:cubicBezTo>
                  <a:cubicBezTo>
                    <a:pt x="691865" y="1647"/>
                    <a:pt x="718210" y="2484"/>
                    <a:pt x="744805" y="3000"/>
                  </a:cubicBezTo>
                  <a:cubicBezTo>
                    <a:pt x="771654" y="3520"/>
                    <a:pt x="798021" y="3348"/>
                    <a:pt x="824625" y="2731"/>
                  </a:cubicBezTo>
                  <a:cubicBezTo>
                    <a:pt x="851530" y="2107"/>
                    <a:pt x="877922" y="773"/>
                    <a:pt x="904537" y="-969"/>
                  </a:cubicBezTo>
                  <a:cubicBezTo>
                    <a:pt x="931339" y="-2723"/>
                    <a:pt x="957663" y="-4383"/>
                    <a:pt x="984248" y="-5704"/>
                  </a:cubicBezTo>
                  <a:cubicBezTo>
                    <a:pt x="1011058" y="-7036"/>
                    <a:pt x="1037409" y="-7455"/>
                    <a:pt x="1064007" y="-7301"/>
                  </a:cubicBezTo>
                  <a:cubicBezTo>
                    <a:pt x="1090960" y="-7145"/>
                    <a:pt x="1117383" y="-5839"/>
                    <a:pt x="1144010" y="-3790"/>
                  </a:cubicBezTo>
                  <a:cubicBezTo>
                    <a:pt x="1170888" y="-1722"/>
                    <a:pt x="1197238" y="833"/>
                    <a:pt x="1223835" y="3390"/>
                  </a:cubicBezTo>
                  <a:cubicBezTo>
                    <a:pt x="1250551" y="5958"/>
                    <a:pt x="1276839" y="7617"/>
                    <a:pt x="1303410" y="8490"/>
                  </a:cubicBezTo>
                  <a:cubicBezTo>
                    <a:pt x="1327015" y="9266"/>
                    <a:pt x="1346475" y="2861"/>
                    <a:pt x="1362148" y="-10485"/>
                  </a:cubicBezTo>
                  <a:cubicBezTo>
                    <a:pt x="1382630" y="-27925"/>
                    <a:pt x="1387617" y="-53011"/>
                    <a:pt x="1385408" y="-79203"/>
                  </a:cubicBezTo>
                  <a:cubicBezTo>
                    <a:pt x="1383150" y="-105963"/>
                    <a:pt x="1376815" y="-131648"/>
                    <a:pt x="1371216" y="-157704"/>
                  </a:cubicBezTo>
                  <a:cubicBezTo>
                    <a:pt x="1365576" y="-183947"/>
                    <a:pt x="1361561" y="-210007"/>
                    <a:pt x="1357788" y="-236346"/>
                  </a:cubicBezTo>
                  <a:cubicBezTo>
                    <a:pt x="1352719" y="-271735"/>
                    <a:pt x="1371730" y="-289079"/>
                    <a:pt x="1389565" y="-258096"/>
                  </a:cubicBezTo>
                  <a:close/>
                </a:path>
              </a:pathLst>
            </a:custGeom>
            <a:solidFill>
              <a:srgbClr val="F9EACE"/>
            </a:solidFill>
            <a:ln w="13300" cap="flat">
              <a:solidFill>
                <a:srgbClr val="38A7B0"/>
              </a:solidFill>
              <a:round/>
            </a:ln>
          </p:spPr>
          <p:txBody>
            <a:bodyPr anchor="ctr" lIns="0" wrap="square" rtlCol="0" rIns="0" tIns="0" bIns="11000"/>
            <a:lstStyle/>
            <a:p>
              <a:pPr algn="ctr">
                <a:lnSpc>
                  <a:spcPct val="100000"/>
                </a:lnSpc>
              </a:pPr>
              <a:r>
                <a:rPr sz="1862">
                  <a:solidFill>
                    <a:srgbClr val="0070C0"/>
                  </a:solidFill>
                  <a:latin typeface="標楷體"/>
                </a:rPr>
                <a:t>人力投入佔比最大之階段</a:t>
              </a:r>
            </a:p>
          </p:txBody>
        </p:sp>
        <p:sp>
          <p:nvSpPr>
            <p:cNvPr id="102" name="MainTopic"/>
            <p:cNvSpPr/>
            <p:nvPr/>
          </p:nvSpPr>
          <p:spPr>
            <a:xfrm>
              <a:off x="3042518" y="1721309"/>
              <a:ext cy="576333" cx="3068399"/>
            </a:xfrm>
            <a:custGeom>
              <a:avLst/>
              <a:gdLst>
                <a:gd fmla="*/ 197106 w 3068399" name="rtl"/>
                <a:gd fmla="*/ 131670 h 576333" name="rtt"/>
                <a:gd fmla="*/ 2772873 w 3068399" name="rtr"/>
                <a:gd fmla="*/ 468603 h 576333" name="rtb"/>
              </a:gdLst>
              <a:ahLst/>
              <a:cxnLst/>
              <a:rect r="rtr" b="rtb" l="rtl" t="rtt"/>
              <a:pathLst>
                <a:path w="3068399" h="576333">
                  <a:moveTo>
                    <a:pt x="288167" y="0"/>
                  </a:moveTo>
                  <a:lnTo>
                    <a:pt x="367967" y="4733"/>
                  </a:lnTo>
                  <a:lnTo>
                    <a:pt x="447767" y="4193"/>
                  </a:lnTo>
                  <a:lnTo>
                    <a:pt x="527567" y="3198"/>
                  </a:lnTo>
                  <a:lnTo>
                    <a:pt x="607367" y="2740"/>
                  </a:lnTo>
                  <a:lnTo>
                    <a:pt x="687167" y="-164"/>
                  </a:lnTo>
                  <a:lnTo>
                    <a:pt x="766967" y="-4372"/>
                  </a:lnTo>
                  <a:lnTo>
                    <a:pt x="846767" y="-5119"/>
                  </a:lnTo>
                  <a:lnTo>
                    <a:pt x="926567" y="-811"/>
                  </a:lnTo>
                  <a:lnTo>
                    <a:pt x="1006367" y="2775"/>
                  </a:lnTo>
                  <a:lnTo>
                    <a:pt x="1086167" y="3733"/>
                  </a:lnTo>
                  <a:lnTo>
                    <a:pt x="1165967" y="1102"/>
                  </a:lnTo>
                  <a:lnTo>
                    <a:pt x="1245767" y="-4777"/>
                  </a:lnTo>
                  <a:lnTo>
                    <a:pt x="1325567" y="-7956"/>
                  </a:lnTo>
                  <a:lnTo>
                    <a:pt x="1405367" y="-6478"/>
                  </a:lnTo>
                  <a:lnTo>
                    <a:pt x="1485167" y="930"/>
                  </a:lnTo>
                  <a:lnTo>
                    <a:pt x="1564967" y="8380"/>
                  </a:lnTo>
                  <a:lnTo>
                    <a:pt x="1644767" y="9467"/>
                  </a:lnTo>
                  <a:lnTo>
                    <a:pt x="1724567" y="4835"/>
                  </a:lnTo>
                  <a:lnTo>
                    <a:pt x="1804367" y="-1646"/>
                  </a:lnTo>
                  <a:lnTo>
                    <a:pt x="1884167" y="-3715"/>
                  </a:lnTo>
                  <a:lnTo>
                    <a:pt x="1963967" y="-3323"/>
                  </a:lnTo>
                  <a:lnTo>
                    <a:pt x="2043767" y="-2301"/>
                  </a:lnTo>
                  <a:lnTo>
                    <a:pt x="2123567" y="-1834"/>
                  </a:lnTo>
                  <a:lnTo>
                    <a:pt x="2203367" y="-762"/>
                  </a:lnTo>
                  <a:lnTo>
                    <a:pt x="2283167" y="4413"/>
                  </a:lnTo>
                  <a:lnTo>
                    <a:pt x="2362967" y="10628"/>
                  </a:lnTo>
                  <a:lnTo>
                    <a:pt x="2442767" y="11927"/>
                  </a:lnTo>
                  <a:lnTo>
                    <a:pt x="2522567" y="8909"/>
                  </a:lnTo>
                  <a:lnTo>
                    <a:pt x="2602367" y="2727"/>
                  </a:lnTo>
                  <a:lnTo>
                    <a:pt x="2682167" y="-838"/>
                  </a:lnTo>
                  <a:lnTo>
                    <a:pt x="2761967" y="-3411"/>
                  </a:lnTo>
                  <a:lnTo>
                    <a:pt x="2848473" y="-2347"/>
                  </a:lnTo>
                  <a:lnTo>
                    <a:pt x="2927939" y="22636"/>
                  </a:lnTo>
                  <a:lnTo>
                    <a:pt x="2994489" y="73525"/>
                  </a:lnTo>
                  <a:lnTo>
                    <a:pt x="3042487" y="141669"/>
                  </a:lnTo>
                  <a:lnTo>
                    <a:pt x="3069429" y="219686"/>
                  </a:lnTo>
                  <a:lnTo>
                    <a:pt x="3075768" y="301810"/>
                  </a:lnTo>
                  <a:lnTo>
                    <a:pt x="3054012" y="379816"/>
                  </a:lnTo>
                  <a:lnTo>
                    <a:pt x="3010997" y="445997"/>
                  </a:lnTo>
                  <a:lnTo>
                    <a:pt x="2956532" y="500059"/>
                  </a:lnTo>
                  <a:lnTo>
                    <a:pt x="2892088" y="540619"/>
                  </a:lnTo>
                  <a:lnTo>
                    <a:pt x="2819097" y="563370"/>
                  </a:lnTo>
                  <a:lnTo>
                    <a:pt x="2740332" y="568993"/>
                  </a:lnTo>
                  <a:lnTo>
                    <a:pt x="2660532" y="569317"/>
                  </a:lnTo>
                  <a:lnTo>
                    <a:pt x="2580732" y="570395"/>
                  </a:lnTo>
                  <a:lnTo>
                    <a:pt x="2500932" y="574306"/>
                  </a:lnTo>
                  <a:lnTo>
                    <a:pt x="2421132" y="576056"/>
                  </a:lnTo>
                  <a:lnTo>
                    <a:pt x="2341332" y="578589"/>
                  </a:lnTo>
                  <a:lnTo>
                    <a:pt x="2261532" y="584300"/>
                  </a:lnTo>
                  <a:lnTo>
                    <a:pt x="2181732" y="587269"/>
                  </a:lnTo>
                  <a:lnTo>
                    <a:pt x="2101932" y="586775"/>
                  </a:lnTo>
                  <a:lnTo>
                    <a:pt x="2022132" y="585553"/>
                  </a:lnTo>
                  <a:lnTo>
                    <a:pt x="1942332" y="585200"/>
                  </a:lnTo>
                  <a:lnTo>
                    <a:pt x="1862532" y="583774"/>
                  </a:lnTo>
                  <a:lnTo>
                    <a:pt x="1782732" y="577987"/>
                  </a:lnTo>
                  <a:lnTo>
                    <a:pt x="1702932" y="573978"/>
                  </a:lnTo>
                  <a:lnTo>
                    <a:pt x="1623132" y="573471"/>
                  </a:lnTo>
                  <a:lnTo>
                    <a:pt x="1543332" y="579923"/>
                  </a:lnTo>
                  <a:lnTo>
                    <a:pt x="1463532" y="587539"/>
                  </a:lnTo>
                  <a:lnTo>
                    <a:pt x="1383732" y="589887"/>
                  </a:lnTo>
                  <a:lnTo>
                    <a:pt x="1303932" y="587841"/>
                  </a:lnTo>
                  <a:lnTo>
                    <a:pt x="1224132" y="583978"/>
                  </a:lnTo>
                  <a:lnTo>
                    <a:pt x="1144332" y="582436"/>
                  </a:lnTo>
                  <a:lnTo>
                    <a:pt x="1064532" y="582934"/>
                  </a:lnTo>
                  <a:lnTo>
                    <a:pt x="984732" y="585235"/>
                  </a:lnTo>
                  <a:lnTo>
                    <a:pt x="904932" y="588028"/>
                  </a:lnTo>
                  <a:lnTo>
                    <a:pt x="825132" y="588475"/>
                  </a:lnTo>
                  <a:lnTo>
                    <a:pt x="745332" y="585053"/>
                  </a:lnTo>
                  <a:lnTo>
                    <a:pt x="665532" y="582307"/>
                  </a:lnTo>
                  <a:lnTo>
                    <a:pt x="585732" y="581095"/>
                  </a:lnTo>
                  <a:lnTo>
                    <a:pt x="505932" y="578694"/>
                  </a:lnTo>
                  <a:lnTo>
                    <a:pt x="426132" y="574235"/>
                  </a:lnTo>
                  <a:lnTo>
                    <a:pt x="346332" y="572895"/>
                  </a:lnTo>
                  <a:lnTo>
                    <a:pt x="261962" y="571201"/>
                  </a:lnTo>
                  <a:lnTo>
                    <a:pt x="186589" y="550707"/>
                  </a:lnTo>
                  <a:lnTo>
                    <a:pt x="120925" y="509991"/>
                  </a:lnTo>
                  <a:lnTo>
                    <a:pt x="67421" y="455215"/>
                  </a:lnTo>
                  <a:lnTo>
                    <a:pt x="28391" y="389210"/>
                  </a:lnTo>
                  <a:lnTo>
                    <a:pt x="8821" y="314539"/>
                  </a:lnTo>
                  <a:lnTo>
                    <a:pt x="11214" y="236444"/>
                  </a:lnTo>
                  <a:lnTo>
                    <a:pt x="37291" y="163422"/>
                  </a:lnTo>
                  <a:lnTo>
                    <a:pt x="83894" y="102270"/>
                  </a:lnTo>
                  <a:lnTo>
                    <a:pt x="144506" y="56709"/>
                  </a:lnTo>
                  <a:lnTo>
                    <a:pt x="212853" y="24976"/>
                  </a:lnTo>
                  <a:lnTo>
                    <a:pt x="288167" y="0"/>
                  </a:lnTo>
                  <a:close/>
                </a:path>
              </a:pathLst>
            </a:custGeom>
            <a:solidFill>
              <a:srgbClr val="A8DF41"/>
            </a:solidFill>
            <a:ln w="39900" cap="flat">
              <a:solidFill>
                <a:srgbClr val="A8DF41"/>
              </a:solidFill>
              <a:round/>
            </a:ln>
          </p:spPr>
          <p:txBody>
            <a:bodyPr anchor="ctr" lIns="0" wrap="none" rtlCol="0" rIns="0" tIns="0" bIns="11000"/>
            <a:lstStyle/>
            <a:p>
              <a:pPr algn="ctr">
                <a:lnSpc>
                  <a:spcPct val="100000"/>
                </a:lnSpc>
              </a:pPr>
              <a:r>
                <a:rPr b="1" sz="2128">
                  <a:solidFill>
                    <a:srgbClr val="FFFFFF"/>
                  </a:solidFill>
                  <a:latin typeface="標楷體"/>
                </a:rPr>
                <a:t>1.文本AI分析概念</a:t>
              </a:r>
            </a:p>
          </p:txBody>
        </p:sp>
        <p:sp>
          <p:nvSpPr>
            <p:cNvPr id="130" name="SubTopic"/>
            <p:cNvSpPr/>
            <p:nvPr/>
          </p:nvSpPr>
          <p:spPr>
            <a:xfrm>
              <a:off x="372015" y="2776443"/>
              <a:ext cy="381267" cx="1272367"/>
            </a:xfrm>
            <a:custGeom>
              <a:avLst/>
              <a:gdLst>
                <a:gd fmla="*/ 110390 w 1272367" name="rtl"/>
                <a:gd fmla="*/ 51870 h 381267" name="rtt"/>
                <a:gd fmla="*/ 1156657 w 1272367" name="rtr"/>
                <a:gd fmla="*/ 353337 h 381267" name="rtb"/>
              </a:gdLst>
              <a:ahLst/>
              <a:cxnLst/>
              <a:rect r="rtr" b="rtb" l="rtl" t="rtt"/>
              <a:pathLst>
                <a:path w="1272367" h="381267">
                  <a:moveTo>
                    <a:pt x="6656" y="35873"/>
                  </a:moveTo>
                  <a:cubicBezTo>
                    <a:pt x="7719" y="20605"/>
                    <a:pt x="14461" y="10707"/>
                    <a:pt x="26992" y="6061"/>
                  </a:cubicBezTo>
                  <a:cubicBezTo>
                    <a:pt x="52250" y="-3304"/>
                    <a:pt x="79334" y="623"/>
                    <a:pt x="106445" y="3025"/>
                  </a:cubicBezTo>
                  <a:cubicBezTo>
                    <a:pt x="133188" y="5394"/>
                    <a:pt x="159581" y="4741"/>
                    <a:pt x="186208" y="4080"/>
                  </a:cubicBezTo>
                  <a:cubicBezTo>
                    <a:pt x="213040" y="3414"/>
                    <a:pt x="239400" y="3194"/>
                    <a:pt x="266001" y="3039"/>
                  </a:cubicBezTo>
                  <a:cubicBezTo>
                    <a:pt x="292857" y="2883"/>
                    <a:pt x="319227" y="2434"/>
                    <a:pt x="345832" y="1670"/>
                  </a:cubicBezTo>
                  <a:cubicBezTo>
                    <a:pt x="372698" y="898"/>
                    <a:pt x="399067" y="-269"/>
                    <a:pt x="425672" y="-1601"/>
                  </a:cubicBezTo>
                  <a:cubicBezTo>
                    <a:pt x="452479" y="-2943"/>
                    <a:pt x="478814" y="-3924"/>
                    <a:pt x="505404" y="-4471"/>
                  </a:cubicBezTo>
                  <a:cubicBezTo>
                    <a:pt x="532276" y="-5024"/>
                    <a:pt x="558659" y="-4580"/>
                    <a:pt x="585269" y="-3507"/>
                  </a:cubicBezTo>
                  <a:cubicBezTo>
                    <a:pt x="612114" y="-2424"/>
                    <a:pt x="638462" y="-1004"/>
                    <a:pt x="665057" y="316"/>
                  </a:cubicBezTo>
                  <a:cubicBezTo>
                    <a:pt x="691865" y="1647"/>
                    <a:pt x="718210" y="2484"/>
                    <a:pt x="744805" y="3000"/>
                  </a:cubicBezTo>
                  <a:cubicBezTo>
                    <a:pt x="771654" y="3520"/>
                    <a:pt x="798021" y="3348"/>
                    <a:pt x="824625" y="2731"/>
                  </a:cubicBezTo>
                  <a:cubicBezTo>
                    <a:pt x="851530" y="2107"/>
                    <a:pt x="877922" y="773"/>
                    <a:pt x="904537" y="-969"/>
                  </a:cubicBezTo>
                  <a:cubicBezTo>
                    <a:pt x="931339" y="-2723"/>
                    <a:pt x="957663" y="-4383"/>
                    <a:pt x="984248" y="-5704"/>
                  </a:cubicBezTo>
                  <a:cubicBezTo>
                    <a:pt x="1011058" y="-7036"/>
                    <a:pt x="1037409" y="-7455"/>
                    <a:pt x="1064007" y="-7301"/>
                  </a:cubicBezTo>
                  <a:cubicBezTo>
                    <a:pt x="1090960" y="-7145"/>
                    <a:pt x="1117383" y="-5839"/>
                    <a:pt x="1144010" y="-3790"/>
                  </a:cubicBezTo>
                  <a:cubicBezTo>
                    <a:pt x="1166845" y="-2033"/>
                    <a:pt x="1189210" y="710"/>
                    <a:pt x="1211579" y="4162"/>
                  </a:cubicBezTo>
                  <a:cubicBezTo>
                    <a:pt x="1237164" y="8109"/>
                    <a:pt x="1253051" y="20280"/>
                    <a:pt x="1259685" y="40268"/>
                  </a:cubicBezTo>
                  <a:cubicBezTo>
                    <a:pt x="1268171" y="65837"/>
                    <a:pt x="1266267" y="92763"/>
                    <a:pt x="1265700" y="119753"/>
                  </a:cubicBezTo>
                  <a:cubicBezTo>
                    <a:pt x="1265134" y="146680"/>
                    <a:pt x="1267262" y="173070"/>
                    <a:pt x="1269583" y="199685"/>
                  </a:cubicBezTo>
                  <a:cubicBezTo>
                    <a:pt x="1271916" y="226431"/>
                    <a:pt x="1273498" y="252742"/>
                    <a:pt x="1274534" y="279323"/>
                  </a:cubicBezTo>
                  <a:cubicBezTo>
                    <a:pt x="1275406" y="301686"/>
                    <a:pt x="1271402" y="322133"/>
                    <a:pt x="1262655" y="341024"/>
                  </a:cubicBezTo>
                  <a:cubicBezTo>
                    <a:pt x="1251461" y="365199"/>
                    <a:pt x="1230497" y="377413"/>
                    <a:pt x="1205746" y="381878"/>
                  </a:cubicBezTo>
                  <a:cubicBezTo>
                    <a:pt x="1179309" y="386647"/>
                    <a:pt x="1152778" y="385145"/>
                    <a:pt x="1126054" y="384015"/>
                  </a:cubicBezTo>
                  <a:cubicBezTo>
                    <a:pt x="1099235" y="382881"/>
                    <a:pt x="1072869" y="382802"/>
                    <a:pt x="1046263" y="382630"/>
                  </a:cubicBezTo>
                  <a:cubicBezTo>
                    <a:pt x="1019369" y="382456"/>
                    <a:pt x="992978" y="381565"/>
                    <a:pt x="966364" y="380148"/>
                  </a:cubicBezTo>
                  <a:cubicBezTo>
                    <a:pt x="939481" y="378718"/>
                    <a:pt x="913112" y="376805"/>
                    <a:pt x="886507" y="374762"/>
                  </a:cubicBezTo>
                  <a:cubicBezTo>
                    <a:pt x="859744" y="372708"/>
                    <a:pt x="833434" y="371254"/>
                    <a:pt x="806855" y="370411"/>
                  </a:cubicBezTo>
                  <a:cubicBezTo>
                    <a:pt x="780010" y="369559"/>
                    <a:pt x="753639" y="369755"/>
                    <a:pt x="727033" y="370478"/>
                  </a:cubicBezTo>
                  <a:cubicBezTo>
                    <a:pt x="700123" y="371209"/>
                    <a:pt x="673730" y="372669"/>
                    <a:pt x="647115" y="374525"/>
                  </a:cubicBezTo>
                  <a:cubicBezTo>
                    <a:pt x="620314" y="376394"/>
                    <a:pt x="593992" y="378161"/>
                    <a:pt x="567407" y="379601"/>
                  </a:cubicBezTo>
                  <a:cubicBezTo>
                    <a:pt x="540593" y="381054"/>
                    <a:pt x="514238" y="382054"/>
                    <a:pt x="487639" y="382950"/>
                  </a:cubicBezTo>
                  <a:cubicBezTo>
                    <a:pt x="460719" y="383857"/>
                    <a:pt x="434311" y="385216"/>
                    <a:pt x="407690" y="387126"/>
                  </a:cubicBezTo>
                  <a:cubicBezTo>
                    <a:pt x="380857" y="389050"/>
                    <a:pt x="354525" y="391202"/>
                    <a:pt x="327937" y="393185"/>
                  </a:cubicBezTo>
                  <a:cubicBezTo>
                    <a:pt x="301173" y="395182"/>
                    <a:pt x="274851" y="396207"/>
                    <a:pt x="248266" y="396496"/>
                  </a:cubicBezTo>
                  <a:cubicBezTo>
                    <a:pt x="221409" y="396787"/>
                    <a:pt x="195038" y="396211"/>
                    <a:pt x="168432" y="395350"/>
                  </a:cubicBezTo>
                  <a:cubicBezTo>
                    <a:pt x="141585" y="394482"/>
                    <a:pt x="115224" y="393446"/>
                    <a:pt x="88623" y="392374"/>
                  </a:cubicBezTo>
                  <a:cubicBezTo>
                    <a:pt x="63728" y="391371"/>
                    <a:pt x="42881" y="383761"/>
                    <a:pt x="25631" y="369298"/>
                  </a:cubicBezTo>
                  <a:cubicBezTo>
                    <a:pt x="5015" y="352013"/>
                    <a:pt x="-2547" y="327550"/>
                    <a:pt x="-3656" y="301327"/>
                  </a:cubicBezTo>
                  <a:cubicBezTo>
                    <a:pt x="-4797" y="274324"/>
                    <a:pt x="-1262" y="247914"/>
                    <a:pt x="2279" y="221286"/>
                  </a:cubicBezTo>
                  <a:cubicBezTo>
                    <a:pt x="5821" y="194649"/>
                    <a:pt x="8103" y="168368"/>
                    <a:pt x="9762" y="141794"/>
                  </a:cubicBezTo>
                  <a:cubicBezTo>
                    <a:pt x="11989" y="106113"/>
                    <a:pt x="4173" y="71537"/>
                    <a:pt x="6656" y="35873"/>
                  </a:cubicBezTo>
                  <a:close/>
                </a:path>
              </a:pathLst>
            </a:custGeom>
            <a:solidFill>
              <a:srgbClr val="F1F9E8"/>
            </a:solidFill>
            <a:ln w="13300" cap="flat">
              <a:solidFill>
                <a:srgbClr val="F1F9E8"/>
              </a:solidFill>
              <a:round/>
            </a:ln>
          </p:spPr>
          <p:txBody>
            <a:bodyPr anchor="ctr" lIns="0" wrap="none" rtlCol="0" rIns="0" tIns="0" bIns="11000"/>
            <a:lstStyle/>
            <a:p>
              <a:pPr algn="ctr">
                <a:lnSpc>
                  <a:spcPct val="100000"/>
                </a:lnSpc>
              </a:pPr>
              <a:r>
                <a:rPr sz="1862">
                  <a:solidFill>
                    <a:srgbClr val="454545"/>
                  </a:solidFill>
                  <a:latin typeface="標楷體"/>
                </a:rPr>
                <a:t>應用目標</a:t>
              </a:r>
            </a:p>
          </p:txBody>
        </p:sp>
        <p:sp>
          <p:nvSpPr>
            <p:cNvPr id="147" name="SubTopic"/>
            <p:cNvSpPr/>
            <p:nvPr/>
          </p:nvSpPr>
          <p:spPr>
            <a:xfrm>
              <a:off x="3463193" y="2776443"/>
              <a:ext cy="381267" cx="2265433"/>
            </a:xfrm>
            <a:custGeom>
              <a:avLst/>
              <a:gdLst>
                <a:gd fmla="*/ 110390 w 2265433" name="rtl"/>
                <a:gd fmla="*/ 51870 h 381267" name="rtt"/>
                <a:gd fmla="*/ 2149723 w 2265433" name="rtr"/>
                <a:gd fmla="*/ 353337 h 381267" name="rtb"/>
              </a:gdLst>
              <a:ahLst/>
              <a:cxnLst/>
              <a:rect r="rtr" b="rtb" l="rtl" t="rtt"/>
              <a:pathLst>
                <a:path w="2265433" h="381267">
                  <a:moveTo>
                    <a:pt x="2262735" y="53835"/>
                  </a:moveTo>
                  <a:lnTo>
                    <a:pt x="2263897" y="79853"/>
                  </a:lnTo>
                  <a:cubicBezTo>
                    <a:pt x="2265096" y="106680"/>
                    <a:pt x="2266151" y="133031"/>
                    <a:pt x="2267090" y="159629"/>
                  </a:cubicBezTo>
                  <a:cubicBezTo>
                    <a:pt x="2268040" y="186547"/>
                    <a:pt x="2269393" y="212955"/>
                    <a:pt x="2271296" y="239577"/>
                  </a:cubicBezTo>
                  <a:cubicBezTo>
                    <a:pt x="2273807" y="274701"/>
                    <a:pt x="2273923" y="308924"/>
                    <a:pt x="2270604" y="343947"/>
                  </a:cubicBezTo>
                  <a:cubicBezTo>
                    <a:pt x="2268175" y="369570"/>
                    <a:pt x="2257519" y="385684"/>
                    <a:pt x="2238401" y="392613"/>
                  </a:cubicBezTo>
                  <a:cubicBezTo>
                    <a:pt x="2213059" y="401797"/>
                    <a:pt x="2186023" y="398907"/>
                    <a:pt x="2158940" y="396366"/>
                  </a:cubicBezTo>
                  <a:cubicBezTo>
                    <a:pt x="2132195" y="393857"/>
                    <a:pt x="2105814" y="393073"/>
                    <a:pt x="2079196" y="392227"/>
                  </a:cubicBezTo>
                  <a:cubicBezTo>
                    <a:pt x="2052366" y="391374"/>
                    <a:pt x="2026019" y="390517"/>
                    <a:pt x="1999425" y="389900"/>
                  </a:cubicBezTo>
                  <a:cubicBezTo>
                    <a:pt x="1972486" y="389275"/>
                    <a:pt x="1946065" y="388157"/>
                    <a:pt x="1919439" y="386267"/>
                  </a:cubicBezTo>
                  <a:cubicBezTo>
                    <a:pt x="1892493" y="384355"/>
                    <a:pt x="1866106" y="381617"/>
                    <a:pt x="1839494" y="378648"/>
                  </a:cubicBezTo>
                  <a:cubicBezTo>
                    <a:pt x="1812790" y="375669"/>
                    <a:pt x="1786521" y="373295"/>
                    <a:pt x="1759958" y="371557"/>
                  </a:cubicBezTo>
                  <a:cubicBezTo>
                    <a:pt x="1733175" y="369804"/>
                    <a:pt x="1706830" y="369144"/>
                    <a:pt x="1680233" y="369002"/>
                  </a:cubicBezTo>
                  <a:cubicBezTo>
                    <a:pt x="1653386" y="368859"/>
                    <a:pt x="1627022" y="369241"/>
                    <a:pt x="1600420" y="369792"/>
                  </a:cubicBezTo>
                  <a:cubicBezTo>
                    <a:pt x="1573568" y="370347"/>
                    <a:pt x="1547202" y="371110"/>
                    <a:pt x="1520599" y="372011"/>
                  </a:cubicBezTo>
                  <a:cubicBezTo>
                    <a:pt x="1493775" y="372919"/>
                    <a:pt x="1467427" y="373583"/>
                    <a:pt x="1440832" y="373919"/>
                  </a:cubicBezTo>
                  <a:cubicBezTo>
                    <a:pt x="1413992" y="374258"/>
                    <a:pt x="1387631" y="374408"/>
                    <a:pt x="1361029" y="374666"/>
                  </a:cubicBezTo>
                  <a:cubicBezTo>
                    <a:pt x="1334159" y="374926"/>
                    <a:pt x="1307782" y="375652"/>
                    <a:pt x="1281174" y="376740"/>
                  </a:cubicBezTo>
                  <a:cubicBezTo>
                    <a:pt x="1254351" y="377836"/>
                    <a:pt x="1228010" y="378911"/>
                    <a:pt x="1201418" y="379711"/>
                  </a:cubicBezTo>
                  <a:cubicBezTo>
                    <a:pt x="1174577" y="380518"/>
                    <a:pt x="1148212" y="381146"/>
                    <a:pt x="1121608" y="381890"/>
                  </a:cubicBezTo>
                  <a:cubicBezTo>
                    <a:pt x="1094711" y="382642"/>
                    <a:pt x="1068320" y="383892"/>
                    <a:pt x="1041706" y="385553"/>
                  </a:cubicBezTo>
                  <a:cubicBezTo>
                    <a:pt x="1014900" y="387226"/>
                    <a:pt x="988576" y="388828"/>
                    <a:pt x="961991" y="390086"/>
                  </a:cubicBezTo>
                  <a:cubicBezTo>
                    <a:pt x="935181" y="391354"/>
                    <a:pt x="908830" y="391850"/>
                    <a:pt x="882233" y="391925"/>
                  </a:cubicBezTo>
                  <a:cubicBezTo>
                    <a:pt x="855390" y="392000"/>
                    <a:pt x="829028" y="391690"/>
                    <a:pt x="802427" y="391299"/>
                  </a:cubicBezTo>
                  <a:cubicBezTo>
                    <a:pt x="775590" y="390904"/>
                    <a:pt x="749232" y="390601"/>
                    <a:pt x="722633" y="390407"/>
                  </a:cubicBezTo>
                  <a:cubicBezTo>
                    <a:pt x="695790" y="390211"/>
                    <a:pt x="669427" y="389979"/>
                    <a:pt x="642826" y="389605"/>
                  </a:cubicBezTo>
                  <a:cubicBezTo>
                    <a:pt x="615919" y="389227"/>
                    <a:pt x="589522" y="388195"/>
                    <a:pt x="562905" y="386604"/>
                  </a:cubicBezTo>
                  <a:cubicBezTo>
                    <a:pt x="536080" y="385002"/>
                    <a:pt x="509748" y="383232"/>
                    <a:pt x="483161" y="381690"/>
                  </a:cubicBezTo>
                  <a:cubicBezTo>
                    <a:pt x="456366" y="380137"/>
                    <a:pt x="430025" y="379287"/>
                    <a:pt x="403431" y="378864"/>
                  </a:cubicBezTo>
                  <a:cubicBezTo>
                    <a:pt x="376510" y="378436"/>
                    <a:pt x="350100" y="379190"/>
                    <a:pt x="323479" y="380819"/>
                  </a:cubicBezTo>
                  <a:cubicBezTo>
                    <a:pt x="296567" y="382466"/>
                    <a:pt x="270197" y="384868"/>
                    <a:pt x="243592" y="387406"/>
                  </a:cubicBezTo>
                  <a:cubicBezTo>
                    <a:pt x="216864" y="389957"/>
                    <a:pt x="190574" y="391823"/>
                    <a:pt x="164003" y="393040"/>
                  </a:cubicBezTo>
                  <a:cubicBezTo>
                    <a:pt x="137183" y="394268"/>
                    <a:pt x="110821" y="394403"/>
                    <a:pt x="84219" y="394006"/>
                  </a:cubicBezTo>
                  <a:cubicBezTo>
                    <a:pt x="59505" y="393638"/>
                    <a:pt x="39262" y="386030"/>
                    <a:pt x="23059" y="371229"/>
                  </a:cubicBezTo>
                  <a:cubicBezTo>
                    <a:pt x="3220" y="353104"/>
                    <a:pt x="-3952" y="327983"/>
                    <a:pt x="-5997" y="301444"/>
                  </a:cubicBezTo>
                  <a:cubicBezTo>
                    <a:pt x="-8059" y="274679"/>
                    <a:pt x="-7146" y="248288"/>
                    <a:pt x="-6657" y="221665"/>
                  </a:cubicBezTo>
                  <a:cubicBezTo>
                    <a:pt x="-6164" y="194818"/>
                    <a:pt x="-6663" y="168450"/>
                    <a:pt x="-7379" y="141845"/>
                  </a:cubicBezTo>
                  <a:cubicBezTo>
                    <a:pt x="-8340" y="106107"/>
                    <a:pt x="-12711" y="70105"/>
                    <a:pt x="-1994" y="35998"/>
                  </a:cubicBezTo>
                  <a:cubicBezTo>
                    <a:pt x="2935" y="20310"/>
                    <a:pt x="12523" y="10271"/>
                    <a:pt x="26920" y="5752"/>
                  </a:cubicBezTo>
                  <a:cubicBezTo>
                    <a:pt x="52596" y="-2308"/>
                    <a:pt x="79467" y="1122"/>
                    <a:pt x="106434" y="3208"/>
                  </a:cubicBezTo>
                  <a:cubicBezTo>
                    <a:pt x="133200" y="5278"/>
                    <a:pt x="159587" y="4672"/>
                    <a:pt x="186207" y="4053"/>
                  </a:cubicBezTo>
                  <a:cubicBezTo>
                    <a:pt x="213040" y="3429"/>
                    <a:pt x="239400" y="3203"/>
                    <a:pt x="266001" y="3043"/>
                  </a:cubicBezTo>
                  <a:cubicBezTo>
                    <a:pt x="292857" y="2881"/>
                    <a:pt x="319227" y="2433"/>
                    <a:pt x="345832" y="1669"/>
                  </a:cubicBezTo>
                  <a:cubicBezTo>
                    <a:pt x="372698" y="898"/>
                    <a:pt x="399067" y="-269"/>
                    <a:pt x="425672" y="-1601"/>
                  </a:cubicBezTo>
                  <a:cubicBezTo>
                    <a:pt x="452479" y="-2943"/>
                    <a:pt x="478814" y="-3924"/>
                    <a:pt x="505404" y="-4471"/>
                  </a:cubicBezTo>
                  <a:cubicBezTo>
                    <a:pt x="532276" y="-5024"/>
                    <a:pt x="558659" y="-4580"/>
                    <a:pt x="585269" y="-3507"/>
                  </a:cubicBezTo>
                  <a:cubicBezTo>
                    <a:pt x="612114" y="-2424"/>
                    <a:pt x="638462" y="-1004"/>
                    <a:pt x="665057" y="316"/>
                  </a:cubicBezTo>
                  <a:cubicBezTo>
                    <a:pt x="691865" y="1647"/>
                    <a:pt x="718210" y="2484"/>
                    <a:pt x="744805" y="3000"/>
                  </a:cubicBezTo>
                  <a:cubicBezTo>
                    <a:pt x="771654" y="3520"/>
                    <a:pt x="798021" y="3348"/>
                    <a:pt x="824625" y="2731"/>
                  </a:cubicBezTo>
                  <a:cubicBezTo>
                    <a:pt x="851530" y="2107"/>
                    <a:pt x="877922" y="773"/>
                    <a:pt x="904537" y="-969"/>
                  </a:cubicBezTo>
                  <a:cubicBezTo>
                    <a:pt x="931339" y="-2723"/>
                    <a:pt x="957663" y="-4383"/>
                    <a:pt x="984248" y="-5704"/>
                  </a:cubicBezTo>
                  <a:cubicBezTo>
                    <a:pt x="1011058" y="-7036"/>
                    <a:pt x="1037409" y="-7455"/>
                    <a:pt x="1064007" y="-7301"/>
                  </a:cubicBezTo>
                  <a:cubicBezTo>
                    <a:pt x="1090960" y="-7145"/>
                    <a:pt x="1117383" y="-5839"/>
                    <a:pt x="1144010" y="-3790"/>
                  </a:cubicBezTo>
                  <a:cubicBezTo>
                    <a:pt x="1170888" y="-1722"/>
                    <a:pt x="1197238" y="833"/>
                    <a:pt x="1223835" y="3390"/>
                  </a:cubicBezTo>
                  <a:cubicBezTo>
                    <a:pt x="1250551" y="5958"/>
                    <a:pt x="1276839" y="7617"/>
                    <a:pt x="1303410" y="8490"/>
                  </a:cubicBezTo>
                  <a:cubicBezTo>
                    <a:pt x="1330279" y="9373"/>
                    <a:pt x="1356667" y="8909"/>
                    <a:pt x="1383280" y="7743"/>
                  </a:cubicBezTo>
                  <a:cubicBezTo>
                    <a:pt x="1410182" y="6565"/>
                    <a:pt x="1436563" y="4711"/>
                    <a:pt x="1463172" y="2630"/>
                  </a:cubicBezTo>
                  <a:cubicBezTo>
                    <a:pt x="1489938" y="538"/>
                    <a:pt x="1516245" y="-1079"/>
                    <a:pt x="1542824" y="-2146"/>
                  </a:cubicBezTo>
                  <a:cubicBezTo>
                    <a:pt x="1569642" y="-3224"/>
                    <a:pt x="1596000" y="-3520"/>
                    <a:pt x="1622600" y="-3526"/>
                  </a:cubicBezTo>
                  <a:cubicBezTo>
                    <a:pt x="1649442" y="-3526"/>
                    <a:pt x="1675803" y="-3286"/>
                    <a:pt x="1702404" y="-2972"/>
                  </a:cubicBezTo>
                  <a:cubicBezTo>
                    <a:pt x="1729242" y="-2656"/>
                    <a:pt x="1755601" y="-2379"/>
                    <a:pt x="1782201" y="-2172"/>
                  </a:cubicBezTo>
                  <a:cubicBezTo>
                    <a:pt x="1809042" y="-1963"/>
                    <a:pt x="1835403" y="-1745"/>
                    <a:pt x="1862004" y="-1446"/>
                  </a:cubicBezTo>
                  <a:cubicBezTo>
                    <a:pt x="1888898" y="-1144"/>
                    <a:pt x="1915288" y="-270"/>
                    <a:pt x="1941902" y="1129"/>
                  </a:cubicBezTo>
                  <a:cubicBezTo>
                    <a:pt x="1968786" y="2543"/>
                    <a:pt x="1995155" y="4458"/>
                    <a:pt x="2021760" y="6503"/>
                  </a:cubicBezTo>
                  <a:cubicBezTo>
                    <a:pt x="2048523" y="8560"/>
                    <a:pt x="2074832" y="10013"/>
                    <a:pt x="2101411" y="10856"/>
                  </a:cubicBezTo>
                  <a:cubicBezTo>
                    <a:pt x="2128256" y="11708"/>
                    <a:pt x="2154627" y="11512"/>
                    <a:pt x="2181234" y="10789"/>
                  </a:cubicBezTo>
                  <a:cubicBezTo>
                    <a:pt x="2216971" y="9818"/>
                    <a:pt x="2261140" y="18121"/>
                    <a:pt x="2262735" y="53835"/>
                  </a:cubicBezTo>
                  <a:close/>
                </a:path>
              </a:pathLst>
            </a:custGeom>
            <a:solidFill>
              <a:srgbClr val="F1F9E8"/>
            </a:solidFill>
            <a:ln w="13300" cap="flat">
              <a:solidFill>
                <a:srgbClr val="F1F9E8"/>
              </a:solidFill>
              <a:round/>
            </a:ln>
          </p:spPr>
          <p:txBody>
            <a:bodyPr anchor="ctr" lIns="0" wrap="none" rtlCol="0" rIns="0" tIns="0" bIns="11000"/>
            <a:lstStyle/>
            <a:p>
              <a:pPr algn="ctr">
                <a:lnSpc>
                  <a:spcPct val="100000"/>
                </a:lnSpc>
              </a:pPr>
              <a:r>
                <a:rPr sz="1862">
                  <a:solidFill>
                    <a:srgbClr val="454545"/>
                  </a:solidFill>
                  <a:latin typeface="標楷體"/>
                </a:rPr>
                <a:t>模型開發工作階段</a:t>
              </a:r>
            </a:p>
          </p:txBody>
        </p:sp>
        <p:sp>
          <p:nvSpPr>
            <p:cNvPr id="169" name="SubTopic"/>
            <p:cNvSpPr/>
            <p:nvPr/>
          </p:nvSpPr>
          <p:spPr>
            <a:xfrm>
              <a:off x="1172675" y="3317309"/>
              <a:ext cy="1560533" cx="2051118"/>
            </a:xfrm>
            <a:custGeom>
              <a:avLst/>
              <a:gdLst>
                <a:gd fmla="*/ 110390 w 2051118" name="rtl"/>
                <a:gd fmla="*/ 51870 h 1560533" name="rtt"/>
                <a:gd fmla="*/ 1988599 w 2051118" name="rtr"/>
                <a:gd fmla="*/ 1559203 h 1560533" name="rtb"/>
              </a:gdLst>
              <a:ahLst/>
              <a:cxnLst/>
              <a:rect r="rtr" b="rtb" l="rtl" t="rtt"/>
              <a:pathLst>
                <a:path w="2051118" stroke="false" h="1560533">
                  <a:moveTo>
                    <a:pt x="0" y="0"/>
                  </a:moveTo>
                  <a:lnTo>
                    <a:pt x="79800" y="4733"/>
                  </a:lnTo>
                  <a:lnTo>
                    <a:pt x="159600" y="4193"/>
                  </a:lnTo>
                  <a:lnTo>
                    <a:pt x="239400" y="3198"/>
                  </a:lnTo>
                  <a:lnTo>
                    <a:pt x="319200" y="2740"/>
                  </a:lnTo>
                  <a:lnTo>
                    <a:pt x="399000" y="-164"/>
                  </a:lnTo>
                  <a:lnTo>
                    <a:pt x="478800" y="-4372"/>
                  </a:lnTo>
                  <a:lnTo>
                    <a:pt x="558600" y="-5119"/>
                  </a:lnTo>
                  <a:lnTo>
                    <a:pt x="638400" y="-811"/>
                  </a:lnTo>
                  <a:lnTo>
                    <a:pt x="718200" y="2775"/>
                  </a:lnTo>
                  <a:lnTo>
                    <a:pt x="798000" y="3733"/>
                  </a:lnTo>
                  <a:lnTo>
                    <a:pt x="877800" y="1102"/>
                  </a:lnTo>
                  <a:lnTo>
                    <a:pt x="957600" y="-4777"/>
                  </a:lnTo>
                  <a:lnTo>
                    <a:pt x="1037400" y="-7956"/>
                  </a:lnTo>
                  <a:lnTo>
                    <a:pt x="1117200" y="-6478"/>
                  </a:lnTo>
                  <a:lnTo>
                    <a:pt x="1197000" y="930"/>
                  </a:lnTo>
                  <a:lnTo>
                    <a:pt x="1276800" y="8380"/>
                  </a:lnTo>
                  <a:lnTo>
                    <a:pt x="1356600" y="9467"/>
                  </a:lnTo>
                  <a:lnTo>
                    <a:pt x="1436400" y="4835"/>
                  </a:lnTo>
                  <a:lnTo>
                    <a:pt x="1516200" y="-1646"/>
                  </a:lnTo>
                  <a:lnTo>
                    <a:pt x="1596000" y="-3715"/>
                  </a:lnTo>
                  <a:lnTo>
                    <a:pt x="1675800" y="-3323"/>
                  </a:lnTo>
                  <a:lnTo>
                    <a:pt x="1755600" y="-2301"/>
                  </a:lnTo>
                  <a:lnTo>
                    <a:pt x="1835400" y="-1834"/>
                  </a:lnTo>
                  <a:lnTo>
                    <a:pt x="1915200" y="-762"/>
                  </a:lnTo>
                  <a:lnTo>
                    <a:pt x="1995000" y="4413"/>
                  </a:lnTo>
                  <a:lnTo>
                    <a:pt x="2040490" y="26600"/>
                  </a:lnTo>
                  <a:lnTo>
                    <a:pt x="2039191" y="106400"/>
                  </a:lnTo>
                  <a:lnTo>
                    <a:pt x="2042209" y="186200"/>
                  </a:lnTo>
                  <a:lnTo>
                    <a:pt x="2048391" y="266000"/>
                  </a:lnTo>
                  <a:lnTo>
                    <a:pt x="2051956" y="345800"/>
                  </a:lnTo>
                  <a:lnTo>
                    <a:pt x="2054529" y="425600"/>
                  </a:lnTo>
                  <a:lnTo>
                    <a:pt x="2061307" y="505400"/>
                  </a:lnTo>
                  <a:lnTo>
                    <a:pt x="2066746" y="585200"/>
                  </a:lnTo>
                  <a:lnTo>
                    <a:pt x="2066226" y="665000"/>
                  </a:lnTo>
                  <a:lnTo>
                    <a:pt x="2063296" y="744800"/>
                  </a:lnTo>
                  <a:lnTo>
                    <a:pt x="2060080" y="824600"/>
                  </a:lnTo>
                  <a:lnTo>
                    <a:pt x="2058797" y="904400"/>
                  </a:lnTo>
                  <a:lnTo>
                    <a:pt x="2051585" y="984200"/>
                  </a:lnTo>
                  <a:lnTo>
                    <a:pt x="2042498" y="1064000"/>
                  </a:lnTo>
                  <a:lnTo>
                    <a:pt x="2038587" y="1143800"/>
                  </a:lnTo>
                  <a:lnTo>
                    <a:pt x="2039000" y="1223600"/>
                  </a:lnTo>
                  <a:lnTo>
                    <a:pt x="2040849" y="1303400"/>
                  </a:lnTo>
                  <a:lnTo>
                    <a:pt x="2043777" y="1383200"/>
                  </a:lnTo>
                  <a:lnTo>
                    <a:pt x="2044102" y="1463000"/>
                  </a:lnTo>
                  <a:lnTo>
                    <a:pt x="2045179" y="1542800"/>
                  </a:lnTo>
                  <a:lnTo>
                    <a:pt x="1984618" y="1558506"/>
                  </a:lnTo>
                  <a:lnTo>
                    <a:pt x="1904818" y="1560256"/>
                  </a:lnTo>
                  <a:lnTo>
                    <a:pt x="1825018" y="1562789"/>
                  </a:lnTo>
                  <a:lnTo>
                    <a:pt x="1745218" y="1568500"/>
                  </a:lnTo>
                  <a:lnTo>
                    <a:pt x="1665418" y="1571469"/>
                  </a:lnTo>
                  <a:lnTo>
                    <a:pt x="1585618" y="1570975"/>
                  </a:lnTo>
                  <a:lnTo>
                    <a:pt x="1505818" y="1569753"/>
                  </a:lnTo>
                  <a:lnTo>
                    <a:pt x="1426018" y="1569400"/>
                  </a:lnTo>
                  <a:lnTo>
                    <a:pt x="1346218" y="1567974"/>
                  </a:lnTo>
                  <a:lnTo>
                    <a:pt x="1266418" y="1562187"/>
                  </a:lnTo>
                  <a:lnTo>
                    <a:pt x="1186618" y="1558178"/>
                  </a:lnTo>
                  <a:lnTo>
                    <a:pt x="1106818" y="1557671"/>
                  </a:lnTo>
                  <a:lnTo>
                    <a:pt x="1027018" y="1564123"/>
                  </a:lnTo>
                  <a:lnTo>
                    <a:pt x="947218" y="1571739"/>
                  </a:lnTo>
                  <a:lnTo>
                    <a:pt x="867418" y="1574087"/>
                  </a:lnTo>
                  <a:lnTo>
                    <a:pt x="787618" y="1572041"/>
                  </a:lnTo>
                  <a:lnTo>
                    <a:pt x="707818" y="1568178"/>
                  </a:lnTo>
                  <a:lnTo>
                    <a:pt x="628018" y="1566636"/>
                  </a:lnTo>
                  <a:lnTo>
                    <a:pt x="548218" y="1567134"/>
                  </a:lnTo>
                  <a:lnTo>
                    <a:pt x="468418" y="1569435"/>
                  </a:lnTo>
                  <a:lnTo>
                    <a:pt x="388618" y="1572228"/>
                  </a:lnTo>
                  <a:lnTo>
                    <a:pt x="308818" y="1572675"/>
                  </a:lnTo>
                  <a:lnTo>
                    <a:pt x="229018" y="1569253"/>
                  </a:lnTo>
                  <a:lnTo>
                    <a:pt x="149218" y="1566507"/>
                  </a:lnTo>
                  <a:lnTo>
                    <a:pt x="69418" y="1565295"/>
                  </a:lnTo>
                  <a:lnTo>
                    <a:pt x="-2361" y="1547233"/>
                  </a:lnTo>
                  <a:lnTo>
                    <a:pt x="2099" y="1467433"/>
                  </a:lnTo>
                  <a:lnTo>
                    <a:pt x="3439" y="1387633"/>
                  </a:lnTo>
                  <a:lnTo>
                    <a:pt x="3941" y="1307833"/>
                  </a:lnTo>
                  <a:lnTo>
                    <a:pt x="6740" y="1228033"/>
                  </a:lnTo>
                  <a:lnTo>
                    <a:pt x="10380" y="1148233"/>
                  </a:lnTo>
                  <a:lnTo>
                    <a:pt x="11357" y="1068433"/>
                  </a:lnTo>
                  <a:lnTo>
                    <a:pt x="9511" y="988633"/>
                  </a:lnTo>
                  <a:lnTo>
                    <a:pt x="7599" y="908833"/>
                  </a:lnTo>
                  <a:lnTo>
                    <a:pt x="6478" y="829033"/>
                  </a:lnTo>
                  <a:lnTo>
                    <a:pt x="8054" y="749233"/>
                  </a:lnTo>
                  <a:lnTo>
                    <a:pt x="11974" y="669433"/>
                  </a:lnTo>
                  <a:lnTo>
                    <a:pt x="15791" y="589633"/>
                  </a:lnTo>
                  <a:lnTo>
                    <a:pt x="14487" y="509833"/>
                  </a:lnTo>
                  <a:lnTo>
                    <a:pt x="7164" y="430033"/>
                  </a:lnTo>
                  <a:lnTo>
                    <a:pt x="239" y="350233"/>
                  </a:lnTo>
                  <a:lnTo>
                    <a:pt x="-913" y="270433"/>
                  </a:lnTo>
                  <a:lnTo>
                    <a:pt x="3207" y="190633"/>
                  </a:lnTo>
                  <a:lnTo>
                    <a:pt x="9951" y="110833"/>
                  </a:lnTo>
                  <a:lnTo>
                    <a:pt x="13916" y="31033"/>
                  </a:lnTo>
                  <a:lnTo>
                    <a:pt x="0" y="0"/>
                  </a:lnTo>
                  <a:close/>
                </a:path>
              </a:pathLst>
            </a:custGeom>
            <a:solidFill>
              <a:srgbClr val="F1F9E8"/>
            </a:solidFill>
            <a:ln w="13300" cap="flat">
              <a:solidFill>
                <a:srgbClr val="F1F9E8"/>
              </a:solidFill>
              <a:round/>
            </a:ln>
          </p:spPr>
          <p:txBody>
            <a:bodyPr anchor="ctr" lIns="0" wrap="square" rtlCol="0" rIns="0" tIns="0" bIns="11000"/>
            <a:lstStyle/>
            <a:p>
              <a:pPr algn="ctr">
                <a:lnSpc>
                  <a:spcPct val="100000"/>
                </a:lnSpc>
              </a:pPr>
              <a:r>
                <a:rPr sz="1862">
                  <a:solidFill>
                    <a:srgbClr val="454545"/>
                  </a:solidFill>
                  <a:latin typeface="標楷體"/>
                </a:rPr>
                <a:t>從大量文本資料中，依系統使用者需求篩選出令人感興趣的資料。</a:t>
              </a:r>
            </a:p>
          </p:txBody>
        </p:sp>
        <p:grpSp>
          <p:nvGrpSpPr>
            <p:cNvPr id="458" name="Group 458"/>
            <p:cNvGrpSpPr/>
            <p:nvPr/>
          </p:nvGrpSpPr>
          <p:grpSpPr>
            <a:xfrm>
              <a:off x="4263853" y="3317309"/>
              <a:ext cy="354667" cx="4021033"/>
              <a:chOff x="4263853" y="3317309"/>
              <a:chExt cy="354667" cx="4021033"/>
            </a:xfrm>
          </p:grpSpPr>
          <p:sp>
            <p:nvSpPr>
              <p:cNvPr id="173" name="SubTopic"/>
              <p:cNvSpPr/>
              <p:nvPr/>
            </p:nvSpPr>
            <p:spPr>
              <a:xfrm>
                <a:off x="4263853" y="3317309"/>
                <a:ext cy="354667" cx="4021033"/>
              </a:xfrm>
              <a:custGeom>
                <a:avLst/>
                <a:gdLst/>
                <a:ahLst/>
                <a:cxnLst/>
                <a:pathLst>
                  <a:path w="4021033" stroke="false" h="354667">
                    <a:moveTo>
                      <a:pt x="0" y="0"/>
                    </a:moveTo>
                    <a:lnTo>
                      <a:pt x="79800" y="4733"/>
                    </a:lnTo>
                    <a:lnTo>
                      <a:pt x="159600" y="4193"/>
                    </a:lnTo>
                    <a:lnTo>
                      <a:pt x="239400" y="3198"/>
                    </a:lnTo>
                    <a:lnTo>
                      <a:pt x="319200" y="2740"/>
                    </a:lnTo>
                    <a:lnTo>
                      <a:pt x="399000" y="-164"/>
                    </a:lnTo>
                    <a:lnTo>
                      <a:pt x="478800" y="-4372"/>
                    </a:lnTo>
                    <a:lnTo>
                      <a:pt x="558600" y="-5119"/>
                    </a:lnTo>
                    <a:lnTo>
                      <a:pt x="638400" y="-811"/>
                    </a:lnTo>
                    <a:lnTo>
                      <a:pt x="718200" y="2775"/>
                    </a:lnTo>
                    <a:lnTo>
                      <a:pt x="798000" y="3733"/>
                    </a:lnTo>
                    <a:lnTo>
                      <a:pt x="877800" y="1102"/>
                    </a:lnTo>
                    <a:lnTo>
                      <a:pt x="957600" y="-4777"/>
                    </a:lnTo>
                    <a:lnTo>
                      <a:pt x="1037400" y="-7956"/>
                    </a:lnTo>
                    <a:lnTo>
                      <a:pt x="1117200" y="-6478"/>
                    </a:lnTo>
                    <a:lnTo>
                      <a:pt x="1197000" y="930"/>
                    </a:lnTo>
                    <a:lnTo>
                      <a:pt x="1276800" y="8380"/>
                    </a:lnTo>
                    <a:lnTo>
                      <a:pt x="1356600" y="9467"/>
                    </a:lnTo>
                    <a:lnTo>
                      <a:pt x="1436400" y="4835"/>
                    </a:lnTo>
                    <a:lnTo>
                      <a:pt x="1516200" y="-1646"/>
                    </a:lnTo>
                    <a:lnTo>
                      <a:pt x="1596000" y="-3715"/>
                    </a:lnTo>
                    <a:lnTo>
                      <a:pt x="1675800" y="-3323"/>
                    </a:lnTo>
                    <a:lnTo>
                      <a:pt x="1755600" y="-2301"/>
                    </a:lnTo>
                    <a:lnTo>
                      <a:pt x="1835400" y="-1834"/>
                    </a:lnTo>
                    <a:lnTo>
                      <a:pt x="1915200" y="-762"/>
                    </a:lnTo>
                    <a:lnTo>
                      <a:pt x="1995000" y="4413"/>
                    </a:lnTo>
                    <a:lnTo>
                      <a:pt x="2074800" y="10628"/>
                    </a:lnTo>
                    <a:lnTo>
                      <a:pt x="2154600" y="11927"/>
                    </a:lnTo>
                    <a:lnTo>
                      <a:pt x="2234400" y="8909"/>
                    </a:lnTo>
                    <a:lnTo>
                      <a:pt x="2314200" y="2727"/>
                    </a:lnTo>
                    <a:lnTo>
                      <a:pt x="2394000" y="-838"/>
                    </a:lnTo>
                    <a:lnTo>
                      <a:pt x="2473800" y="-3411"/>
                    </a:lnTo>
                    <a:lnTo>
                      <a:pt x="2553600" y="-10189"/>
                    </a:lnTo>
                    <a:lnTo>
                      <a:pt x="2633400" y="-15628"/>
                    </a:lnTo>
                    <a:lnTo>
                      <a:pt x="2713200" y="-15108"/>
                    </a:lnTo>
                    <a:lnTo>
                      <a:pt x="2793000" y="-12178"/>
                    </a:lnTo>
                    <a:lnTo>
                      <a:pt x="2872800" y="-8962"/>
                    </a:lnTo>
                    <a:lnTo>
                      <a:pt x="2952600" y="-7679"/>
                    </a:lnTo>
                    <a:lnTo>
                      <a:pt x="3032400" y="-467"/>
                    </a:lnTo>
                    <a:lnTo>
                      <a:pt x="3112200" y="8620"/>
                    </a:lnTo>
                    <a:lnTo>
                      <a:pt x="3192000" y="12531"/>
                    </a:lnTo>
                    <a:lnTo>
                      <a:pt x="3271800" y="12118"/>
                    </a:lnTo>
                    <a:lnTo>
                      <a:pt x="3351600" y="10269"/>
                    </a:lnTo>
                    <a:lnTo>
                      <a:pt x="3431400" y="7341"/>
                    </a:lnTo>
                    <a:lnTo>
                      <a:pt x="3511200" y="7016"/>
                    </a:lnTo>
                    <a:lnTo>
                      <a:pt x="3591000" y="5939"/>
                    </a:lnTo>
                    <a:lnTo>
                      <a:pt x="3670800" y="2027"/>
                    </a:lnTo>
                    <a:lnTo>
                      <a:pt x="3750600" y="277"/>
                    </a:lnTo>
                    <a:lnTo>
                      <a:pt x="3830400" y="-2256"/>
                    </a:lnTo>
                    <a:lnTo>
                      <a:pt x="3910200" y="-7967"/>
                    </a:lnTo>
                    <a:lnTo>
                      <a:pt x="3990000" y="-10936"/>
                    </a:lnTo>
                    <a:lnTo>
                      <a:pt x="4031475" y="53200"/>
                    </a:lnTo>
                    <a:lnTo>
                      <a:pt x="4030253" y="133000"/>
                    </a:lnTo>
                    <a:lnTo>
                      <a:pt x="4029900" y="212800"/>
                    </a:lnTo>
                    <a:lnTo>
                      <a:pt x="4028474" y="292600"/>
                    </a:lnTo>
                    <a:lnTo>
                      <a:pt x="3994433" y="356321"/>
                    </a:lnTo>
                    <a:lnTo>
                      <a:pt x="3914633" y="352311"/>
                    </a:lnTo>
                    <a:lnTo>
                      <a:pt x="3834833" y="351805"/>
                    </a:lnTo>
                    <a:lnTo>
                      <a:pt x="3755033" y="358257"/>
                    </a:lnTo>
                    <a:lnTo>
                      <a:pt x="3675233" y="365872"/>
                    </a:lnTo>
                    <a:lnTo>
                      <a:pt x="3595433" y="368220"/>
                    </a:lnTo>
                    <a:lnTo>
                      <a:pt x="3515633" y="366174"/>
                    </a:lnTo>
                    <a:lnTo>
                      <a:pt x="3435833" y="362311"/>
                    </a:lnTo>
                    <a:lnTo>
                      <a:pt x="3356033" y="360770"/>
                    </a:lnTo>
                    <a:lnTo>
                      <a:pt x="3276233" y="361267"/>
                    </a:lnTo>
                    <a:lnTo>
                      <a:pt x="3196433" y="363568"/>
                    </a:lnTo>
                    <a:lnTo>
                      <a:pt x="3116633" y="366362"/>
                    </a:lnTo>
                    <a:lnTo>
                      <a:pt x="3036833" y="366808"/>
                    </a:lnTo>
                    <a:lnTo>
                      <a:pt x="2957033" y="363386"/>
                    </a:lnTo>
                    <a:lnTo>
                      <a:pt x="2877233" y="360640"/>
                    </a:lnTo>
                    <a:lnTo>
                      <a:pt x="2797433" y="359428"/>
                    </a:lnTo>
                    <a:lnTo>
                      <a:pt x="2717633" y="357028"/>
                    </a:lnTo>
                    <a:lnTo>
                      <a:pt x="2637833" y="352568"/>
                    </a:lnTo>
                    <a:lnTo>
                      <a:pt x="2558033" y="351228"/>
                    </a:lnTo>
                    <a:lnTo>
                      <a:pt x="2478233" y="350726"/>
                    </a:lnTo>
                    <a:lnTo>
                      <a:pt x="2398433" y="347927"/>
                    </a:lnTo>
                    <a:lnTo>
                      <a:pt x="2318633" y="344286"/>
                    </a:lnTo>
                    <a:lnTo>
                      <a:pt x="2238833" y="343310"/>
                    </a:lnTo>
                    <a:lnTo>
                      <a:pt x="2159033" y="345156"/>
                    </a:lnTo>
                    <a:lnTo>
                      <a:pt x="2079233" y="347068"/>
                    </a:lnTo>
                    <a:lnTo>
                      <a:pt x="1999433" y="348189"/>
                    </a:lnTo>
                    <a:lnTo>
                      <a:pt x="1919633" y="346613"/>
                    </a:lnTo>
                    <a:lnTo>
                      <a:pt x="1839833" y="342693"/>
                    </a:lnTo>
                    <a:lnTo>
                      <a:pt x="1760033" y="338876"/>
                    </a:lnTo>
                    <a:lnTo>
                      <a:pt x="1680233" y="340179"/>
                    </a:lnTo>
                    <a:lnTo>
                      <a:pt x="1600433" y="347502"/>
                    </a:lnTo>
                    <a:lnTo>
                      <a:pt x="1520633" y="354427"/>
                    </a:lnTo>
                    <a:lnTo>
                      <a:pt x="1440833" y="355579"/>
                    </a:lnTo>
                    <a:lnTo>
                      <a:pt x="1361033" y="351460"/>
                    </a:lnTo>
                    <a:lnTo>
                      <a:pt x="1281233" y="344716"/>
                    </a:lnTo>
                    <a:lnTo>
                      <a:pt x="1201433" y="340751"/>
                    </a:lnTo>
                    <a:lnTo>
                      <a:pt x="1121633" y="345996"/>
                    </a:lnTo>
                    <a:lnTo>
                      <a:pt x="1041833" y="358367"/>
                    </a:lnTo>
                    <a:lnTo>
                      <a:pt x="962033" y="368930"/>
                    </a:lnTo>
                    <a:lnTo>
                      <a:pt x="882233" y="367528"/>
                    </a:lnTo>
                    <a:lnTo>
                      <a:pt x="802433" y="358265"/>
                    </a:lnTo>
                    <a:lnTo>
                      <a:pt x="722633" y="349954"/>
                    </a:lnTo>
                    <a:lnTo>
                      <a:pt x="642833" y="347729"/>
                    </a:lnTo>
                    <a:lnTo>
                      <a:pt x="563033" y="347168"/>
                    </a:lnTo>
                    <a:lnTo>
                      <a:pt x="483233" y="348226"/>
                    </a:lnTo>
                    <a:lnTo>
                      <a:pt x="403433" y="349300"/>
                    </a:lnTo>
                    <a:lnTo>
                      <a:pt x="323633" y="349707"/>
                    </a:lnTo>
                    <a:lnTo>
                      <a:pt x="243833" y="350737"/>
                    </a:lnTo>
                    <a:lnTo>
                      <a:pt x="164033" y="351851"/>
                    </a:lnTo>
                    <a:lnTo>
                      <a:pt x="84233" y="352432"/>
                    </a:lnTo>
                    <a:lnTo>
                      <a:pt x="-419" y="354667"/>
                    </a:lnTo>
                    <a:lnTo>
                      <a:pt x="-4160" y="274867"/>
                    </a:lnTo>
                    <a:lnTo>
                      <a:pt x="-5089" y="195067"/>
                    </a:lnTo>
                    <a:lnTo>
                      <a:pt x="-2255" y="115267"/>
                    </a:lnTo>
                    <a:lnTo>
                      <a:pt x="3078" y="35467"/>
                    </a:lnTo>
                    <a:lnTo>
                      <a:pt x="0" y="0"/>
                    </a:lnTo>
                    <a:close/>
                  </a:path>
                </a:pathLst>
              </a:custGeom>
              <a:solidFill>
                <a:srgbClr val="F1F9E8"/>
              </a:solidFill>
              <a:ln w="13300" cap="flat">
                <a:solidFill>
                  <a:srgbClr val="F1F9E8"/>
                </a:solidFill>
                <a:round/>
              </a:ln>
            </p:spPr>
          </p:sp>
          <p:pic>
            <p:nvPicPr>
              <p:cNvPr id="216" name="Mark"/>
              <p:cNvPicPr>
                <a:picLocks noChangeAspect="1"/>
              </p:cNvPicPr>
              <p:nvPr/>
            </p:nvPicPr>
            <p:blipFill>
              <a:blip r:embed="rId3"/>
              <a:stretch>
                <a:fillRect/>
              </a:stretch>
            </p:blipFill>
            <p:spPr>
              <a:xfrm>
                <a:off x="4383553" y="3376273"/>
                <a:ext cy="266000" cx="266000"/>
              </a:xfrm>
              <a:prstGeom prst="rect">
                <a:avLst/>
              </a:prstGeom>
            </p:spPr>
          </p:pic>
          <p:sp>
            <p:nvSpPr>
              <p:cNvPr id="459" name="Text 459"/>
              <p:cNvSpPr txBox="1"/>
              <p:nvPr/>
            </p:nvSpPr>
            <p:spPr>
              <a:xfrm>
                <a:off x="4676153" y="3369179"/>
                <a:ext cy="301467" cx="3528933"/>
              </a:xfrm>
              <a:prstGeom prst="rect">
                <a:avLst/>
              </a:prstGeom>
              <a:noFill/>
            </p:spPr>
            <p:txBody>
              <a:bodyPr anchor="ctr" lIns="0" wrap="none" rtlCol="0" rIns="0" tIns="0" bIns="11000"/>
              <a:lstStyle/>
              <a:p>
                <a:pPr algn="ctr">
                  <a:lnSpc>
                    <a:spcPct val="100000"/>
                  </a:lnSpc>
                </a:pPr>
                <a:r>
                  <a:rPr sz="1862">
                    <a:solidFill>
                      <a:srgbClr val="454545"/>
                    </a:solidFill>
                    <a:latin typeface="標楷體"/>
                  </a:rPr>
                  <a:t>評估選用適用之基礎語言模型。</a:t>
                </a:r>
              </a:p>
            </p:txBody>
          </p:sp>
        </p:grpSp>
        <p:grpSp>
          <p:nvGrpSpPr>
            <p:cNvPr id="460" name="Group 460"/>
            <p:cNvGrpSpPr/>
            <p:nvPr/>
          </p:nvGrpSpPr>
          <p:grpSpPr>
            <a:xfrm>
              <a:off x="4263853" y="4345843"/>
              <a:ext cy="682733" cx="4026797"/>
              <a:chOff x="4263853" y="4345843"/>
              <a:chExt cy="682733" cx="4026797"/>
            </a:xfrm>
          </p:grpSpPr>
          <p:sp>
            <p:nvSpPr>
              <p:cNvPr id="206" name="SubTopic"/>
              <p:cNvSpPr/>
              <p:nvPr/>
            </p:nvSpPr>
            <p:spPr>
              <a:xfrm>
                <a:off x="4263853" y="4345843"/>
                <a:ext cy="682733" cx="4026797"/>
              </a:xfrm>
              <a:custGeom>
                <a:avLst/>
                <a:gdLst/>
                <a:ahLst/>
                <a:cxnLst/>
                <a:pathLst>
                  <a:path w="4026797" h="682733">
                    <a:moveTo>
                      <a:pt x="13038" y="12001"/>
                    </a:moveTo>
                    <a:cubicBezTo>
                      <a:pt x="17151" y="9222"/>
                      <a:pt x="21766" y="7088"/>
                      <a:pt x="26889" y="5593"/>
                    </a:cubicBezTo>
                    <a:cubicBezTo>
                      <a:pt x="52715" y="-1941"/>
                      <a:pt x="79514" y="1310"/>
                      <a:pt x="106430" y="3278"/>
                    </a:cubicBezTo>
                    <a:cubicBezTo>
                      <a:pt x="133205" y="5235"/>
                      <a:pt x="159588" y="4646"/>
                      <a:pt x="186207" y="4043"/>
                    </a:cubicBezTo>
                    <a:cubicBezTo>
                      <a:pt x="213040" y="3434"/>
                      <a:pt x="239400" y="3207"/>
                      <a:pt x="266001" y="3044"/>
                    </a:cubicBezTo>
                    <a:cubicBezTo>
                      <a:pt x="292857" y="2880"/>
                      <a:pt x="319227" y="2433"/>
                      <a:pt x="345832" y="1669"/>
                    </a:cubicBezTo>
                    <a:cubicBezTo>
                      <a:pt x="372698" y="898"/>
                      <a:pt x="399067" y="-269"/>
                      <a:pt x="425672" y="-1601"/>
                    </a:cubicBezTo>
                    <a:cubicBezTo>
                      <a:pt x="452479" y="-2943"/>
                      <a:pt x="478814" y="-3924"/>
                      <a:pt x="505404" y="-4471"/>
                    </a:cubicBezTo>
                    <a:cubicBezTo>
                      <a:pt x="532276" y="-5024"/>
                      <a:pt x="558659" y="-4580"/>
                      <a:pt x="585269" y="-3507"/>
                    </a:cubicBezTo>
                    <a:cubicBezTo>
                      <a:pt x="612114" y="-2424"/>
                      <a:pt x="638462" y="-1004"/>
                      <a:pt x="665057" y="316"/>
                    </a:cubicBezTo>
                    <a:cubicBezTo>
                      <a:pt x="691865" y="1647"/>
                      <a:pt x="718210" y="2484"/>
                      <a:pt x="744805" y="3000"/>
                    </a:cubicBezTo>
                    <a:cubicBezTo>
                      <a:pt x="771654" y="3520"/>
                      <a:pt x="798021" y="3348"/>
                      <a:pt x="824625" y="2731"/>
                    </a:cubicBezTo>
                    <a:cubicBezTo>
                      <a:pt x="851530" y="2107"/>
                      <a:pt x="877922" y="773"/>
                      <a:pt x="904537" y="-969"/>
                    </a:cubicBezTo>
                    <a:cubicBezTo>
                      <a:pt x="931339" y="-2723"/>
                      <a:pt x="957663" y="-4383"/>
                      <a:pt x="984248" y="-5704"/>
                    </a:cubicBezTo>
                    <a:cubicBezTo>
                      <a:pt x="1011058" y="-7036"/>
                      <a:pt x="1037409" y="-7455"/>
                      <a:pt x="1064007" y="-7301"/>
                    </a:cubicBezTo>
                    <a:cubicBezTo>
                      <a:pt x="1090960" y="-7145"/>
                      <a:pt x="1117383" y="-5839"/>
                      <a:pt x="1144010" y="-3790"/>
                    </a:cubicBezTo>
                    <a:cubicBezTo>
                      <a:pt x="1170888" y="-1722"/>
                      <a:pt x="1197238" y="833"/>
                      <a:pt x="1223835" y="3390"/>
                    </a:cubicBezTo>
                    <a:cubicBezTo>
                      <a:pt x="1250551" y="5958"/>
                      <a:pt x="1276839" y="7617"/>
                      <a:pt x="1303410" y="8490"/>
                    </a:cubicBezTo>
                    <a:cubicBezTo>
                      <a:pt x="1330279" y="9373"/>
                      <a:pt x="1356667" y="8909"/>
                      <a:pt x="1383280" y="7743"/>
                    </a:cubicBezTo>
                    <a:cubicBezTo>
                      <a:pt x="1410182" y="6565"/>
                      <a:pt x="1436563" y="4711"/>
                      <a:pt x="1463172" y="2630"/>
                    </a:cubicBezTo>
                    <a:cubicBezTo>
                      <a:pt x="1489938" y="538"/>
                      <a:pt x="1516245" y="-1079"/>
                      <a:pt x="1542824" y="-2146"/>
                    </a:cubicBezTo>
                    <a:cubicBezTo>
                      <a:pt x="1569642" y="-3224"/>
                      <a:pt x="1596000" y="-3520"/>
                      <a:pt x="1622600" y="-3526"/>
                    </a:cubicBezTo>
                    <a:cubicBezTo>
                      <a:pt x="1649442" y="-3526"/>
                      <a:pt x="1675803" y="-3286"/>
                      <a:pt x="1702404" y="-2972"/>
                    </a:cubicBezTo>
                    <a:cubicBezTo>
                      <a:pt x="1729242" y="-2656"/>
                      <a:pt x="1755601" y="-2379"/>
                      <a:pt x="1782201" y="-2172"/>
                    </a:cubicBezTo>
                    <a:cubicBezTo>
                      <a:pt x="1809042" y="-1963"/>
                      <a:pt x="1835403" y="-1745"/>
                      <a:pt x="1862004" y="-1446"/>
                    </a:cubicBezTo>
                    <a:cubicBezTo>
                      <a:pt x="1888898" y="-1144"/>
                      <a:pt x="1915288" y="-270"/>
                      <a:pt x="1941902" y="1129"/>
                    </a:cubicBezTo>
                    <a:cubicBezTo>
                      <a:pt x="1968786" y="2543"/>
                      <a:pt x="1995155" y="4458"/>
                      <a:pt x="2021760" y="6503"/>
                    </a:cubicBezTo>
                    <a:cubicBezTo>
                      <a:pt x="2048523" y="8560"/>
                      <a:pt x="2074832" y="10013"/>
                      <a:pt x="2101411" y="10856"/>
                    </a:cubicBezTo>
                    <a:cubicBezTo>
                      <a:pt x="2128256" y="11708"/>
                      <a:pt x="2154627" y="11512"/>
                      <a:pt x="2181234" y="10789"/>
                    </a:cubicBezTo>
                    <a:cubicBezTo>
                      <a:pt x="2208143" y="10058"/>
                      <a:pt x="2234537" y="8597"/>
                      <a:pt x="2261152" y="6742"/>
                    </a:cubicBezTo>
                    <a:cubicBezTo>
                      <a:pt x="2287953" y="4873"/>
                      <a:pt x="2314275" y="3106"/>
                      <a:pt x="2340859" y="1666"/>
                    </a:cubicBezTo>
                    <a:cubicBezTo>
                      <a:pt x="2367674" y="213"/>
                      <a:pt x="2394028" y="-787"/>
                      <a:pt x="2420628" y="-1684"/>
                    </a:cubicBezTo>
                    <a:cubicBezTo>
                      <a:pt x="2447548" y="-2591"/>
                      <a:pt x="2473956" y="-3950"/>
                      <a:pt x="2500577" y="-5859"/>
                    </a:cubicBezTo>
                    <a:cubicBezTo>
                      <a:pt x="2527410" y="-7783"/>
                      <a:pt x="2553741" y="-9935"/>
                      <a:pt x="2580330" y="-11919"/>
                    </a:cubicBezTo>
                    <a:cubicBezTo>
                      <a:pt x="2607093" y="-13915"/>
                      <a:pt x="2633416" y="-14940"/>
                      <a:pt x="2660001" y="-15229"/>
                    </a:cubicBezTo>
                    <a:cubicBezTo>
                      <a:pt x="2686857" y="-15521"/>
                      <a:pt x="2713228" y="-14944"/>
                      <a:pt x="2739834" y="-14084"/>
                    </a:cubicBezTo>
                    <a:cubicBezTo>
                      <a:pt x="2766682" y="-13215"/>
                      <a:pt x="2793042" y="-12179"/>
                      <a:pt x="2819643" y="-11107"/>
                    </a:cubicBezTo>
                    <a:cubicBezTo>
                      <a:pt x="2846464" y="-10026"/>
                      <a:pt x="2872813" y="-9201"/>
                      <a:pt x="2899408" y="-8614"/>
                    </a:cubicBezTo>
                    <a:cubicBezTo>
                      <a:pt x="2926348" y="-8019"/>
                      <a:pt x="2952769" y="-6897"/>
                      <a:pt x="2979395" y="-5003"/>
                    </a:cubicBezTo>
                    <a:cubicBezTo>
                      <a:pt x="3006340" y="-3086"/>
                      <a:pt x="3032727" y="-349"/>
                      <a:pt x="3059340" y="2619"/>
                    </a:cubicBezTo>
                    <a:cubicBezTo>
                      <a:pt x="3086044" y="5598"/>
                      <a:pt x="3112312" y="7971"/>
                      <a:pt x="3138876" y="9710"/>
                    </a:cubicBezTo>
                    <a:cubicBezTo>
                      <a:pt x="3165658" y="11463"/>
                      <a:pt x="3192004" y="12123"/>
                      <a:pt x="3218600" y="12265"/>
                    </a:cubicBezTo>
                    <a:cubicBezTo>
                      <a:pt x="3245447" y="12408"/>
                      <a:pt x="3271811" y="12025"/>
                      <a:pt x="3298414" y="11475"/>
                    </a:cubicBezTo>
                    <a:cubicBezTo>
                      <a:pt x="3325266" y="10920"/>
                      <a:pt x="3351631" y="10157"/>
                      <a:pt x="3378235" y="9256"/>
                    </a:cubicBezTo>
                    <a:cubicBezTo>
                      <a:pt x="3405058" y="8348"/>
                      <a:pt x="3431406" y="7684"/>
                      <a:pt x="3458001" y="7348"/>
                    </a:cubicBezTo>
                    <a:cubicBezTo>
                      <a:pt x="3484841" y="7008"/>
                      <a:pt x="3511203" y="6859"/>
                      <a:pt x="3537804" y="6601"/>
                    </a:cubicBezTo>
                    <a:cubicBezTo>
                      <a:pt x="3564674" y="6341"/>
                      <a:pt x="3591051" y="5615"/>
                      <a:pt x="3617659" y="4527"/>
                    </a:cubicBezTo>
                    <a:cubicBezTo>
                      <a:pt x="3644482" y="3430"/>
                      <a:pt x="3670823" y="2355"/>
                      <a:pt x="3697416" y="1556"/>
                    </a:cubicBezTo>
                    <a:cubicBezTo>
                      <a:pt x="3724257" y="749"/>
                      <a:pt x="3750622" y="120"/>
                      <a:pt x="3777225" y="-623"/>
                    </a:cubicBezTo>
                    <a:cubicBezTo>
                      <a:pt x="3804122" y="-1375"/>
                      <a:pt x="3830514" y="-2626"/>
                      <a:pt x="3857128" y="-4286"/>
                    </a:cubicBezTo>
                    <a:cubicBezTo>
                      <a:pt x="3883933" y="-5959"/>
                      <a:pt x="3910257" y="-7562"/>
                      <a:pt x="3936842" y="-8819"/>
                    </a:cubicBezTo>
                    <a:cubicBezTo>
                      <a:pt x="3963155" y="-10064"/>
                      <a:pt x="3985170" y="-2996"/>
                      <a:pt x="4003416" y="12326"/>
                    </a:cubicBezTo>
                    <a:cubicBezTo>
                      <a:pt x="4023948" y="29566"/>
                      <a:pt x="4032556" y="53749"/>
                      <a:pt x="4035346" y="79841"/>
                    </a:cubicBezTo>
                    <a:cubicBezTo>
                      <a:pt x="4038202" y="106538"/>
                      <a:pt x="4037103" y="132960"/>
                      <a:pt x="4036311" y="159606"/>
                    </a:cubicBezTo>
                    <a:cubicBezTo>
                      <a:pt x="4035514" y="186438"/>
                      <a:pt x="4035373" y="212803"/>
                      <a:pt x="4035081" y="239407"/>
                    </a:cubicBezTo>
                    <a:cubicBezTo>
                      <a:pt x="4034787" y="266314"/>
                      <a:pt x="4033742" y="292712"/>
                      <a:pt x="4032141" y="319329"/>
                    </a:cubicBezTo>
                    <a:cubicBezTo>
                      <a:pt x="4030528" y="346153"/>
                      <a:pt x="4028760" y="372485"/>
                      <a:pt x="4027219" y="399073"/>
                    </a:cubicBezTo>
                    <a:cubicBezTo>
                      <a:pt x="4025667" y="425867"/>
                      <a:pt x="4024817" y="452209"/>
                      <a:pt x="4024394" y="478802"/>
                    </a:cubicBezTo>
                    <a:cubicBezTo>
                      <a:pt x="4023966" y="505723"/>
                      <a:pt x="4024720" y="532133"/>
                      <a:pt x="4026349" y="558754"/>
                    </a:cubicBezTo>
                    <a:cubicBezTo>
                      <a:pt x="4028070" y="586875"/>
                      <a:pt x="4027403" y="614231"/>
                      <a:pt x="4023520" y="641701"/>
                    </a:cubicBezTo>
                    <a:cubicBezTo>
                      <a:pt x="4019873" y="667495"/>
                      <a:pt x="4006959" y="683706"/>
                      <a:pt x="3986394" y="691012"/>
                    </a:cubicBezTo>
                    <a:cubicBezTo>
                      <a:pt x="3961018" y="700027"/>
                      <a:pt x="3934074" y="698200"/>
                      <a:pt x="3907047" y="696358"/>
                    </a:cubicBezTo>
                    <a:cubicBezTo>
                      <a:pt x="3880238" y="694531"/>
                      <a:pt x="3853856" y="693778"/>
                      <a:pt x="3827242" y="692782"/>
                    </a:cubicBezTo>
                    <a:cubicBezTo>
                      <a:pt x="3800417" y="691779"/>
                      <a:pt x="3774076" y="690737"/>
                      <a:pt x="3747484" y="689988"/>
                    </a:cubicBezTo>
                    <a:cubicBezTo>
                      <a:pt x="3738577" y="689737"/>
                      <a:pt x="3729723" y="689546"/>
                      <a:pt x="3720894" y="689405"/>
                    </a:cubicBezTo>
                    <a:cubicBezTo>
                      <a:pt x="3685148" y="688832"/>
                      <a:pt x="3650244" y="688924"/>
                      <a:pt x="3614499" y="689577"/>
                    </a:cubicBezTo>
                    <a:cubicBezTo>
                      <a:pt x="3605633" y="689739"/>
                      <a:pt x="3596768" y="689934"/>
                      <a:pt x="3587876" y="690153"/>
                    </a:cubicBezTo>
                    <a:cubicBezTo>
                      <a:pt x="3561028" y="690813"/>
                      <a:pt x="3534666" y="691662"/>
                      <a:pt x="3508064" y="692574"/>
                    </a:cubicBezTo>
                    <a:cubicBezTo>
                      <a:pt x="3481240" y="693493"/>
                      <a:pt x="3454891" y="694132"/>
                      <a:pt x="3428295" y="694479"/>
                    </a:cubicBezTo>
                    <a:cubicBezTo>
                      <a:pt x="3401434" y="694828"/>
                      <a:pt x="3375060" y="694454"/>
                      <a:pt x="3348453" y="693597"/>
                    </a:cubicBezTo>
                    <a:cubicBezTo>
                      <a:pt x="3321612" y="692732"/>
                      <a:pt x="3295260" y="691618"/>
                      <a:pt x="3268663" y="690596"/>
                    </a:cubicBezTo>
                    <a:cubicBezTo>
                      <a:pt x="3241840" y="689566"/>
                      <a:pt x="3215488" y="688868"/>
                      <a:pt x="3188890" y="688355"/>
                    </a:cubicBezTo>
                    <a:cubicBezTo>
                      <a:pt x="3162043" y="687837"/>
                      <a:pt x="3135677" y="687316"/>
                      <a:pt x="3109074" y="686633"/>
                    </a:cubicBezTo>
                    <a:cubicBezTo>
                      <a:pt x="3082202" y="685944"/>
                      <a:pt x="3055825" y="684871"/>
                      <a:pt x="3029218" y="683533"/>
                    </a:cubicBezTo>
                    <a:cubicBezTo>
                      <a:pt x="3002409" y="682184"/>
                      <a:pt x="2976075" y="681062"/>
                      <a:pt x="2949486" y="680332"/>
                    </a:cubicBezTo>
                    <a:cubicBezTo>
                      <a:pt x="2922656" y="679596"/>
                      <a:pt x="2896296" y="679318"/>
                      <a:pt x="2869696" y="679131"/>
                    </a:cubicBezTo>
                    <a:cubicBezTo>
                      <a:pt x="2842840" y="678941"/>
                      <a:pt x="2816471" y="678500"/>
                      <a:pt x="2789867" y="677761"/>
                    </a:cubicBezTo>
                    <a:cubicBezTo>
                      <a:pt x="2763010" y="677016"/>
                      <a:pt x="2736645" y="675943"/>
                      <a:pt x="2710042" y="674765"/>
                    </a:cubicBezTo>
                    <a:cubicBezTo>
                      <a:pt x="2683227" y="673577"/>
                      <a:pt x="2656884" y="672693"/>
                      <a:pt x="2630291" y="672141"/>
                    </a:cubicBezTo>
                    <a:cubicBezTo>
                      <a:pt x="2603450" y="671584"/>
                      <a:pt x="2577087" y="671660"/>
                      <a:pt x="2550484" y="672083"/>
                    </a:cubicBezTo>
                    <a:cubicBezTo>
                      <a:pt x="2523640" y="672509"/>
                      <a:pt x="2497281" y="673174"/>
                      <a:pt x="2470681" y="673841"/>
                    </a:cubicBezTo>
                    <a:cubicBezTo>
                      <a:pt x="2443847" y="674514"/>
                      <a:pt x="2417490" y="675044"/>
                      <a:pt x="2390891" y="675479"/>
                    </a:cubicBezTo>
                    <a:cubicBezTo>
                      <a:pt x="2364050" y="675917"/>
                      <a:pt x="2337689" y="675941"/>
                      <a:pt x="2311088" y="675627"/>
                    </a:cubicBezTo>
                    <a:cubicBezTo>
                      <a:pt x="2284218" y="675309"/>
                      <a:pt x="2257843" y="674450"/>
                      <a:pt x="2231236" y="673298"/>
                    </a:cubicBezTo>
                    <a:cubicBezTo>
                      <a:pt x="2204391" y="672136"/>
                      <a:pt x="2178034" y="670815"/>
                      <a:pt x="2151435" y="669506"/>
                    </a:cubicBezTo>
                    <a:cubicBezTo>
                      <a:pt x="2124626" y="668187"/>
                      <a:pt x="2098284" y="667564"/>
                      <a:pt x="2071692" y="667583"/>
                    </a:cubicBezTo>
                    <a:cubicBezTo>
                      <a:pt x="2044741" y="667583"/>
                      <a:pt x="2018318" y="668866"/>
                      <a:pt x="1991690" y="670897"/>
                    </a:cubicBezTo>
                    <a:cubicBezTo>
                      <a:pt x="1964828" y="672947"/>
                      <a:pt x="1938485" y="675417"/>
                      <a:pt x="1911892" y="677833"/>
                    </a:cubicBezTo>
                    <a:cubicBezTo>
                      <a:pt x="1885162" y="680261"/>
                      <a:pt x="1858862" y="681812"/>
                      <a:pt x="1832287" y="682653"/>
                    </a:cubicBezTo>
                    <a:cubicBezTo>
                      <a:pt x="1805425" y="683503"/>
                      <a:pt x="1779044" y="683128"/>
                      <a:pt x="1752434" y="682106"/>
                    </a:cubicBezTo>
                    <a:cubicBezTo>
                      <a:pt x="1725518" y="681073"/>
                      <a:pt x="1699127" y="679298"/>
                      <a:pt x="1672513" y="677198"/>
                    </a:cubicBezTo>
                    <a:cubicBezTo>
                      <a:pt x="1645724" y="675084"/>
                      <a:pt x="1619407" y="673164"/>
                      <a:pt x="1592824" y="671587"/>
                    </a:cubicBezTo>
                    <a:cubicBezTo>
                      <a:pt x="1565979" y="669995"/>
                      <a:pt x="1539606" y="669879"/>
                      <a:pt x="1513002" y="670917"/>
                    </a:cubicBezTo>
                    <a:cubicBezTo>
                      <a:pt x="1485863" y="671976"/>
                      <a:pt x="1459358" y="674784"/>
                      <a:pt x="1432697" y="678474"/>
                    </a:cubicBezTo>
                    <a:cubicBezTo>
                      <a:pt x="1405879" y="682185"/>
                      <a:pt x="1379593" y="686153"/>
                      <a:pt x="1353021" y="689898"/>
                    </a:cubicBezTo>
                    <a:cubicBezTo>
                      <a:pt x="1326449" y="693643"/>
                      <a:pt x="1300232" y="695593"/>
                      <a:pt x="1273691" y="696067"/>
                    </a:cubicBezTo>
                    <a:cubicBezTo>
                      <a:pt x="1246676" y="696549"/>
                      <a:pt x="1220211" y="694883"/>
                      <a:pt x="1193564" y="692261"/>
                    </a:cubicBezTo>
                    <a:cubicBezTo>
                      <a:pt x="1166709" y="689619"/>
                      <a:pt x="1140386" y="686557"/>
                      <a:pt x="1113801" y="683622"/>
                    </a:cubicBezTo>
                    <a:cubicBezTo>
                      <a:pt x="1087115" y="680676"/>
                      <a:pt x="1060837" y="678722"/>
                      <a:pt x="1034268" y="677509"/>
                    </a:cubicBezTo>
                    <a:cubicBezTo>
                      <a:pt x="1007455" y="676285"/>
                      <a:pt x="981097" y="675864"/>
                      <a:pt x="954495" y="675624"/>
                    </a:cubicBezTo>
                    <a:cubicBezTo>
                      <a:pt x="927654" y="675382"/>
                      <a:pt x="901294" y="675414"/>
                      <a:pt x="874693" y="675646"/>
                    </a:cubicBezTo>
                    <a:cubicBezTo>
                      <a:pt x="847852" y="675880"/>
                      <a:pt x="821492" y="676259"/>
                      <a:pt x="794892" y="676638"/>
                    </a:cubicBezTo>
                    <a:cubicBezTo>
                      <a:pt x="768054" y="677019"/>
                      <a:pt x="741696" y="677289"/>
                      <a:pt x="715096" y="677477"/>
                    </a:cubicBezTo>
                    <a:cubicBezTo>
                      <a:pt x="688255" y="677666"/>
                      <a:pt x="661894" y="677865"/>
                      <a:pt x="635293" y="678148"/>
                    </a:cubicBezTo>
                    <a:cubicBezTo>
                      <a:pt x="608452" y="678433"/>
                      <a:pt x="582092" y="678797"/>
                      <a:pt x="555491" y="679172"/>
                    </a:cubicBezTo>
                    <a:cubicBezTo>
                      <a:pt x="528654" y="679550"/>
                      <a:pt x="502295" y="679853"/>
                      <a:pt x="475695" y="680090"/>
                    </a:cubicBezTo>
                    <a:cubicBezTo>
                      <a:pt x="448842" y="680329"/>
                      <a:pt x="422474" y="680767"/>
                      <a:pt x="395870" y="681473"/>
                    </a:cubicBezTo>
                    <a:cubicBezTo>
                      <a:pt x="369010" y="682186"/>
                      <a:pt x="342643" y="683238"/>
                      <a:pt x="316039" y="684427"/>
                    </a:cubicBezTo>
                    <a:cubicBezTo>
                      <a:pt x="289225" y="685625"/>
                      <a:pt x="262884" y="686529"/>
                      <a:pt x="236291" y="687081"/>
                    </a:cubicBezTo>
                    <a:cubicBezTo>
                      <a:pt x="209441" y="687639"/>
                      <a:pt x="183072" y="687428"/>
                      <a:pt x="156467" y="686750"/>
                    </a:cubicBezTo>
                    <a:cubicBezTo>
                      <a:pt x="129577" y="686065"/>
                      <a:pt x="103193" y="684755"/>
                      <a:pt x="76583" y="683133"/>
                    </a:cubicBezTo>
                    <a:cubicBezTo>
                      <a:pt x="56241" y="681893"/>
                      <a:pt x="40372" y="675459"/>
                      <a:pt x="28773" y="663760"/>
                    </a:cubicBezTo>
                    <a:cubicBezTo>
                      <a:pt x="9729" y="644550"/>
                      <a:pt x="6302" y="617222"/>
                      <a:pt x="5061" y="589588"/>
                    </a:cubicBezTo>
                    <a:cubicBezTo>
                      <a:pt x="3854" y="562715"/>
                      <a:pt x="2569" y="536331"/>
                      <a:pt x="983" y="509720"/>
                    </a:cubicBezTo>
                    <a:cubicBezTo>
                      <a:pt x="-614" y="482925"/>
                      <a:pt x="-1939" y="456604"/>
                      <a:pt x="-2762" y="430021"/>
                    </a:cubicBezTo>
                    <a:cubicBezTo>
                      <a:pt x="-3592" y="403193"/>
                      <a:pt x="-3886" y="376833"/>
                      <a:pt x="-4118" y="350231"/>
                    </a:cubicBezTo>
                    <a:cubicBezTo>
                      <a:pt x="-4351" y="323373"/>
                      <a:pt x="-4879" y="297002"/>
                      <a:pt x="-5714" y="270397"/>
                    </a:cubicBezTo>
                    <a:cubicBezTo>
                      <a:pt x="-6557" y="243550"/>
                      <a:pt x="-7630" y="217191"/>
                      <a:pt x="-8710" y="190591"/>
                    </a:cubicBezTo>
                    <a:cubicBezTo>
                      <a:pt x="-9799" y="163774"/>
                      <a:pt x="-10496" y="137427"/>
                      <a:pt x="-10849" y="110832"/>
                    </a:cubicBezTo>
                    <a:cubicBezTo>
                      <a:pt x="-11324" y="75085"/>
                      <a:pt x="-16583" y="32017"/>
                      <a:pt x="13038" y="12001"/>
                    </a:cubicBezTo>
                    <a:close/>
                  </a:path>
                </a:pathLst>
              </a:custGeom>
              <a:solidFill>
                <a:srgbClr val="F1F9E8"/>
              </a:solidFill>
              <a:ln w="13300" cap="flat">
                <a:solidFill>
                  <a:srgbClr val="C00000"/>
                </a:solidFill>
                <a:round/>
              </a:ln>
            </p:spPr>
          </p:sp>
          <p:pic>
            <p:nvPicPr>
              <p:cNvPr id="217" name="Mark"/>
              <p:cNvPicPr>
                <a:picLocks noChangeAspect="1"/>
              </p:cNvPicPr>
              <p:nvPr/>
            </p:nvPicPr>
            <p:blipFill>
              <a:blip r:embed="rId4"/>
              <a:stretch>
                <a:fillRect/>
              </a:stretch>
            </p:blipFill>
            <p:spPr>
              <a:xfrm>
                <a:off x="4383553" y="4555539"/>
                <a:ext cy="266000" cx="266000"/>
              </a:xfrm>
              <a:prstGeom prst="rect">
                <a:avLst/>
              </a:prstGeom>
            </p:spPr>
          </p:pic>
          <p:sp>
            <p:nvSpPr>
              <p:cNvPr id="461" name="Text 461"/>
              <p:cNvSpPr txBox="1"/>
              <p:nvPr/>
            </p:nvSpPr>
            <p:spPr>
              <a:xfrm>
                <a:off x="4676153" y="4397713"/>
                <a:ext cy="602933" cx="3534614"/>
              </a:xfrm>
              <a:prstGeom prst="rect">
                <a:avLst/>
              </a:prstGeom>
              <a:noFill/>
            </p:spPr>
            <p:txBody>
              <a:bodyPr anchor="ctr" lIns="0" wrap="square" rtlCol="0" rIns="0" tIns="0" bIns="11000"/>
              <a:lstStyle/>
              <a:p>
                <a:pPr algn="ctr">
                  <a:lnSpc>
                    <a:spcPct val="100000"/>
                  </a:lnSpc>
                </a:pPr>
                <a:r>
                  <a:rPr sz="1862">
                    <a:solidFill>
                      <a:srgbClr val="C00000"/>
                    </a:solidFill>
                    <a:latin typeface="標楷體"/>
                    <a:highlight a:val="FFFF00"/>
                  </a:rPr>
                  <a:t>針對可能出現的輸入</a:t>
                </a:r>
                <a:r>
                  <a:rPr sz="1862">
                    <a:solidFill>
                      <a:srgbClr val="454545"/>
                    </a:solidFill>
                    <a:latin typeface="標楷體"/>
                    <a:highlight a:val="FFFF00"/>
                  </a:rPr>
                  <a:t>資料，進行資料治理，</a:t>
                </a:r>
                <a:r>
                  <a:rPr sz="1862">
                    <a:solidFill>
                      <a:srgbClr val="C00000"/>
                    </a:solidFill>
                    <a:latin typeface="標楷體"/>
                    <a:highlight a:val="FFFF00"/>
                  </a:rPr>
                  <a:t>標註</a:t>
                </a:r>
                <a:r>
                  <a:rPr sz="1862">
                    <a:solidFill>
                      <a:srgbClr val="454545"/>
                    </a:solidFill>
                    <a:latin typeface="標楷體"/>
                    <a:highlight a:val="FFFF00"/>
                  </a:rPr>
                  <a:t>內外網</a:t>
                </a:r>
                <a:r>
                  <a:rPr sz="1862">
                    <a:solidFill>
                      <a:srgbClr val="C00000"/>
                    </a:solidFill>
                    <a:latin typeface="標楷體"/>
                    <a:highlight a:val="FFFF00"/>
                  </a:rPr>
                  <a:t>資料</a:t>
                </a:r>
                <a:r>
                  <a:rPr sz="1862">
                    <a:solidFill>
                      <a:srgbClr val="454545"/>
                    </a:solidFill>
                    <a:latin typeface="標楷體"/>
                  </a:rPr>
                  <a:t>。</a:t>
                </a:r>
              </a:p>
            </p:txBody>
          </p:sp>
        </p:grpSp>
        <p:grpSp>
          <p:nvGrpSpPr>
            <p:cNvPr id="462" name="Group 462"/>
            <p:cNvGrpSpPr/>
            <p:nvPr/>
          </p:nvGrpSpPr>
          <p:grpSpPr>
            <a:xfrm>
              <a:off x="4263853" y="6026571"/>
              <a:ext cy="354667" cx="4517567"/>
              <a:chOff x="4263853" y="6026571"/>
              <a:chExt cy="354667" cx="4517567"/>
            </a:xfrm>
          </p:grpSpPr>
          <p:sp>
            <p:nvSpPr>
              <p:cNvPr id="209" name="SubTopic"/>
              <p:cNvSpPr/>
              <p:nvPr/>
            </p:nvSpPr>
            <p:spPr>
              <a:xfrm>
                <a:off x="4263853" y="6026571"/>
                <a:ext cy="354667" cx="4517567"/>
              </a:xfrm>
              <a:custGeom>
                <a:avLst/>
                <a:gdLst/>
                <a:ahLst/>
                <a:cxnLst/>
                <a:pathLst>
                  <a:path w="4517567" stroke="false" h="354667">
                    <a:moveTo>
                      <a:pt x="0" y="0"/>
                    </a:moveTo>
                    <a:lnTo>
                      <a:pt x="79800" y="4733"/>
                    </a:lnTo>
                    <a:lnTo>
                      <a:pt x="159600" y="4193"/>
                    </a:lnTo>
                    <a:lnTo>
                      <a:pt x="239400" y="3198"/>
                    </a:lnTo>
                    <a:lnTo>
                      <a:pt x="319200" y="2740"/>
                    </a:lnTo>
                    <a:lnTo>
                      <a:pt x="399000" y="-164"/>
                    </a:lnTo>
                    <a:lnTo>
                      <a:pt x="478800" y="-4372"/>
                    </a:lnTo>
                    <a:lnTo>
                      <a:pt x="558600" y="-5119"/>
                    </a:lnTo>
                    <a:lnTo>
                      <a:pt x="638400" y="-811"/>
                    </a:lnTo>
                    <a:lnTo>
                      <a:pt x="718200" y="2775"/>
                    </a:lnTo>
                    <a:lnTo>
                      <a:pt x="798000" y="3733"/>
                    </a:lnTo>
                    <a:lnTo>
                      <a:pt x="877800" y="1102"/>
                    </a:lnTo>
                    <a:lnTo>
                      <a:pt x="957600" y="-4777"/>
                    </a:lnTo>
                    <a:lnTo>
                      <a:pt x="1037400" y="-7956"/>
                    </a:lnTo>
                    <a:lnTo>
                      <a:pt x="1117200" y="-6478"/>
                    </a:lnTo>
                    <a:lnTo>
                      <a:pt x="1197000" y="930"/>
                    </a:lnTo>
                    <a:lnTo>
                      <a:pt x="1276800" y="8380"/>
                    </a:lnTo>
                    <a:lnTo>
                      <a:pt x="1356600" y="9467"/>
                    </a:lnTo>
                    <a:lnTo>
                      <a:pt x="1436400" y="4835"/>
                    </a:lnTo>
                    <a:lnTo>
                      <a:pt x="1516200" y="-1646"/>
                    </a:lnTo>
                    <a:lnTo>
                      <a:pt x="1596000" y="-3715"/>
                    </a:lnTo>
                    <a:lnTo>
                      <a:pt x="1675800" y="-3323"/>
                    </a:lnTo>
                    <a:lnTo>
                      <a:pt x="1755600" y="-2301"/>
                    </a:lnTo>
                    <a:lnTo>
                      <a:pt x="1835400" y="-1834"/>
                    </a:lnTo>
                    <a:lnTo>
                      <a:pt x="1915200" y="-762"/>
                    </a:lnTo>
                    <a:lnTo>
                      <a:pt x="1995000" y="4413"/>
                    </a:lnTo>
                    <a:lnTo>
                      <a:pt x="2074800" y="10628"/>
                    </a:lnTo>
                    <a:lnTo>
                      <a:pt x="2154600" y="11927"/>
                    </a:lnTo>
                    <a:lnTo>
                      <a:pt x="2234400" y="8909"/>
                    </a:lnTo>
                    <a:lnTo>
                      <a:pt x="2314200" y="2727"/>
                    </a:lnTo>
                    <a:lnTo>
                      <a:pt x="2394000" y="-838"/>
                    </a:lnTo>
                    <a:lnTo>
                      <a:pt x="2473800" y="-3411"/>
                    </a:lnTo>
                    <a:lnTo>
                      <a:pt x="2553600" y="-10189"/>
                    </a:lnTo>
                    <a:lnTo>
                      <a:pt x="2633400" y="-15628"/>
                    </a:lnTo>
                    <a:lnTo>
                      <a:pt x="2713200" y="-15108"/>
                    </a:lnTo>
                    <a:lnTo>
                      <a:pt x="2793000" y="-12178"/>
                    </a:lnTo>
                    <a:lnTo>
                      <a:pt x="2872800" y="-8962"/>
                    </a:lnTo>
                    <a:lnTo>
                      <a:pt x="2952600" y="-7679"/>
                    </a:lnTo>
                    <a:lnTo>
                      <a:pt x="3032400" y="-467"/>
                    </a:lnTo>
                    <a:lnTo>
                      <a:pt x="3112200" y="8620"/>
                    </a:lnTo>
                    <a:lnTo>
                      <a:pt x="3192000" y="12531"/>
                    </a:lnTo>
                    <a:lnTo>
                      <a:pt x="3271800" y="12118"/>
                    </a:lnTo>
                    <a:lnTo>
                      <a:pt x="3351600" y="10269"/>
                    </a:lnTo>
                    <a:lnTo>
                      <a:pt x="3431400" y="7341"/>
                    </a:lnTo>
                    <a:lnTo>
                      <a:pt x="3511200" y="7016"/>
                    </a:lnTo>
                    <a:lnTo>
                      <a:pt x="3591000" y="5939"/>
                    </a:lnTo>
                    <a:lnTo>
                      <a:pt x="3670800" y="2027"/>
                    </a:lnTo>
                    <a:lnTo>
                      <a:pt x="3750600" y="277"/>
                    </a:lnTo>
                    <a:lnTo>
                      <a:pt x="3830400" y="-2256"/>
                    </a:lnTo>
                    <a:lnTo>
                      <a:pt x="3910200" y="-7967"/>
                    </a:lnTo>
                    <a:lnTo>
                      <a:pt x="3990000" y="-10936"/>
                    </a:lnTo>
                    <a:lnTo>
                      <a:pt x="4069800" y="-10441"/>
                    </a:lnTo>
                    <a:lnTo>
                      <a:pt x="4149600" y="-9220"/>
                    </a:lnTo>
                    <a:lnTo>
                      <a:pt x="4229400" y="-8866"/>
                    </a:lnTo>
                    <a:lnTo>
                      <a:pt x="4309200" y="-7441"/>
                    </a:lnTo>
                    <a:lnTo>
                      <a:pt x="4389000" y="-1654"/>
                    </a:lnTo>
                    <a:lnTo>
                      <a:pt x="4468800" y="2355"/>
                    </a:lnTo>
                    <a:lnTo>
                      <a:pt x="4514705" y="39900"/>
                    </a:lnTo>
                    <a:lnTo>
                      <a:pt x="4521157" y="119700"/>
                    </a:lnTo>
                    <a:lnTo>
                      <a:pt x="4528772" y="199500"/>
                    </a:lnTo>
                    <a:lnTo>
                      <a:pt x="4531120" y="279300"/>
                    </a:lnTo>
                    <a:lnTo>
                      <a:pt x="4504267" y="366174"/>
                    </a:lnTo>
                    <a:lnTo>
                      <a:pt x="4424467" y="362311"/>
                    </a:lnTo>
                    <a:lnTo>
                      <a:pt x="4344667" y="360770"/>
                    </a:lnTo>
                    <a:lnTo>
                      <a:pt x="4264867" y="361267"/>
                    </a:lnTo>
                    <a:lnTo>
                      <a:pt x="4185067" y="363568"/>
                    </a:lnTo>
                    <a:lnTo>
                      <a:pt x="4105267" y="366362"/>
                    </a:lnTo>
                    <a:lnTo>
                      <a:pt x="4025467" y="366808"/>
                    </a:lnTo>
                    <a:lnTo>
                      <a:pt x="3945667" y="363386"/>
                    </a:lnTo>
                    <a:lnTo>
                      <a:pt x="3865867" y="360640"/>
                    </a:lnTo>
                    <a:lnTo>
                      <a:pt x="3786067" y="359428"/>
                    </a:lnTo>
                    <a:lnTo>
                      <a:pt x="3706267" y="357028"/>
                    </a:lnTo>
                    <a:lnTo>
                      <a:pt x="3626467" y="352568"/>
                    </a:lnTo>
                    <a:lnTo>
                      <a:pt x="3546667" y="351228"/>
                    </a:lnTo>
                    <a:lnTo>
                      <a:pt x="3466867" y="350726"/>
                    </a:lnTo>
                    <a:lnTo>
                      <a:pt x="3387067" y="347927"/>
                    </a:lnTo>
                    <a:lnTo>
                      <a:pt x="3307267" y="344286"/>
                    </a:lnTo>
                    <a:lnTo>
                      <a:pt x="3227467" y="343310"/>
                    </a:lnTo>
                    <a:lnTo>
                      <a:pt x="3147667" y="345156"/>
                    </a:lnTo>
                    <a:lnTo>
                      <a:pt x="3067867" y="347068"/>
                    </a:lnTo>
                    <a:lnTo>
                      <a:pt x="2988067" y="348189"/>
                    </a:lnTo>
                    <a:lnTo>
                      <a:pt x="2908267" y="346613"/>
                    </a:lnTo>
                    <a:lnTo>
                      <a:pt x="2828467" y="342693"/>
                    </a:lnTo>
                    <a:lnTo>
                      <a:pt x="2748667" y="338876"/>
                    </a:lnTo>
                    <a:lnTo>
                      <a:pt x="2668867" y="340179"/>
                    </a:lnTo>
                    <a:lnTo>
                      <a:pt x="2589067" y="347502"/>
                    </a:lnTo>
                    <a:lnTo>
                      <a:pt x="2509267" y="354427"/>
                    </a:lnTo>
                    <a:lnTo>
                      <a:pt x="2429467" y="355579"/>
                    </a:lnTo>
                    <a:lnTo>
                      <a:pt x="2349667" y="351460"/>
                    </a:lnTo>
                    <a:lnTo>
                      <a:pt x="2269867" y="344716"/>
                    </a:lnTo>
                    <a:lnTo>
                      <a:pt x="2190067" y="340751"/>
                    </a:lnTo>
                    <a:lnTo>
                      <a:pt x="2110267" y="345996"/>
                    </a:lnTo>
                    <a:lnTo>
                      <a:pt x="2030467" y="358367"/>
                    </a:lnTo>
                    <a:lnTo>
                      <a:pt x="1950667" y="368930"/>
                    </a:lnTo>
                    <a:lnTo>
                      <a:pt x="1870867" y="367528"/>
                    </a:lnTo>
                    <a:lnTo>
                      <a:pt x="1791067" y="358265"/>
                    </a:lnTo>
                    <a:lnTo>
                      <a:pt x="1711267" y="349954"/>
                    </a:lnTo>
                    <a:lnTo>
                      <a:pt x="1631467" y="347729"/>
                    </a:lnTo>
                    <a:lnTo>
                      <a:pt x="1551667" y="347168"/>
                    </a:lnTo>
                    <a:lnTo>
                      <a:pt x="1471867" y="348226"/>
                    </a:lnTo>
                    <a:lnTo>
                      <a:pt x="1392067" y="349300"/>
                    </a:lnTo>
                    <a:lnTo>
                      <a:pt x="1312267" y="349707"/>
                    </a:lnTo>
                    <a:lnTo>
                      <a:pt x="1232467" y="350737"/>
                    </a:lnTo>
                    <a:lnTo>
                      <a:pt x="1152667" y="351851"/>
                    </a:lnTo>
                    <a:lnTo>
                      <a:pt x="1072867" y="352432"/>
                    </a:lnTo>
                    <a:lnTo>
                      <a:pt x="993067" y="355085"/>
                    </a:lnTo>
                    <a:lnTo>
                      <a:pt x="913267" y="358827"/>
                    </a:lnTo>
                    <a:lnTo>
                      <a:pt x="833467" y="359756"/>
                    </a:lnTo>
                    <a:lnTo>
                      <a:pt x="753667" y="356922"/>
                    </a:lnTo>
                    <a:lnTo>
                      <a:pt x="673867" y="351589"/>
                    </a:lnTo>
                    <a:lnTo>
                      <a:pt x="594067" y="348165"/>
                    </a:lnTo>
                    <a:lnTo>
                      <a:pt x="514267" y="351778"/>
                    </a:lnTo>
                    <a:lnTo>
                      <a:pt x="434467" y="357155"/>
                    </a:lnTo>
                    <a:lnTo>
                      <a:pt x="354667" y="358531"/>
                    </a:lnTo>
                    <a:lnTo>
                      <a:pt x="274867" y="359252"/>
                    </a:lnTo>
                    <a:lnTo>
                      <a:pt x="195067" y="362344"/>
                    </a:lnTo>
                    <a:lnTo>
                      <a:pt x="115267" y="365496"/>
                    </a:lnTo>
                    <a:lnTo>
                      <a:pt x="35467" y="365887"/>
                    </a:lnTo>
                    <a:lnTo>
                      <a:pt x="-5573" y="301467"/>
                    </a:lnTo>
                    <a:lnTo>
                      <a:pt x="3652" y="221667"/>
                    </a:lnTo>
                    <a:lnTo>
                      <a:pt x="8359" y="141867"/>
                    </a:lnTo>
                    <a:lnTo>
                      <a:pt x="8999" y="62067"/>
                    </a:lnTo>
                    <a:lnTo>
                      <a:pt x="0" y="0"/>
                    </a:lnTo>
                    <a:close/>
                  </a:path>
                </a:pathLst>
              </a:custGeom>
              <a:solidFill>
                <a:srgbClr val="F1F9E8"/>
              </a:solidFill>
              <a:ln w="13300" cap="flat">
                <a:solidFill>
                  <a:srgbClr val="F1F9E8"/>
                </a:solidFill>
                <a:round/>
              </a:ln>
            </p:spPr>
          </p:sp>
          <p:pic>
            <p:nvPicPr>
              <p:cNvPr id="218" name="Mark"/>
              <p:cNvPicPr>
                <a:picLocks noChangeAspect="1"/>
              </p:cNvPicPr>
              <p:nvPr/>
            </p:nvPicPr>
            <p:blipFill>
              <a:blip r:embed="rId5"/>
              <a:stretch>
                <a:fillRect/>
              </a:stretch>
            </p:blipFill>
            <p:spPr>
              <a:xfrm>
                <a:off x="4383553" y="6085534"/>
                <a:ext cy="266000" cx="266000"/>
              </a:xfrm>
              <a:prstGeom prst="rect">
                <a:avLst/>
              </a:prstGeom>
            </p:spPr>
          </p:pic>
          <p:sp>
            <p:nvSpPr>
              <p:cNvPr id="463" name="Text 463"/>
              <p:cNvSpPr txBox="1"/>
              <p:nvPr/>
            </p:nvSpPr>
            <p:spPr>
              <a:xfrm>
                <a:off x="4676153" y="6078441"/>
                <a:ext cy="301467" cx="4025467"/>
              </a:xfrm>
              <a:prstGeom prst="rect">
                <a:avLst/>
              </a:prstGeom>
              <a:noFill/>
            </p:spPr>
            <p:txBody>
              <a:bodyPr anchor="ctr" lIns="0" wrap="none" rtlCol="0" rIns="0" tIns="0" bIns="11000"/>
              <a:lstStyle/>
              <a:p>
                <a:pPr algn="ctr">
                  <a:lnSpc>
                    <a:spcPct val="100000"/>
                  </a:lnSpc>
                </a:pPr>
                <a:r>
                  <a:rPr sz="1862">
                    <a:solidFill>
                      <a:srgbClr val="454545"/>
                    </a:solidFill>
                    <a:latin typeface="標楷體"/>
                  </a:rPr>
                  <a:t>電腦硬體計算訓練得到合用AI模型。</a:t>
                </a:r>
              </a:p>
            </p:txBody>
          </p:sp>
        </p:grpSp>
        <p:grpSp>
          <p:nvGrpSpPr>
            <p:cNvPr id="464" name="Group 464"/>
            <p:cNvGrpSpPr/>
            <p:nvPr/>
          </p:nvGrpSpPr>
          <p:grpSpPr>
            <a:xfrm>
              <a:off x="4263853" y="3831576"/>
              <a:ext cy="354667" cx="4021033"/>
              <a:chOff x="4263853" y="3831576"/>
              <a:chExt cy="354667" cx="4021033"/>
            </a:xfrm>
          </p:grpSpPr>
          <p:sp>
            <p:nvSpPr>
              <p:cNvPr id="339" name="SubTopic"/>
              <p:cNvSpPr/>
              <p:nvPr/>
            </p:nvSpPr>
            <p:spPr>
              <a:xfrm>
                <a:off x="4263853" y="3831576"/>
                <a:ext cy="354667" cx="4021033"/>
              </a:xfrm>
              <a:custGeom>
                <a:avLst/>
                <a:gdLst/>
                <a:ahLst/>
                <a:cxnLst/>
                <a:pathLst>
                  <a:path w="4021033" stroke="false" h="354667">
                    <a:moveTo>
                      <a:pt x="0" y="0"/>
                    </a:moveTo>
                    <a:lnTo>
                      <a:pt x="79800" y="4733"/>
                    </a:lnTo>
                    <a:lnTo>
                      <a:pt x="159600" y="4193"/>
                    </a:lnTo>
                    <a:lnTo>
                      <a:pt x="239400" y="3198"/>
                    </a:lnTo>
                    <a:lnTo>
                      <a:pt x="319200" y="2740"/>
                    </a:lnTo>
                    <a:lnTo>
                      <a:pt x="399000" y="-164"/>
                    </a:lnTo>
                    <a:lnTo>
                      <a:pt x="478800" y="-4372"/>
                    </a:lnTo>
                    <a:lnTo>
                      <a:pt x="558600" y="-5119"/>
                    </a:lnTo>
                    <a:lnTo>
                      <a:pt x="638400" y="-811"/>
                    </a:lnTo>
                    <a:lnTo>
                      <a:pt x="718200" y="2775"/>
                    </a:lnTo>
                    <a:lnTo>
                      <a:pt x="798000" y="3733"/>
                    </a:lnTo>
                    <a:lnTo>
                      <a:pt x="877800" y="1102"/>
                    </a:lnTo>
                    <a:lnTo>
                      <a:pt x="957600" y="-4777"/>
                    </a:lnTo>
                    <a:lnTo>
                      <a:pt x="1037400" y="-7956"/>
                    </a:lnTo>
                    <a:lnTo>
                      <a:pt x="1117200" y="-6478"/>
                    </a:lnTo>
                    <a:lnTo>
                      <a:pt x="1197000" y="930"/>
                    </a:lnTo>
                    <a:lnTo>
                      <a:pt x="1276800" y="8380"/>
                    </a:lnTo>
                    <a:lnTo>
                      <a:pt x="1356600" y="9467"/>
                    </a:lnTo>
                    <a:lnTo>
                      <a:pt x="1436400" y="4835"/>
                    </a:lnTo>
                    <a:lnTo>
                      <a:pt x="1516200" y="-1646"/>
                    </a:lnTo>
                    <a:lnTo>
                      <a:pt x="1596000" y="-3715"/>
                    </a:lnTo>
                    <a:lnTo>
                      <a:pt x="1675800" y="-3323"/>
                    </a:lnTo>
                    <a:lnTo>
                      <a:pt x="1755600" y="-2301"/>
                    </a:lnTo>
                    <a:lnTo>
                      <a:pt x="1835400" y="-1834"/>
                    </a:lnTo>
                    <a:lnTo>
                      <a:pt x="1915200" y="-762"/>
                    </a:lnTo>
                    <a:lnTo>
                      <a:pt x="1995000" y="4413"/>
                    </a:lnTo>
                    <a:lnTo>
                      <a:pt x="2074800" y="10628"/>
                    </a:lnTo>
                    <a:lnTo>
                      <a:pt x="2154600" y="11927"/>
                    </a:lnTo>
                    <a:lnTo>
                      <a:pt x="2234400" y="8909"/>
                    </a:lnTo>
                    <a:lnTo>
                      <a:pt x="2314200" y="2727"/>
                    </a:lnTo>
                    <a:lnTo>
                      <a:pt x="2394000" y="-838"/>
                    </a:lnTo>
                    <a:lnTo>
                      <a:pt x="2473800" y="-3411"/>
                    </a:lnTo>
                    <a:lnTo>
                      <a:pt x="2553600" y="-10189"/>
                    </a:lnTo>
                    <a:lnTo>
                      <a:pt x="2633400" y="-15628"/>
                    </a:lnTo>
                    <a:lnTo>
                      <a:pt x="2713200" y="-15108"/>
                    </a:lnTo>
                    <a:lnTo>
                      <a:pt x="2793000" y="-12178"/>
                    </a:lnTo>
                    <a:lnTo>
                      <a:pt x="2872800" y="-8962"/>
                    </a:lnTo>
                    <a:lnTo>
                      <a:pt x="2952600" y="-7679"/>
                    </a:lnTo>
                    <a:lnTo>
                      <a:pt x="3032400" y="-467"/>
                    </a:lnTo>
                    <a:lnTo>
                      <a:pt x="3112200" y="8620"/>
                    </a:lnTo>
                    <a:lnTo>
                      <a:pt x="3192000" y="12531"/>
                    </a:lnTo>
                    <a:lnTo>
                      <a:pt x="3271800" y="12118"/>
                    </a:lnTo>
                    <a:lnTo>
                      <a:pt x="3351600" y="10269"/>
                    </a:lnTo>
                    <a:lnTo>
                      <a:pt x="3431400" y="7341"/>
                    </a:lnTo>
                    <a:lnTo>
                      <a:pt x="3511200" y="7016"/>
                    </a:lnTo>
                    <a:lnTo>
                      <a:pt x="3591000" y="5939"/>
                    </a:lnTo>
                    <a:lnTo>
                      <a:pt x="3670800" y="2027"/>
                    </a:lnTo>
                    <a:lnTo>
                      <a:pt x="3750600" y="277"/>
                    </a:lnTo>
                    <a:lnTo>
                      <a:pt x="3830400" y="-2256"/>
                    </a:lnTo>
                    <a:lnTo>
                      <a:pt x="3910200" y="-7967"/>
                    </a:lnTo>
                    <a:lnTo>
                      <a:pt x="3990000" y="-10936"/>
                    </a:lnTo>
                    <a:lnTo>
                      <a:pt x="4031475" y="53200"/>
                    </a:lnTo>
                    <a:lnTo>
                      <a:pt x="4030253" y="133000"/>
                    </a:lnTo>
                    <a:lnTo>
                      <a:pt x="4029900" y="212800"/>
                    </a:lnTo>
                    <a:lnTo>
                      <a:pt x="4028474" y="292600"/>
                    </a:lnTo>
                    <a:lnTo>
                      <a:pt x="3994433" y="356321"/>
                    </a:lnTo>
                    <a:lnTo>
                      <a:pt x="3914633" y="352311"/>
                    </a:lnTo>
                    <a:lnTo>
                      <a:pt x="3834833" y="351805"/>
                    </a:lnTo>
                    <a:lnTo>
                      <a:pt x="3755033" y="358257"/>
                    </a:lnTo>
                    <a:lnTo>
                      <a:pt x="3675233" y="365872"/>
                    </a:lnTo>
                    <a:lnTo>
                      <a:pt x="3595433" y="368220"/>
                    </a:lnTo>
                    <a:lnTo>
                      <a:pt x="3515633" y="366174"/>
                    </a:lnTo>
                    <a:lnTo>
                      <a:pt x="3435833" y="362311"/>
                    </a:lnTo>
                    <a:lnTo>
                      <a:pt x="3356033" y="360770"/>
                    </a:lnTo>
                    <a:lnTo>
                      <a:pt x="3276233" y="361267"/>
                    </a:lnTo>
                    <a:lnTo>
                      <a:pt x="3196433" y="363568"/>
                    </a:lnTo>
                    <a:lnTo>
                      <a:pt x="3116633" y="366362"/>
                    </a:lnTo>
                    <a:lnTo>
                      <a:pt x="3036833" y="366808"/>
                    </a:lnTo>
                    <a:lnTo>
                      <a:pt x="2957033" y="363386"/>
                    </a:lnTo>
                    <a:lnTo>
                      <a:pt x="2877233" y="360640"/>
                    </a:lnTo>
                    <a:lnTo>
                      <a:pt x="2797433" y="359428"/>
                    </a:lnTo>
                    <a:lnTo>
                      <a:pt x="2717633" y="357028"/>
                    </a:lnTo>
                    <a:lnTo>
                      <a:pt x="2637833" y="352568"/>
                    </a:lnTo>
                    <a:lnTo>
                      <a:pt x="2558033" y="351228"/>
                    </a:lnTo>
                    <a:lnTo>
                      <a:pt x="2478233" y="350726"/>
                    </a:lnTo>
                    <a:lnTo>
                      <a:pt x="2398433" y="347927"/>
                    </a:lnTo>
                    <a:lnTo>
                      <a:pt x="2318633" y="344286"/>
                    </a:lnTo>
                    <a:lnTo>
                      <a:pt x="2238833" y="343310"/>
                    </a:lnTo>
                    <a:lnTo>
                      <a:pt x="2159033" y="345156"/>
                    </a:lnTo>
                    <a:lnTo>
                      <a:pt x="2079233" y="347068"/>
                    </a:lnTo>
                    <a:lnTo>
                      <a:pt x="1999433" y="348189"/>
                    </a:lnTo>
                    <a:lnTo>
                      <a:pt x="1919633" y="346613"/>
                    </a:lnTo>
                    <a:lnTo>
                      <a:pt x="1839833" y="342693"/>
                    </a:lnTo>
                    <a:lnTo>
                      <a:pt x="1760033" y="338876"/>
                    </a:lnTo>
                    <a:lnTo>
                      <a:pt x="1680233" y="340179"/>
                    </a:lnTo>
                    <a:lnTo>
                      <a:pt x="1600433" y="347502"/>
                    </a:lnTo>
                    <a:lnTo>
                      <a:pt x="1520633" y="354427"/>
                    </a:lnTo>
                    <a:lnTo>
                      <a:pt x="1440833" y="355579"/>
                    </a:lnTo>
                    <a:lnTo>
                      <a:pt x="1361033" y="351460"/>
                    </a:lnTo>
                    <a:lnTo>
                      <a:pt x="1281233" y="344716"/>
                    </a:lnTo>
                    <a:lnTo>
                      <a:pt x="1201433" y="340751"/>
                    </a:lnTo>
                    <a:lnTo>
                      <a:pt x="1121633" y="345996"/>
                    </a:lnTo>
                    <a:lnTo>
                      <a:pt x="1041833" y="358367"/>
                    </a:lnTo>
                    <a:lnTo>
                      <a:pt x="962033" y="368930"/>
                    </a:lnTo>
                    <a:lnTo>
                      <a:pt x="882233" y="367528"/>
                    </a:lnTo>
                    <a:lnTo>
                      <a:pt x="802433" y="358265"/>
                    </a:lnTo>
                    <a:lnTo>
                      <a:pt x="722633" y="349954"/>
                    </a:lnTo>
                    <a:lnTo>
                      <a:pt x="642833" y="347729"/>
                    </a:lnTo>
                    <a:lnTo>
                      <a:pt x="563033" y="347168"/>
                    </a:lnTo>
                    <a:lnTo>
                      <a:pt x="483233" y="348226"/>
                    </a:lnTo>
                    <a:lnTo>
                      <a:pt x="403433" y="349300"/>
                    </a:lnTo>
                    <a:lnTo>
                      <a:pt x="323633" y="349707"/>
                    </a:lnTo>
                    <a:lnTo>
                      <a:pt x="243833" y="350737"/>
                    </a:lnTo>
                    <a:lnTo>
                      <a:pt x="164033" y="351851"/>
                    </a:lnTo>
                    <a:lnTo>
                      <a:pt x="84233" y="352432"/>
                    </a:lnTo>
                    <a:lnTo>
                      <a:pt x="-419" y="354667"/>
                    </a:lnTo>
                    <a:lnTo>
                      <a:pt x="-4160" y="274867"/>
                    </a:lnTo>
                    <a:lnTo>
                      <a:pt x="-5089" y="195067"/>
                    </a:lnTo>
                    <a:lnTo>
                      <a:pt x="-2255" y="115267"/>
                    </a:lnTo>
                    <a:lnTo>
                      <a:pt x="3078" y="35467"/>
                    </a:lnTo>
                    <a:lnTo>
                      <a:pt x="0" y="0"/>
                    </a:lnTo>
                    <a:close/>
                  </a:path>
                </a:pathLst>
              </a:custGeom>
              <a:solidFill>
                <a:srgbClr val="F1F9E8"/>
              </a:solidFill>
              <a:ln w="13300" cap="flat">
                <a:solidFill>
                  <a:srgbClr val="F1F9E8"/>
                </a:solidFill>
                <a:round/>
              </a:ln>
            </p:spPr>
          </p:sp>
          <p:pic>
            <p:nvPicPr>
              <p:cNvPr id="343" name="Mark"/>
              <p:cNvPicPr>
                <a:picLocks noChangeAspect="1"/>
              </p:cNvPicPr>
              <p:nvPr/>
            </p:nvPicPr>
            <p:blipFill>
              <a:blip r:embed="rId6"/>
              <a:stretch>
                <a:fillRect/>
              </a:stretch>
            </p:blipFill>
            <p:spPr>
              <a:xfrm>
                <a:off x="4383553" y="3890539"/>
                <a:ext cy="266000" cx="266000"/>
              </a:xfrm>
              <a:prstGeom prst="rect">
                <a:avLst/>
              </a:prstGeom>
            </p:spPr>
          </p:pic>
          <p:sp>
            <p:nvSpPr>
              <p:cNvPr id="465" name="Text 465"/>
              <p:cNvSpPr txBox="1"/>
              <p:nvPr/>
            </p:nvSpPr>
            <p:spPr>
              <a:xfrm>
                <a:off x="4676153" y="3883446"/>
                <a:ext cy="301467" cx="3528933"/>
              </a:xfrm>
              <a:prstGeom prst="rect">
                <a:avLst/>
              </a:prstGeom>
              <a:noFill/>
            </p:spPr>
            <p:txBody>
              <a:bodyPr anchor="ctr" lIns="0" wrap="none" rtlCol="0" rIns="0" tIns="0" bIns="11000"/>
              <a:lstStyle/>
              <a:p>
                <a:pPr algn="ctr">
                  <a:lnSpc>
                    <a:spcPct val="100000"/>
                  </a:lnSpc>
                </a:pPr>
                <a:r>
                  <a:rPr sz="1862">
                    <a:solidFill>
                      <a:srgbClr val="000000"/>
                    </a:solidFill>
                    <a:latin typeface="標楷體"/>
                  </a:rPr>
                  <a:t>開發資料處理及組建系統程式碼</a:t>
                </a:r>
              </a:p>
            </p:txBody>
          </p:sp>
        </p:grpSp>
      </p:grpSp>
    </p:spTree>
  </p:cSld>
  <p:clrMapOvr>
    <a:masterClrMapping/>
  </p:clrMapOvr>
</p:sld>
</file>

<file path=ppt/slides/slide3.xml><?xml version="1.0" encoding="utf-8"?>
<p:sld xmlns:r="http://schemas.openxmlformats.org/officeDocument/2006/relationships" xmlns:a="http://schemas.openxmlformats.org/drawingml/2006/main" xmlns:p="http://schemas.openxmlformats.org/presentationml/2006/main">
  <p:cSld>
    <p:spTree>
      <p:nvGrpSpPr>
        <p:cNvPr id="300000100" name="Page-1"/>
        <p:cNvGrpSpPr/>
        <p:nvPr/>
      </p:nvGrpSpPr>
      <p:grpSpPr>
        <a:xfrm>
          <a:off x="0" y="0"/>
          <a:ext cy="0" cx="0"/>
          <a:chOff x="0" y="0"/>
          <a:chExt cy="0" cx="0"/>
        </a:xfrm>
      </p:grpSpPr>
      <p:pic>
        <p:nvPicPr>
          <p:cNvPr id="0" name="Image"/>
          <p:cNvPicPr>
            <a:picLocks noChangeAspect="1"/>
          </p:cNvPicPr>
          <p:nvPr/>
        </p:nvPicPr>
        <p:blipFill>
          <a:blip r:embed="rId2"/>
          <a:stretch>
            <a:fillRect/>
          </a:stretch>
        </p:blipFill>
        <p:spPr>
          <a:xfrm>
            <a:off x="0" y="0"/>
            <a:ext cy="6860000" cx="9140000"/>
          </a:xfrm>
          <a:prstGeom prst="rect">
            <a:avLst/>
          </a:prstGeom>
        </p:spPr>
      </p:pic>
      <p:grpSp>
        <p:nvGrpSpPr>
          <p:cNvPr id="458" name="Group458"/>
          <p:cNvGrpSpPr/>
          <p:nvPr/>
        </p:nvGrpSpPr>
        <p:grpSpPr>
          <a:xfrm>
            <a:off x="341831" y="723835"/>
            <a:ext cy="5415867" cx="8468995"/>
            <a:chOff x="341831" y="723835"/>
            <a:chExt cy="5415867" cx="8468995"/>
          </a:xfrm>
        </p:grpSpPr>
        <p:sp>
          <p:nvSpPr>
            <p:cNvPr id="388" name="Summary"/>
            <p:cNvSpPr/>
            <p:nvPr/>
          </p:nvSpPr>
          <p:spPr>
            <a:xfrm>
              <a:off x="5535639" y="2515377"/>
              <a:ext cy="4157533" cx="181200"/>
            </a:xfrm>
            <a:custGeom>
              <a:avLst/>
              <a:gdLst/>
              <a:ahLst/>
              <a:cxnLst/>
              <a:pathLst>
                <a:path fill="none" w="181200" h="4157533">
                  <a:moveTo>
                    <a:pt x="1278" y="0"/>
                  </a:moveTo>
                  <a:lnTo>
                    <a:pt x="55789" y="62530"/>
                  </a:lnTo>
                  <a:lnTo>
                    <a:pt x="76215" y="149485"/>
                  </a:lnTo>
                  <a:lnTo>
                    <a:pt x="84659" y="239225"/>
                  </a:lnTo>
                  <a:lnTo>
                    <a:pt x="85610" y="338111"/>
                  </a:lnTo>
                  <a:lnTo>
                    <a:pt x="88907" y="428711"/>
                  </a:lnTo>
                  <a:lnTo>
                    <a:pt x="93685" y="519311"/>
                  </a:lnTo>
                  <a:lnTo>
                    <a:pt x="94532" y="609911"/>
                  </a:lnTo>
                  <a:lnTo>
                    <a:pt x="89642" y="700511"/>
                  </a:lnTo>
                  <a:lnTo>
                    <a:pt x="85570" y="791111"/>
                  </a:lnTo>
                  <a:lnTo>
                    <a:pt x="84482" y="881711"/>
                  </a:lnTo>
                  <a:lnTo>
                    <a:pt x="87469" y="972311"/>
                  </a:lnTo>
                  <a:lnTo>
                    <a:pt x="94144" y="1062911"/>
                  </a:lnTo>
                  <a:lnTo>
                    <a:pt x="97754" y="1153511"/>
                  </a:lnTo>
                  <a:lnTo>
                    <a:pt x="96075" y="1244111"/>
                  </a:lnTo>
                  <a:lnTo>
                    <a:pt x="87665" y="1334711"/>
                  </a:lnTo>
                  <a:lnTo>
                    <a:pt x="79206" y="1425311"/>
                  </a:lnTo>
                  <a:lnTo>
                    <a:pt x="77973" y="1515911"/>
                  </a:lnTo>
                  <a:lnTo>
                    <a:pt x="83231" y="1606511"/>
                  </a:lnTo>
                  <a:lnTo>
                    <a:pt x="90590" y="1697111"/>
                  </a:lnTo>
                  <a:lnTo>
                    <a:pt x="92939" y="1787711"/>
                  </a:lnTo>
                  <a:lnTo>
                    <a:pt x="95395" y="1883833"/>
                  </a:lnTo>
                  <a:lnTo>
                    <a:pt x="110086" y="1972760"/>
                  </a:lnTo>
                  <a:lnTo>
                    <a:pt x="144146" y="2055084"/>
                  </a:lnTo>
                  <a:lnTo>
                    <a:pt x="144819" y="2103239"/>
                  </a:lnTo>
                  <a:lnTo>
                    <a:pt x="103400" y="2183988"/>
                  </a:lnTo>
                  <a:lnTo>
                    <a:pt x="79691" y="2272808"/>
                  </a:lnTo>
                  <a:lnTo>
                    <a:pt x="75180" y="2378815"/>
                  </a:lnTo>
                  <a:lnTo>
                    <a:pt x="78606" y="2469415"/>
                  </a:lnTo>
                  <a:lnTo>
                    <a:pt x="85625" y="2560015"/>
                  </a:lnTo>
                  <a:lnTo>
                    <a:pt x="89673" y="2650615"/>
                  </a:lnTo>
                  <a:lnTo>
                    <a:pt x="92594" y="2741215"/>
                  </a:lnTo>
                  <a:lnTo>
                    <a:pt x="100289" y="2831815"/>
                  </a:lnTo>
                  <a:lnTo>
                    <a:pt x="106464" y="2922415"/>
                  </a:lnTo>
                  <a:lnTo>
                    <a:pt x="105874" y="3013015"/>
                  </a:lnTo>
                  <a:lnTo>
                    <a:pt x="102547" y="3103615"/>
                  </a:lnTo>
                  <a:lnTo>
                    <a:pt x="98896" y="3194215"/>
                  </a:lnTo>
                  <a:lnTo>
                    <a:pt x="97439" y="3284815"/>
                  </a:lnTo>
                  <a:lnTo>
                    <a:pt x="89251" y="3375415"/>
                  </a:lnTo>
                  <a:lnTo>
                    <a:pt x="78934" y="3466015"/>
                  </a:lnTo>
                  <a:lnTo>
                    <a:pt x="74493" y="3556615"/>
                  </a:lnTo>
                  <a:lnTo>
                    <a:pt x="74963" y="3647215"/>
                  </a:lnTo>
                  <a:lnTo>
                    <a:pt x="77062" y="3737815"/>
                  </a:lnTo>
                  <a:lnTo>
                    <a:pt x="80386" y="3828415"/>
                  </a:lnTo>
                  <a:lnTo>
                    <a:pt x="79749" y="3924682"/>
                  </a:lnTo>
                  <a:lnTo>
                    <a:pt x="72121" y="4014178"/>
                  </a:lnTo>
                  <a:lnTo>
                    <a:pt x="54572" y="4102016"/>
                  </a:lnTo>
                  <a:lnTo>
                    <a:pt x="0" y="4157219"/>
                  </a:lnTo>
                </a:path>
              </a:pathLst>
            </a:custGeom>
            <a:solidFill>
              <a:srgbClr val="35B58F">
                <a:alpha val="0"/>
              </a:srgbClr>
            </a:solidFill>
            <a:ln w="15100" cap="flat">
              <a:solidFill>
                <a:srgbClr val="35B58F">
                  <a:alpha val="0"/>
                </a:srgbClr>
              </a:solidFill>
              <a:round/>
            </a:ln>
          </p:spPr>
        </p:sp>
        <p:sp>
          <p:nvSpPr>
            <p:cNvPr id="150" name="MMConnector"/>
            <p:cNvSpPr/>
            <p:nvPr/>
          </p:nvSpPr>
          <p:spPr>
            <a:xfrm>
              <a:off x="938281" y="2379477"/>
              <a:ext cy="694600" cx="286900"/>
            </a:xfrm>
            <a:custGeom>
              <a:avLst/>
              <a:gdLst/>
              <a:pathLst>
                <a:path fill="none" w="286900" h="694600">
                  <a:moveTo>
                    <a:pt x="-143450" y="-347300"/>
                  </a:moveTo>
                  <a:lnTo>
                    <a:pt x="-148824" y="-256700"/>
                  </a:lnTo>
                  <a:lnTo>
                    <a:pt x="-148211" y="-166100"/>
                  </a:lnTo>
                  <a:lnTo>
                    <a:pt x="-147080" y="-75500"/>
                  </a:lnTo>
                  <a:lnTo>
                    <a:pt x="-146561" y="15100"/>
                  </a:lnTo>
                  <a:lnTo>
                    <a:pt x="-143264" y="105700"/>
                  </a:lnTo>
                  <a:lnTo>
                    <a:pt x="-138486" y="196300"/>
                  </a:lnTo>
                  <a:lnTo>
                    <a:pt x="-132991" y="284444"/>
                  </a:lnTo>
                  <a:lnTo>
                    <a:pt x="-73957" y="343878"/>
                  </a:lnTo>
                  <a:lnTo>
                    <a:pt x="22650" y="350451"/>
                  </a:lnTo>
                  <a:lnTo>
                    <a:pt x="113250" y="351538"/>
                  </a:lnTo>
                  <a:lnTo>
                    <a:pt x="143450" y="347300"/>
                  </a:lnTo>
                </a:path>
              </a:pathLst>
            </a:custGeom>
            <a:noFill/>
            <a:ln w="15100" cap="rnd">
              <a:solidFill>
                <a:srgbClr val="191919"/>
              </a:solidFill>
              <a:round/>
            </a:ln>
          </p:spPr>
        </p:sp>
        <p:sp>
          <p:nvSpPr>
            <p:cNvPr id="156" name="MMConnector"/>
            <p:cNvSpPr/>
            <p:nvPr/>
          </p:nvSpPr>
          <p:spPr>
            <a:xfrm>
              <a:off x="938281" y="3043877"/>
              <a:ext cy="2023400" cx="286900"/>
            </a:xfrm>
            <a:custGeom>
              <a:avLst/>
              <a:gdLst/>
              <a:pathLst>
                <a:path fill="none" w="286900" h="2023400">
                  <a:moveTo>
                    <a:pt x="-143450" y="-1011700"/>
                  </a:moveTo>
                  <a:lnTo>
                    <a:pt x="-148824" y="-921100"/>
                  </a:lnTo>
                  <a:lnTo>
                    <a:pt x="-148211" y="-830500"/>
                  </a:lnTo>
                  <a:lnTo>
                    <a:pt x="-147080" y="-739900"/>
                  </a:lnTo>
                  <a:lnTo>
                    <a:pt x="-146561" y="-649300"/>
                  </a:lnTo>
                  <a:lnTo>
                    <a:pt x="-143264" y="-558700"/>
                  </a:lnTo>
                  <a:lnTo>
                    <a:pt x="-138486" y="-468100"/>
                  </a:lnTo>
                  <a:lnTo>
                    <a:pt x="-137638" y="-377500"/>
                  </a:lnTo>
                  <a:lnTo>
                    <a:pt x="-142529" y="-286900"/>
                  </a:lnTo>
                  <a:lnTo>
                    <a:pt x="-146601" y="-196300"/>
                  </a:lnTo>
                  <a:lnTo>
                    <a:pt x="-147688" y="-105700"/>
                  </a:lnTo>
                  <a:lnTo>
                    <a:pt x="-144701" y="-15100"/>
                  </a:lnTo>
                  <a:lnTo>
                    <a:pt x="-138027" y="75500"/>
                  </a:lnTo>
                  <a:lnTo>
                    <a:pt x="-134417" y="166100"/>
                  </a:lnTo>
                  <a:lnTo>
                    <a:pt x="-136096" y="256700"/>
                  </a:lnTo>
                  <a:lnTo>
                    <a:pt x="-144506" y="347300"/>
                  </a:lnTo>
                  <a:lnTo>
                    <a:pt x="-152965" y="437900"/>
                  </a:lnTo>
                  <a:lnTo>
                    <a:pt x="-154198" y="528500"/>
                  </a:lnTo>
                  <a:lnTo>
                    <a:pt x="-148940" y="619100"/>
                  </a:lnTo>
                  <a:lnTo>
                    <a:pt x="-141581" y="709700"/>
                  </a:lnTo>
                  <a:lnTo>
                    <a:pt x="-139232" y="800300"/>
                  </a:lnTo>
                  <a:lnTo>
                    <a:pt x="-139677" y="890900"/>
                  </a:lnTo>
                  <a:lnTo>
                    <a:pt x="-121996" y="975497"/>
                  </a:lnTo>
                  <a:lnTo>
                    <a:pt x="-37750" y="1009618"/>
                  </a:lnTo>
                  <a:lnTo>
                    <a:pt x="52850" y="1010835"/>
                  </a:lnTo>
                  <a:lnTo>
                    <a:pt x="143450" y="1016710"/>
                  </a:lnTo>
                </a:path>
              </a:pathLst>
            </a:custGeom>
            <a:noFill/>
            <a:ln w="15100" cap="rnd">
              <a:solidFill>
                <a:srgbClr val="191919"/>
              </a:solidFill>
              <a:round/>
            </a:ln>
          </p:spPr>
        </p:sp>
        <p:sp>
          <p:nvSpPr>
            <p:cNvPr id="162" name="MMConnector"/>
            <p:cNvSpPr/>
            <p:nvPr/>
          </p:nvSpPr>
          <p:spPr>
            <a:xfrm>
              <a:off x="938281" y="3708277"/>
              <a:ext cy="3352200" cx="286900"/>
            </a:xfrm>
            <a:custGeom>
              <a:avLst/>
              <a:gdLst/>
              <a:pathLst>
                <a:path fill="none" w="286900" h="3352200">
                  <a:moveTo>
                    <a:pt x="-143450" y="-1676100"/>
                  </a:moveTo>
                  <a:lnTo>
                    <a:pt x="-148824" y="-1585500"/>
                  </a:lnTo>
                  <a:lnTo>
                    <a:pt x="-148211" y="-1494900"/>
                  </a:lnTo>
                  <a:lnTo>
                    <a:pt x="-147080" y="-1404300"/>
                  </a:lnTo>
                  <a:lnTo>
                    <a:pt x="-146561" y="-1313700"/>
                  </a:lnTo>
                  <a:lnTo>
                    <a:pt x="-143264" y="-1223100"/>
                  </a:lnTo>
                  <a:lnTo>
                    <a:pt x="-138486" y="-1132500"/>
                  </a:lnTo>
                  <a:lnTo>
                    <a:pt x="-137638" y="-1041900"/>
                  </a:lnTo>
                  <a:lnTo>
                    <a:pt x="-142529" y="-951300"/>
                  </a:lnTo>
                  <a:lnTo>
                    <a:pt x="-146601" y="-860700"/>
                  </a:lnTo>
                  <a:lnTo>
                    <a:pt x="-147688" y="-770100"/>
                  </a:lnTo>
                  <a:lnTo>
                    <a:pt x="-144701" y="-679500"/>
                  </a:lnTo>
                  <a:lnTo>
                    <a:pt x="-138027" y="-588900"/>
                  </a:lnTo>
                  <a:lnTo>
                    <a:pt x="-134417" y="-498300"/>
                  </a:lnTo>
                  <a:lnTo>
                    <a:pt x="-136096" y="-407700"/>
                  </a:lnTo>
                  <a:lnTo>
                    <a:pt x="-144506" y="-317100"/>
                  </a:lnTo>
                  <a:lnTo>
                    <a:pt x="-152965" y="-226500"/>
                  </a:lnTo>
                  <a:lnTo>
                    <a:pt x="-154198" y="-135900"/>
                  </a:lnTo>
                  <a:lnTo>
                    <a:pt x="-148940" y="-45300"/>
                  </a:lnTo>
                  <a:lnTo>
                    <a:pt x="-141581" y="45300"/>
                  </a:lnTo>
                  <a:lnTo>
                    <a:pt x="-139232" y="135900"/>
                  </a:lnTo>
                  <a:lnTo>
                    <a:pt x="-139677" y="226500"/>
                  </a:lnTo>
                  <a:lnTo>
                    <a:pt x="-140837" y="317100"/>
                  </a:lnTo>
                  <a:lnTo>
                    <a:pt x="-141368" y="407700"/>
                  </a:lnTo>
                  <a:lnTo>
                    <a:pt x="-142585" y="498300"/>
                  </a:lnTo>
                  <a:lnTo>
                    <a:pt x="-148460" y="588900"/>
                  </a:lnTo>
                  <a:lnTo>
                    <a:pt x="-155516" y="679500"/>
                  </a:lnTo>
                  <a:lnTo>
                    <a:pt x="-156991" y="770100"/>
                  </a:lnTo>
                  <a:lnTo>
                    <a:pt x="-153565" y="860700"/>
                  </a:lnTo>
                  <a:lnTo>
                    <a:pt x="-146546" y="951300"/>
                  </a:lnTo>
                  <a:lnTo>
                    <a:pt x="-142498" y="1041900"/>
                  </a:lnTo>
                  <a:lnTo>
                    <a:pt x="-139577" y="1132500"/>
                  </a:lnTo>
                  <a:lnTo>
                    <a:pt x="-131882" y="1223100"/>
                  </a:lnTo>
                  <a:lnTo>
                    <a:pt x="-125707" y="1313700"/>
                  </a:lnTo>
                  <a:lnTo>
                    <a:pt x="-126297" y="1404300"/>
                  </a:lnTo>
                  <a:lnTo>
                    <a:pt x="-129624" y="1494900"/>
                  </a:lnTo>
                  <a:lnTo>
                    <a:pt x="-133275" y="1585500"/>
                  </a:lnTo>
                  <a:lnTo>
                    <a:pt x="-97084" y="1654405"/>
                  </a:lnTo>
                  <a:lnTo>
                    <a:pt x="-7550" y="1675569"/>
                  </a:lnTo>
                  <a:lnTo>
                    <a:pt x="83050" y="1685886"/>
                  </a:lnTo>
                  <a:lnTo>
                    <a:pt x="143450" y="1676100"/>
                  </a:lnTo>
                </a:path>
              </a:pathLst>
            </a:custGeom>
            <a:noFill/>
            <a:ln w="15100" cap="rnd">
              <a:solidFill>
                <a:srgbClr val="191919"/>
              </a:solidFill>
              <a:round/>
            </a:ln>
          </p:spPr>
        </p:sp>
        <p:sp>
          <p:nvSpPr>
            <p:cNvPr id="243" name="MMConnector"/>
            <p:cNvSpPr/>
            <p:nvPr/>
          </p:nvSpPr>
          <p:spPr>
            <a:xfrm>
              <a:off x="1380711" y="3202427"/>
              <a:ext cy="528500" cx="235560"/>
            </a:xfrm>
            <a:custGeom>
              <a:avLst/>
              <a:gdLst/>
              <a:pathLst>
                <a:path fill="none" w="235560" h="528500">
                  <a:moveTo>
                    <a:pt x="-117780" y="-264250"/>
                  </a:moveTo>
                  <a:lnTo>
                    <a:pt x="-123154" y="-173650"/>
                  </a:lnTo>
                  <a:lnTo>
                    <a:pt x="-122541" y="-83050"/>
                  </a:lnTo>
                  <a:lnTo>
                    <a:pt x="-121410" y="7550"/>
                  </a:lnTo>
                  <a:lnTo>
                    <a:pt x="-120891" y="98150"/>
                  </a:lnTo>
                  <a:lnTo>
                    <a:pt x="-116353" y="188651"/>
                  </a:lnTo>
                  <a:lnTo>
                    <a:pt x="-60860" y="252402"/>
                  </a:lnTo>
                  <a:lnTo>
                    <a:pt x="33220" y="258438"/>
                  </a:lnTo>
                  <a:lnTo>
                    <a:pt x="117780" y="263329"/>
                  </a:lnTo>
                </a:path>
              </a:pathLst>
            </a:custGeom>
            <a:noFill/>
            <a:ln w="15100" cap="rnd">
              <a:solidFill>
                <a:srgbClr val="191919"/>
              </a:solidFill>
              <a:round/>
            </a:ln>
          </p:spPr>
        </p:sp>
        <p:sp>
          <p:nvSpPr>
            <p:cNvPr id="252" name="MMConnector"/>
            <p:cNvSpPr/>
            <p:nvPr/>
          </p:nvSpPr>
          <p:spPr>
            <a:xfrm>
              <a:off x="1380711" y="4531227"/>
              <a:ext cy="528500" cx="235560"/>
            </a:xfrm>
            <a:custGeom>
              <a:avLst/>
              <a:gdLst/>
              <a:pathLst>
                <a:path fill="none" w="235560" h="528500">
                  <a:moveTo>
                    <a:pt x="-117780" y="-264250"/>
                  </a:moveTo>
                  <a:lnTo>
                    <a:pt x="-123154" y="-173650"/>
                  </a:lnTo>
                  <a:lnTo>
                    <a:pt x="-122541" y="-83050"/>
                  </a:lnTo>
                  <a:lnTo>
                    <a:pt x="-121410" y="7550"/>
                  </a:lnTo>
                  <a:lnTo>
                    <a:pt x="-120891" y="98150"/>
                  </a:lnTo>
                  <a:lnTo>
                    <a:pt x="-116353" y="188651"/>
                  </a:lnTo>
                  <a:lnTo>
                    <a:pt x="-60860" y="252402"/>
                  </a:lnTo>
                  <a:lnTo>
                    <a:pt x="33220" y="258438"/>
                  </a:lnTo>
                  <a:lnTo>
                    <a:pt x="117780" y="263329"/>
                  </a:lnTo>
                </a:path>
              </a:pathLst>
            </a:custGeom>
            <a:noFill/>
            <a:ln w="15100" cap="rnd">
              <a:solidFill>
                <a:srgbClr val="191919"/>
              </a:solidFill>
              <a:round/>
            </a:ln>
          </p:spPr>
        </p:sp>
        <p:sp>
          <p:nvSpPr>
            <p:cNvPr id="254" name="MMConnector"/>
            <p:cNvSpPr/>
            <p:nvPr/>
          </p:nvSpPr>
          <p:spPr>
            <a:xfrm>
              <a:off x="1380711" y="5948110"/>
              <a:ext cy="704667" cx="235560"/>
            </a:xfrm>
            <a:custGeom>
              <a:avLst/>
              <a:gdLst/>
              <a:pathLst>
                <a:path fill="none" w="235560" h="704667">
                  <a:moveTo>
                    <a:pt x="-117780" y="-352333"/>
                  </a:moveTo>
                  <a:lnTo>
                    <a:pt x="-123154" y="-261733"/>
                  </a:lnTo>
                  <a:lnTo>
                    <a:pt x="-122541" y="-171133"/>
                  </a:lnTo>
                  <a:lnTo>
                    <a:pt x="-121410" y="-80533"/>
                  </a:lnTo>
                  <a:lnTo>
                    <a:pt x="-120891" y="10067"/>
                  </a:lnTo>
                  <a:lnTo>
                    <a:pt x="-117594" y="100667"/>
                  </a:lnTo>
                  <a:lnTo>
                    <a:pt x="-112816" y="191267"/>
                  </a:lnTo>
                  <a:lnTo>
                    <a:pt x="-107321" y="289477"/>
                  </a:lnTo>
                  <a:lnTo>
                    <a:pt x="-48287" y="348911"/>
                  </a:lnTo>
                  <a:lnTo>
                    <a:pt x="48320" y="355484"/>
                  </a:lnTo>
                  <a:lnTo>
                    <a:pt x="117780" y="352333"/>
                  </a:lnTo>
                </a:path>
              </a:pathLst>
            </a:custGeom>
            <a:noFill/>
            <a:ln w="15100" cap="rnd">
              <a:solidFill>
                <a:srgbClr val="191919"/>
              </a:solidFill>
              <a:round/>
            </a:ln>
          </p:spPr>
        </p:sp>
        <p:sp>
          <p:nvSpPr>
            <p:cNvPr id="114" name="MainTopic"/>
            <p:cNvSpPr/>
            <p:nvPr/>
          </p:nvSpPr>
          <p:spPr>
            <a:xfrm>
              <a:off x="387131" y="1377844"/>
              <a:ext cy="654333" cx="2477004"/>
            </a:xfrm>
            <a:custGeom>
              <a:avLst/>
              <a:gdLst>
                <a:gd fmla="*/ 223782 w 2477004" name="rtl"/>
                <a:gd fmla="*/ 149490 h 654333" name="rtt"/>
                <a:gd fmla="*/ 2141482 w 2477004" name="rtr"/>
                <a:gd fmla="*/ 532023 h 654333" name="rtb"/>
              </a:gdLst>
              <a:ahLst/>
              <a:cxnLst/>
              <a:rect r="rtr" b="rtb" l="rtl" t="rtt"/>
              <a:pathLst>
                <a:path w="2477004" h="654333">
                  <a:moveTo>
                    <a:pt x="327167" y="0"/>
                  </a:moveTo>
                  <a:lnTo>
                    <a:pt x="417767" y="5374"/>
                  </a:lnTo>
                  <a:lnTo>
                    <a:pt x="508367" y="4761"/>
                  </a:lnTo>
                  <a:lnTo>
                    <a:pt x="598967" y="3630"/>
                  </a:lnTo>
                  <a:lnTo>
                    <a:pt x="689567" y="3111"/>
                  </a:lnTo>
                  <a:lnTo>
                    <a:pt x="780167" y="-186"/>
                  </a:lnTo>
                  <a:lnTo>
                    <a:pt x="870767" y="-4964"/>
                  </a:lnTo>
                  <a:lnTo>
                    <a:pt x="961367" y="-5812"/>
                  </a:lnTo>
                  <a:lnTo>
                    <a:pt x="1051967" y="-921"/>
                  </a:lnTo>
                  <a:lnTo>
                    <a:pt x="1142567" y="3151"/>
                  </a:lnTo>
                  <a:lnTo>
                    <a:pt x="1233167" y="4238"/>
                  </a:lnTo>
                  <a:lnTo>
                    <a:pt x="1323767" y="1251"/>
                  </a:lnTo>
                  <a:lnTo>
                    <a:pt x="1414367" y="-5423"/>
                  </a:lnTo>
                  <a:lnTo>
                    <a:pt x="1504967" y="-9033"/>
                  </a:lnTo>
                  <a:lnTo>
                    <a:pt x="1595567" y="-7354"/>
                  </a:lnTo>
                  <a:lnTo>
                    <a:pt x="1686167" y="1056"/>
                  </a:lnTo>
                  <a:lnTo>
                    <a:pt x="1776767" y="9515"/>
                  </a:lnTo>
                  <a:lnTo>
                    <a:pt x="1867367" y="10748"/>
                  </a:lnTo>
                  <a:lnTo>
                    <a:pt x="1957967" y="5490"/>
                  </a:lnTo>
                  <a:lnTo>
                    <a:pt x="2048567" y="-1869"/>
                  </a:lnTo>
                  <a:lnTo>
                    <a:pt x="2149837" y="-4218"/>
                  </a:lnTo>
                  <a:lnTo>
                    <a:pt x="2240326" y="8750"/>
                  </a:lnTo>
                  <a:lnTo>
                    <a:pt x="2323288" y="46630"/>
                  </a:lnTo>
                  <a:lnTo>
                    <a:pt x="2392949" y="105120"/>
                  </a:lnTo>
                  <a:lnTo>
                    <a:pt x="2443362" y="180550"/>
                  </a:lnTo>
                  <a:lnTo>
                    <a:pt x="2466471" y="267449"/>
                  </a:lnTo>
                  <a:lnTo>
                    <a:pt x="2463617" y="356227"/>
                  </a:lnTo>
                  <a:lnTo>
                    <a:pt x="2442417" y="440366"/>
                  </a:lnTo>
                  <a:lnTo>
                    <a:pt x="2403016" y="518049"/>
                  </a:lnTo>
                  <a:lnTo>
                    <a:pt x="2345413" y="585596"/>
                  </a:lnTo>
                  <a:lnTo>
                    <a:pt x="2268817" y="633049"/>
                  </a:lnTo>
                  <a:lnTo>
                    <a:pt x="2180939" y="656764"/>
                  </a:lnTo>
                  <a:lnTo>
                    <a:pt x="2089437" y="665902"/>
                  </a:lnTo>
                  <a:lnTo>
                    <a:pt x="1998837" y="672076"/>
                  </a:lnTo>
                  <a:lnTo>
                    <a:pt x="1908237" y="671486"/>
                  </a:lnTo>
                  <a:lnTo>
                    <a:pt x="1817637" y="668159"/>
                  </a:lnTo>
                  <a:lnTo>
                    <a:pt x="1727037" y="664508"/>
                  </a:lnTo>
                  <a:lnTo>
                    <a:pt x="1636437" y="663051"/>
                  </a:lnTo>
                  <a:lnTo>
                    <a:pt x="1545837" y="654864"/>
                  </a:lnTo>
                  <a:lnTo>
                    <a:pt x="1455237" y="644547"/>
                  </a:lnTo>
                  <a:lnTo>
                    <a:pt x="1364637" y="640106"/>
                  </a:lnTo>
                  <a:lnTo>
                    <a:pt x="1274037" y="640576"/>
                  </a:lnTo>
                  <a:lnTo>
                    <a:pt x="1183437" y="642674"/>
                  </a:lnTo>
                  <a:lnTo>
                    <a:pt x="1092837" y="645999"/>
                  </a:lnTo>
                  <a:lnTo>
                    <a:pt x="1002237" y="646368"/>
                  </a:lnTo>
                  <a:lnTo>
                    <a:pt x="911637" y="647591"/>
                  </a:lnTo>
                  <a:lnTo>
                    <a:pt x="821037" y="652032"/>
                  </a:lnTo>
                  <a:lnTo>
                    <a:pt x="730437" y="654019"/>
                  </a:lnTo>
                  <a:lnTo>
                    <a:pt x="639837" y="656894"/>
                  </a:lnTo>
                  <a:lnTo>
                    <a:pt x="549237" y="663378"/>
                  </a:lnTo>
                  <a:lnTo>
                    <a:pt x="458637" y="666749"/>
                  </a:lnTo>
                  <a:lnTo>
                    <a:pt x="368037" y="666188"/>
                  </a:lnTo>
                  <a:lnTo>
                    <a:pt x="265193" y="659124"/>
                  </a:lnTo>
                  <a:lnTo>
                    <a:pt x="176973" y="629190"/>
                  </a:lnTo>
                  <a:lnTo>
                    <a:pt x="101271" y="575383"/>
                  </a:lnTo>
                  <a:lnTo>
                    <a:pt x="47566" y="500731"/>
                  </a:lnTo>
                  <a:lnTo>
                    <a:pt x="15112" y="416455"/>
                  </a:lnTo>
                  <a:lnTo>
                    <a:pt x="3249" y="327167"/>
                  </a:lnTo>
                  <a:lnTo>
                    <a:pt x="8459" y="236596"/>
                  </a:lnTo>
                  <a:lnTo>
                    <a:pt x="38037" y="148392"/>
                  </a:lnTo>
                  <a:lnTo>
                    <a:pt x="96144" y="74233"/>
                  </a:lnTo>
                  <a:lnTo>
                    <a:pt x="175090" y="22732"/>
                  </a:lnTo>
                  <a:lnTo>
                    <a:pt x="264928" y="-2922"/>
                  </a:lnTo>
                  <a:lnTo>
                    <a:pt x="327167" y="0"/>
                  </a:lnTo>
                  <a:close/>
                </a:path>
              </a:pathLst>
            </a:custGeom>
            <a:solidFill>
              <a:srgbClr val="35B58F"/>
            </a:solidFill>
            <a:ln w="45300" cap="flat">
              <a:solidFill>
                <a:srgbClr val="35B58F"/>
              </a:solidFill>
              <a:round/>
            </a:ln>
          </p:spPr>
          <p:txBody>
            <a:bodyPr anchor="ctr" lIns="0" wrap="none" rtlCol="0" rIns="0" tIns="0" bIns="11000"/>
            <a:lstStyle/>
            <a:p>
              <a:pPr algn="ctr">
                <a:lnSpc>
                  <a:spcPct val="100000"/>
                </a:lnSpc>
              </a:pPr>
              <a:r>
                <a:rPr b="1" sz="2416">
                  <a:solidFill>
                    <a:srgbClr val="FFFFFF"/>
                  </a:solidFill>
                  <a:latin typeface="標楷體"/>
                </a:rPr>
                <a:t>2.函數逼近</a:t>
              </a:r>
            </a:p>
          </p:txBody>
        </p:sp>
        <p:sp>
          <p:nvSpPr>
            <p:cNvPr id="149" name="SubTopic"/>
            <p:cNvSpPr/>
            <p:nvPr/>
          </p:nvSpPr>
          <p:spPr>
            <a:xfrm>
              <a:off x="1081731" y="2515377"/>
              <a:ext cy="422800" cx="2169367"/>
            </a:xfrm>
            <a:custGeom>
              <a:avLst/>
              <a:gdLst>
                <a:gd fmla="*/ 125330 w 2169367" name="rtl"/>
                <a:gd fmla="*/ 58890 h 422800" name="rtt"/>
                <a:gd fmla="*/ 2068197 w 2169367" name="rtr"/>
                <a:gd fmla="*/ 421290 h 422800" name="rtb"/>
              </a:gdLst>
              <a:ahLst/>
              <a:cxnLst/>
              <a:rect r="rtr" b="rtb" l="rtl" t="rtt"/>
              <a:pathLst>
                <a:path w="2169367" stroke="false" h="422800">
                  <a:moveTo>
                    <a:pt x="0" y="0"/>
                  </a:moveTo>
                  <a:lnTo>
                    <a:pt x="90600" y="5374"/>
                  </a:lnTo>
                  <a:lnTo>
                    <a:pt x="181200" y="4761"/>
                  </a:lnTo>
                  <a:lnTo>
                    <a:pt x="271800" y="3630"/>
                  </a:lnTo>
                  <a:lnTo>
                    <a:pt x="362400" y="3111"/>
                  </a:lnTo>
                  <a:lnTo>
                    <a:pt x="453000" y="-186"/>
                  </a:lnTo>
                  <a:lnTo>
                    <a:pt x="543600" y="-4964"/>
                  </a:lnTo>
                  <a:lnTo>
                    <a:pt x="634200" y="-5812"/>
                  </a:lnTo>
                  <a:lnTo>
                    <a:pt x="724800" y="-921"/>
                  </a:lnTo>
                  <a:lnTo>
                    <a:pt x="815400" y="3151"/>
                  </a:lnTo>
                  <a:lnTo>
                    <a:pt x="906000" y="4238"/>
                  </a:lnTo>
                  <a:lnTo>
                    <a:pt x="996600" y="1251"/>
                  </a:lnTo>
                  <a:lnTo>
                    <a:pt x="1087200" y="-5423"/>
                  </a:lnTo>
                  <a:lnTo>
                    <a:pt x="1177800" y="-9033"/>
                  </a:lnTo>
                  <a:lnTo>
                    <a:pt x="1268400" y="-7354"/>
                  </a:lnTo>
                  <a:lnTo>
                    <a:pt x="1359000" y="1056"/>
                  </a:lnTo>
                  <a:lnTo>
                    <a:pt x="1449600" y="9515"/>
                  </a:lnTo>
                  <a:lnTo>
                    <a:pt x="1540200" y="10748"/>
                  </a:lnTo>
                  <a:lnTo>
                    <a:pt x="1630800" y="5490"/>
                  </a:lnTo>
                  <a:lnTo>
                    <a:pt x="1721400" y="-1869"/>
                  </a:lnTo>
                  <a:lnTo>
                    <a:pt x="1812000" y="-4218"/>
                  </a:lnTo>
                  <a:lnTo>
                    <a:pt x="1902600" y="-3773"/>
                  </a:lnTo>
                  <a:lnTo>
                    <a:pt x="1993200" y="-2613"/>
                  </a:lnTo>
                  <a:lnTo>
                    <a:pt x="2083800" y="-2082"/>
                  </a:lnTo>
                  <a:lnTo>
                    <a:pt x="2170232" y="15100"/>
                  </a:lnTo>
                  <a:lnTo>
                    <a:pt x="2164356" y="105700"/>
                  </a:lnTo>
                  <a:lnTo>
                    <a:pt x="2157301" y="196300"/>
                  </a:lnTo>
                  <a:lnTo>
                    <a:pt x="2155826" y="286900"/>
                  </a:lnTo>
                  <a:lnTo>
                    <a:pt x="2159252" y="377500"/>
                  </a:lnTo>
                  <a:lnTo>
                    <a:pt x="2124067" y="419704"/>
                  </a:lnTo>
                  <a:lnTo>
                    <a:pt x="2033467" y="423752"/>
                  </a:lnTo>
                  <a:lnTo>
                    <a:pt x="1942867" y="426673"/>
                  </a:lnTo>
                  <a:lnTo>
                    <a:pt x="1852267" y="434368"/>
                  </a:lnTo>
                  <a:lnTo>
                    <a:pt x="1761667" y="440543"/>
                  </a:lnTo>
                  <a:lnTo>
                    <a:pt x="1671067" y="439953"/>
                  </a:lnTo>
                  <a:lnTo>
                    <a:pt x="1580467" y="436626"/>
                  </a:lnTo>
                  <a:lnTo>
                    <a:pt x="1489867" y="432975"/>
                  </a:lnTo>
                  <a:lnTo>
                    <a:pt x="1399267" y="431518"/>
                  </a:lnTo>
                  <a:lnTo>
                    <a:pt x="1308667" y="423331"/>
                  </a:lnTo>
                  <a:lnTo>
                    <a:pt x="1218067" y="413014"/>
                  </a:lnTo>
                  <a:lnTo>
                    <a:pt x="1127467" y="408573"/>
                  </a:lnTo>
                  <a:lnTo>
                    <a:pt x="1036867" y="409042"/>
                  </a:lnTo>
                  <a:lnTo>
                    <a:pt x="946267" y="411141"/>
                  </a:lnTo>
                  <a:lnTo>
                    <a:pt x="855667" y="414466"/>
                  </a:lnTo>
                  <a:lnTo>
                    <a:pt x="765067" y="414834"/>
                  </a:lnTo>
                  <a:lnTo>
                    <a:pt x="674467" y="416058"/>
                  </a:lnTo>
                  <a:lnTo>
                    <a:pt x="583867" y="420499"/>
                  </a:lnTo>
                  <a:lnTo>
                    <a:pt x="493267" y="422486"/>
                  </a:lnTo>
                  <a:lnTo>
                    <a:pt x="402667" y="425361"/>
                  </a:lnTo>
                  <a:lnTo>
                    <a:pt x="312067" y="431845"/>
                  </a:lnTo>
                  <a:lnTo>
                    <a:pt x="221467" y="435216"/>
                  </a:lnTo>
                  <a:lnTo>
                    <a:pt x="130867" y="434654"/>
                  </a:lnTo>
                  <a:lnTo>
                    <a:pt x="40267" y="433268"/>
                  </a:lnTo>
                  <a:lnTo>
                    <a:pt x="-10066" y="362400"/>
                  </a:lnTo>
                  <a:lnTo>
                    <a:pt x="-8448" y="271800"/>
                  </a:lnTo>
                  <a:lnTo>
                    <a:pt x="-1878" y="181200"/>
                  </a:lnTo>
                  <a:lnTo>
                    <a:pt x="2674" y="90600"/>
                  </a:lnTo>
                  <a:lnTo>
                    <a:pt x="0" y="0"/>
                  </a:lnTo>
                  <a:close/>
                </a:path>
              </a:pathLst>
            </a:custGeom>
            <a:solidFill>
              <a:srgbClr val="E8F3EE"/>
            </a:solidFill>
            <a:ln w="15100" cap="flat">
              <a:solidFill>
                <a:srgbClr val="E8F3EE"/>
              </a:solidFill>
              <a:round/>
            </a:ln>
          </p:spPr>
          <p:txBody>
            <a:bodyPr anchor="ctr" lIns="0" wrap="none" rtlCol="0" rIns="0" tIns="0" bIns="11000"/>
            <a:lstStyle/>
            <a:p>
              <a:pPr algn="ctr">
                <a:lnSpc>
                  <a:spcPct val="100000"/>
                </a:lnSpc>
              </a:pPr>
              <a:r>
                <a:rPr sz="2114">
                  <a:solidFill>
                    <a:srgbClr val="000000"/>
                  </a:solidFill>
                  <a:latin typeface="標楷體"/>
                </a:rPr>
                <a:t>1⇨2⇨4⇨8⇨16⇨？</a:t>
              </a:r>
            </a:p>
          </p:txBody>
        </p:sp>
        <p:sp>
          <p:nvSpPr>
            <p:cNvPr id="155" name="SubTopic"/>
            <p:cNvSpPr/>
            <p:nvPr/>
          </p:nvSpPr>
          <p:spPr>
            <a:xfrm>
              <a:off x="1081731" y="3844177"/>
              <a:ext cy="422800" cx="2159300"/>
            </a:xfrm>
            <a:custGeom>
              <a:avLst/>
              <a:gdLst>
                <a:gd fmla="*/ 125330 w 2159300" name="rtl"/>
                <a:gd fmla="*/ 58890 h 422800" name="rtt"/>
                <a:gd fmla="*/ 2058130 w 2159300" name="rtr"/>
                <a:gd fmla="*/ 421290 h 422800" name="rtb"/>
              </a:gdLst>
              <a:ahLst/>
              <a:cxnLst/>
              <a:rect r="rtr" b="rtb" l="rtl" t="rtt"/>
              <a:pathLst>
                <a:path w="2159300" stroke="false" h="422800">
                  <a:moveTo>
                    <a:pt x="0" y="0"/>
                  </a:moveTo>
                  <a:lnTo>
                    <a:pt x="90600" y="5374"/>
                  </a:lnTo>
                  <a:lnTo>
                    <a:pt x="181200" y="4761"/>
                  </a:lnTo>
                  <a:lnTo>
                    <a:pt x="271800" y="3630"/>
                  </a:lnTo>
                  <a:lnTo>
                    <a:pt x="362400" y="3111"/>
                  </a:lnTo>
                  <a:lnTo>
                    <a:pt x="453000" y="-186"/>
                  </a:lnTo>
                  <a:lnTo>
                    <a:pt x="543600" y="-4964"/>
                  </a:lnTo>
                  <a:lnTo>
                    <a:pt x="634200" y="-5812"/>
                  </a:lnTo>
                  <a:lnTo>
                    <a:pt x="724800" y="-921"/>
                  </a:lnTo>
                  <a:lnTo>
                    <a:pt x="815400" y="3151"/>
                  </a:lnTo>
                  <a:lnTo>
                    <a:pt x="906000" y="4238"/>
                  </a:lnTo>
                  <a:lnTo>
                    <a:pt x="996600" y="1251"/>
                  </a:lnTo>
                  <a:lnTo>
                    <a:pt x="1087200" y="-5423"/>
                  </a:lnTo>
                  <a:lnTo>
                    <a:pt x="1177800" y="-9033"/>
                  </a:lnTo>
                  <a:lnTo>
                    <a:pt x="1268400" y="-7354"/>
                  </a:lnTo>
                  <a:lnTo>
                    <a:pt x="1359000" y="1056"/>
                  </a:lnTo>
                  <a:lnTo>
                    <a:pt x="1449600" y="9515"/>
                  </a:lnTo>
                  <a:lnTo>
                    <a:pt x="1540200" y="10748"/>
                  </a:lnTo>
                  <a:lnTo>
                    <a:pt x="1630800" y="5490"/>
                  </a:lnTo>
                  <a:lnTo>
                    <a:pt x="1721400" y="-1869"/>
                  </a:lnTo>
                  <a:lnTo>
                    <a:pt x="1812000" y="-4218"/>
                  </a:lnTo>
                  <a:lnTo>
                    <a:pt x="1902600" y="-3773"/>
                  </a:lnTo>
                  <a:lnTo>
                    <a:pt x="1993200" y="-2613"/>
                  </a:lnTo>
                  <a:lnTo>
                    <a:pt x="2083800" y="-2082"/>
                  </a:lnTo>
                  <a:lnTo>
                    <a:pt x="2160165" y="15100"/>
                  </a:lnTo>
                  <a:lnTo>
                    <a:pt x="2154290" y="105700"/>
                  </a:lnTo>
                  <a:lnTo>
                    <a:pt x="2147234" y="196300"/>
                  </a:lnTo>
                  <a:lnTo>
                    <a:pt x="2145759" y="286900"/>
                  </a:lnTo>
                  <a:lnTo>
                    <a:pt x="2149185" y="377500"/>
                  </a:lnTo>
                  <a:lnTo>
                    <a:pt x="2114000" y="419704"/>
                  </a:lnTo>
                  <a:lnTo>
                    <a:pt x="2023400" y="423752"/>
                  </a:lnTo>
                  <a:lnTo>
                    <a:pt x="1932800" y="426673"/>
                  </a:lnTo>
                  <a:lnTo>
                    <a:pt x="1842200" y="434368"/>
                  </a:lnTo>
                  <a:lnTo>
                    <a:pt x="1751600" y="440543"/>
                  </a:lnTo>
                  <a:lnTo>
                    <a:pt x="1661000" y="439953"/>
                  </a:lnTo>
                  <a:lnTo>
                    <a:pt x="1570400" y="436626"/>
                  </a:lnTo>
                  <a:lnTo>
                    <a:pt x="1479800" y="432975"/>
                  </a:lnTo>
                  <a:lnTo>
                    <a:pt x="1389200" y="431518"/>
                  </a:lnTo>
                  <a:lnTo>
                    <a:pt x="1298600" y="423331"/>
                  </a:lnTo>
                  <a:lnTo>
                    <a:pt x="1208000" y="413014"/>
                  </a:lnTo>
                  <a:lnTo>
                    <a:pt x="1117400" y="408573"/>
                  </a:lnTo>
                  <a:lnTo>
                    <a:pt x="1026800" y="409042"/>
                  </a:lnTo>
                  <a:lnTo>
                    <a:pt x="936200" y="411141"/>
                  </a:lnTo>
                  <a:lnTo>
                    <a:pt x="845600" y="414466"/>
                  </a:lnTo>
                  <a:lnTo>
                    <a:pt x="755000" y="414834"/>
                  </a:lnTo>
                  <a:lnTo>
                    <a:pt x="664400" y="416058"/>
                  </a:lnTo>
                  <a:lnTo>
                    <a:pt x="573800" y="420499"/>
                  </a:lnTo>
                  <a:lnTo>
                    <a:pt x="483200" y="422486"/>
                  </a:lnTo>
                  <a:lnTo>
                    <a:pt x="392600" y="425361"/>
                  </a:lnTo>
                  <a:lnTo>
                    <a:pt x="302000" y="431845"/>
                  </a:lnTo>
                  <a:lnTo>
                    <a:pt x="211400" y="435216"/>
                  </a:lnTo>
                  <a:lnTo>
                    <a:pt x="120800" y="434654"/>
                  </a:lnTo>
                  <a:lnTo>
                    <a:pt x="30200" y="433268"/>
                  </a:lnTo>
                  <a:lnTo>
                    <a:pt x="-10066" y="362400"/>
                  </a:lnTo>
                  <a:lnTo>
                    <a:pt x="-8448" y="271800"/>
                  </a:lnTo>
                  <a:lnTo>
                    <a:pt x="-1878" y="181200"/>
                  </a:lnTo>
                  <a:lnTo>
                    <a:pt x="2674" y="90600"/>
                  </a:lnTo>
                  <a:lnTo>
                    <a:pt x="0" y="0"/>
                  </a:lnTo>
                  <a:close/>
                </a:path>
              </a:pathLst>
            </a:custGeom>
            <a:solidFill>
              <a:srgbClr val="E8F3EE"/>
            </a:solidFill>
            <a:ln w="15100" cap="flat">
              <a:solidFill>
                <a:srgbClr val="E8F3EE"/>
              </a:solidFill>
              <a:round/>
            </a:ln>
          </p:spPr>
          <p:txBody>
            <a:bodyPr anchor="ctr" lIns="0" wrap="none" rtlCol="0" rIns="0" tIns="0" bIns="11000"/>
            <a:lstStyle/>
            <a:p>
              <a:pPr algn="ctr">
                <a:lnSpc>
                  <a:spcPct val="100000"/>
                </a:lnSpc>
              </a:pPr>
              <a:r>
                <a:rPr sz="2114">
                  <a:solidFill>
                    <a:srgbClr val="000000"/>
                  </a:solidFill>
                  <a:latin typeface="標楷體"/>
                </a:rPr>
                <a:t>5⇨11⇨16⇨29⇨？</a:t>
              </a:r>
            </a:p>
          </p:txBody>
        </p:sp>
        <p:sp>
          <p:nvSpPr>
            <p:cNvPr id="161" name="SubTopic"/>
            <p:cNvSpPr/>
            <p:nvPr/>
          </p:nvSpPr>
          <p:spPr>
            <a:xfrm>
              <a:off x="1081731" y="5172977"/>
              <a:ext cy="422800" cx="4011567"/>
            </a:xfrm>
            <a:custGeom>
              <a:avLst/>
              <a:gdLst>
                <a:gd fmla="*/ 125330 w 4011567" name="rtl"/>
                <a:gd fmla="*/ 58890 h 422800" name="rtt"/>
                <a:gd fmla="*/ 3910397 w 4011567" name="rtr"/>
                <a:gd fmla="*/ 421290 h 422800" name="rtb"/>
              </a:gdLst>
              <a:ahLst/>
              <a:cxnLst/>
              <a:rect r="rtr" b="rtb" l="rtl" t="rtt"/>
              <a:pathLst>
                <a:path w="4011567" stroke="false" h="422800">
                  <a:moveTo>
                    <a:pt x="0" y="0"/>
                  </a:moveTo>
                  <a:lnTo>
                    <a:pt x="90600" y="5374"/>
                  </a:lnTo>
                  <a:lnTo>
                    <a:pt x="181200" y="4761"/>
                  </a:lnTo>
                  <a:lnTo>
                    <a:pt x="271800" y="3630"/>
                  </a:lnTo>
                  <a:lnTo>
                    <a:pt x="362400" y="3111"/>
                  </a:lnTo>
                  <a:lnTo>
                    <a:pt x="453000" y="-186"/>
                  </a:lnTo>
                  <a:lnTo>
                    <a:pt x="543600" y="-4964"/>
                  </a:lnTo>
                  <a:lnTo>
                    <a:pt x="634200" y="-5812"/>
                  </a:lnTo>
                  <a:lnTo>
                    <a:pt x="724800" y="-921"/>
                  </a:lnTo>
                  <a:lnTo>
                    <a:pt x="815400" y="3151"/>
                  </a:lnTo>
                  <a:lnTo>
                    <a:pt x="906000" y="4238"/>
                  </a:lnTo>
                  <a:lnTo>
                    <a:pt x="996600" y="1251"/>
                  </a:lnTo>
                  <a:lnTo>
                    <a:pt x="1087200" y="-5423"/>
                  </a:lnTo>
                  <a:lnTo>
                    <a:pt x="1177800" y="-9033"/>
                  </a:lnTo>
                  <a:lnTo>
                    <a:pt x="1268400" y="-7354"/>
                  </a:lnTo>
                  <a:lnTo>
                    <a:pt x="1359000" y="1056"/>
                  </a:lnTo>
                  <a:lnTo>
                    <a:pt x="1449600" y="9515"/>
                  </a:lnTo>
                  <a:lnTo>
                    <a:pt x="1540200" y="10748"/>
                  </a:lnTo>
                  <a:lnTo>
                    <a:pt x="1630800" y="5490"/>
                  </a:lnTo>
                  <a:lnTo>
                    <a:pt x="1721400" y="-1869"/>
                  </a:lnTo>
                  <a:lnTo>
                    <a:pt x="1812000" y="-4218"/>
                  </a:lnTo>
                  <a:lnTo>
                    <a:pt x="1902600" y="-3773"/>
                  </a:lnTo>
                  <a:lnTo>
                    <a:pt x="1993200" y="-2613"/>
                  </a:lnTo>
                  <a:lnTo>
                    <a:pt x="2083800" y="-2082"/>
                  </a:lnTo>
                  <a:lnTo>
                    <a:pt x="2174400" y="-865"/>
                  </a:lnTo>
                  <a:lnTo>
                    <a:pt x="2265000" y="5010"/>
                  </a:lnTo>
                  <a:lnTo>
                    <a:pt x="2355600" y="12066"/>
                  </a:lnTo>
                  <a:lnTo>
                    <a:pt x="2446200" y="13541"/>
                  </a:lnTo>
                  <a:lnTo>
                    <a:pt x="2536800" y="10115"/>
                  </a:lnTo>
                  <a:lnTo>
                    <a:pt x="2627400" y="3096"/>
                  </a:lnTo>
                  <a:lnTo>
                    <a:pt x="2718000" y="-952"/>
                  </a:lnTo>
                  <a:lnTo>
                    <a:pt x="2808600" y="-3873"/>
                  </a:lnTo>
                  <a:lnTo>
                    <a:pt x="2899200" y="-11568"/>
                  </a:lnTo>
                  <a:lnTo>
                    <a:pt x="2989800" y="-17743"/>
                  </a:lnTo>
                  <a:lnTo>
                    <a:pt x="3080400" y="-17153"/>
                  </a:lnTo>
                  <a:lnTo>
                    <a:pt x="3171000" y="-13826"/>
                  </a:lnTo>
                  <a:lnTo>
                    <a:pt x="3261600" y="-10175"/>
                  </a:lnTo>
                  <a:lnTo>
                    <a:pt x="3352200" y="-8718"/>
                  </a:lnTo>
                  <a:lnTo>
                    <a:pt x="3442800" y="-531"/>
                  </a:lnTo>
                  <a:lnTo>
                    <a:pt x="3533400" y="9786"/>
                  </a:lnTo>
                  <a:lnTo>
                    <a:pt x="3624000" y="14227"/>
                  </a:lnTo>
                  <a:lnTo>
                    <a:pt x="3714600" y="13758"/>
                  </a:lnTo>
                  <a:lnTo>
                    <a:pt x="3805200" y="11659"/>
                  </a:lnTo>
                  <a:lnTo>
                    <a:pt x="3895800" y="8334"/>
                  </a:lnTo>
                  <a:lnTo>
                    <a:pt x="3986400" y="7966"/>
                  </a:lnTo>
                  <a:lnTo>
                    <a:pt x="4004824" y="75500"/>
                  </a:lnTo>
                  <a:lnTo>
                    <a:pt x="4009265" y="166100"/>
                  </a:lnTo>
                  <a:lnTo>
                    <a:pt x="4011252" y="256700"/>
                  </a:lnTo>
                  <a:lnTo>
                    <a:pt x="4014128" y="347300"/>
                  </a:lnTo>
                  <a:lnTo>
                    <a:pt x="3996467" y="431845"/>
                  </a:lnTo>
                  <a:lnTo>
                    <a:pt x="3905867" y="435216"/>
                  </a:lnTo>
                  <a:lnTo>
                    <a:pt x="3815267" y="434654"/>
                  </a:lnTo>
                  <a:lnTo>
                    <a:pt x="3724667" y="433268"/>
                  </a:lnTo>
                  <a:lnTo>
                    <a:pt x="3634067" y="432866"/>
                  </a:lnTo>
                  <a:lnTo>
                    <a:pt x="3543467" y="431248"/>
                  </a:lnTo>
                  <a:lnTo>
                    <a:pt x="3452867" y="424678"/>
                  </a:lnTo>
                  <a:lnTo>
                    <a:pt x="3362267" y="420126"/>
                  </a:lnTo>
                  <a:lnTo>
                    <a:pt x="3271667" y="419551"/>
                  </a:lnTo>
                  <a:lnTo>
                    <a:pt x="3181067" y="426876"/>
                  </a:lnTo>
                  <a:lnTo>
                    <a:pt x="3090467" y="435522"/>
                  </a:lnTo>
                  <a:lnTo>
                    <a:pt x="2999867" y="438188"/>
                  </a:lnTo>
                  <a:lnTo>
                    <a:pt x="2909267" y="435865"/>
                  </a:lnTo>
                  <a:lnTo>
                    <a:pt x="2818667" y="431479"/>
                  </a:lnTo>
                  <a:lnTo>
                    <a:pt x="2728067" y="429729"/>
                  </a:lnTo>
                  <a:lnTo>
                    <a:pt x="2637467" y="430294"/>
                  </a:lnTo>
                  <a:lnTo>
                    <a:pt x="2546867" y="432906"/>
                  </a:lnTo>
                  <a:lnTo>
                    <a:pt x="2456267" y="436078"/>
                  </a:lnTo>
                  <a:lnTo>
                    <a:pt x="2365667" y="436585"/>
                  </a:lnTo>
                  <a:lnTo>
                    <a:pt x="2275067" y="432700"/>
                  </a:lnTo>
                  <a:lnTo>
                    <a:pt x="2184467" y="429582"/>
                  </a:lnTo>
                  <a:lnTo>
                    <a:pt x="2093867" y="428206"/>
                  </a:lnTo>
                  <a:lnTo>
                    <a:pt x="2003267" y="425481"/>
                  </a:lnTo>
                  <a:lnTo>
                    <a:pt x="1912667" y="420417"/>
                  </a:lnTo>
                  <a:lnTo>
                    <a:pt x="1822067" y="418896"/>
                  </a:lnTo>
                  <a:lnTo>
                    <a:pt x="1731467" y="418326"/>
                  </a:lnTo>
                  <a:lnTo>
                    <a:pt x="1640867" y="415148"/>
                  </a:lnTo>
                  <a:lnTo>
                    <a:pt x="1550267" y="411015"/>
                  </a:lnTo>
                  <a:lnTo>
                    <a:pt x="1459667" y="409906"/>
                  </a:lnTo>
                  <a:lnTo>
                    <a:pt x="1369067" y="412002"/>
                  </a:lnTo>
                  <a:lnTo>
                    <a:pt x="1278467" y="414173"/>
                  </a:lnTo>
                  <a:lnTo>
                    <a:pt x="1187867" y="415445"/>
                  </a:lnTo>
                  <a:lnTo>
                    <a:pt x="1097267" y="413656"/>
                  </a:lnTo>
                  <a:lnTo>
                    <a:pt x="1006667" y="409205"/>
                  </a:lnTo>
                  <a:lnTo>
                    <a:pt x="916067" y="404872"/>
                  </a:lnTo>
                  <a:lnTo>
                    <a:pt x="825467" y="406352"/>
                  </a:lnTo>
                  <a:lnTo>
                    <a:pt x="734867" y="414666"/>
                  </a:lnTo>
                  <a:lnTo>
                    <a:pt x="644267" y="422528"/>
                  </a:lnTo>
                  <a:lnTo>
                    <a:pt x="553667" y="423836"/>
                  </a:lnTo>
                  <a:lnTo>
                    <a:pt x="463067" y="419159"/>
                  </a:lnTo>
                  <a:lnTo>
                    <a:pt x="372467" y="411502"/>
                  </a:lnTo>
                  <a:lnTo>
                    <a:pt x="281867" y="407001"/>
                  </a:lnTo>
                  <a:lnTo>
                    <a:pt x="191267" y="412956"/>
                  </a:lnTo>
                  <a:lnTo>
                    <a:pt x="100667" y="427001"/>
                  </a:lnTo>
                  <a:lnTo>
                    <a:pt x="-16194" y="422800"/>
                  </a:lnTo>
                  <a:lnTo>
                    <a:pt x="-14601" y="332200"/>
                  </a:lnTo>
                  <a:lnTo>
                    <a:pt x="-4085" y="241600"/>
                  </a:lnTo>
                  <a:lnTo>
                    <a:pt x="5350" y="151000"/>
                  </a:lnTo>
                  <a:lnTo>
                    <a:pt x="7876" y="60400"/>
                  </a:lnTo>
                  <a:lnTo>
                    <a:pt x="0" y="0"/>
                  </a:lnTo>
                  <a:close/>
                </a:path>
              </a:pathLst>
            </a:custGeom>
            <a:solidFill>
              <a:srgbClr val="E8F3EE"/>
            </a:solidFill>
            <a:ln w="15100" cap="flat">
              <a:solidFill>
                <a:srgbClr val="E8F3EE"/>
              </a:solidFill>
              <a:round/>
            </a:ln>
          </p:spPr>
          <p:txBody>
            <a:bodyPr anchor="ctr" lIns="0" wrap="none" rtlCol="0" rIns="0" tIns="0" bIns="11000"/>
            <a:lstStyle/>
            <a:p>
              <a:pPr algn="ctr">
                <a:lnSpc>
                  <a:spcPct val="100000"/>
                </a:lnSpc>
              </a:pPr>
              <a:r>
                <a:rPr sz="2114">
                  <a:solidFill>
                    <a:srgbClr val="000000"/>
                  </a:solidFill>
                  <a:latin typeface="標楷體"/>
                </a:rPr>
                <a:t>100⇨5⇨131⇨268⇨1246⇨9123⇨？</a:t>
              </a:r>
            </a:p>
          </p:txBody>
        </p:sp>
        <p:sp>
          <p:nvSpPr>
            <p:cNvPr id="242" name="SubTopic"/>
            <p:cNvSpPr/>
            <p:nvPr/>
          </p:nvSpPr>
          <p:spPr>
            <a:xfrm>
              <a:off x="1498491" y="3270377"/>
              <a:ext cy="392600" cx="1323767"/>
            </a:xfrm>
            <a:custGeom>
              <a:avLst/>
              <a:gdLst>
                <a:gd fmla="*/ 125330 w 1323767" name="rtl"/>
                <a:gd fmla="*/ 49830 h 392600" name="rtt"/>
                <a:gd fmla="*/ 1222597 w 1323767" name="rtr"/>
                <a:gd fmla="*/ 382030 h 392600" name="rtb"/>
              </a:gdLst>
              <a:ahLst/>
              <a:cxnLst/>
              <a:rect r="rtr" b="rtb" l="rtl" t="rtt"/>
              <a:pathLst>
                <a:path w="1323767" stroke="false" h="392600">
                  <a:moveTo>
                    <a:pt x="0" y="0"/>
                  </a:moveTo>
                  <a:lnTo>
                    <a:pt x="90600" y="5374"/>
                  </a:lnTo>
                  <a:lnTo>
                    <a:pt x="181200" y="4761"/>
                  </a:lnTo>
                  <a:lnTo>
                    <a:pt x="271800" y="3630"/>
                  </a:lnTo>
                  <a:lnTo>
                    <a:pt x="362400" y="3111"/>
                  </a:lnTo>
                  <a:lnTo>
                    <a:pt x="453000" y="-186"/>
                  </a:lnTo>
                  <a:lnTo>
                    <a:pt x="543600" y="-4964"/>
                  </a:lnTo>
                  <a:lnTo>
                    <a:pt x="634200" y="-5812"/>
                  </a:lnTo>
                  <a:lnTo>
                    <a:pt x="724800" y="-921"/>
                  </a:lnTo>
                  <a:lnTo>
                    <a:pt x="815400" y="3151"/>
                  </a:lnTo>
                  <a:lnTo>
                    <a:pt x="906000" y="4238"/>
                  </a:lnTo>
                  <a:lnTo>
                    <a:pt x="996600" y="1251"/>
                  </a:lnTo>
                  <a:lnTo>
                    <a:pt x="1087200" y="-5423"/>
                  </a:lnTo>
                  <a:lnTo>
                    <a:pt x="1177800" y="-9033"/>
                  </a:lnTo>
                  <a:lnTo>
                    <a:pt x="1268400" y="-7354"/>
                  </a:lnTo>
                  <a:lnTo>
                    <a:pt x="1322711" y="45300"/>
                  </a:lnTo>
                  <a:lnTo>
                    <a:pt x="1314252" y="135900"/>
                  </a:lnTo>
                  <a:lnTo>
                    <a:pt x="1313019" y="226500"/>
                  </a:lnTo>
                  <a:lnTo>
                    <a:pt x="1318277" y="317100"/>
                  </a:lnTo>
                  <a:lnTo>
                    <a:pt x="1308667" y="394469"/>
                  </a:lnTo>
                  <a:lnTo>
                    <a:pt x="1218067" y="396818"/>
                  </a:lnTo>
                  <a:lnTo>
                    <a:pt x="1127467" y="396373"/>
                  </a:lnTo>
                  <a:lnTo>
                    <a:pt x="1036867" y="395213"/>
                  </a:lnTo>
                  <a:lnTo>
                    <a:pt x="946267" y="394682"/>
                  </a:lnTo>
                  <a:lnTo>
                    <a:pt x="855667" y="393465"/>
                  </a:lnTo>
                  <a:lnTo>
                    <a:pt x="765067" y="387590"/>
                  </a:lnTo>
                  <a:lnTo>
                    <a:pt x="674467" y="380534"/>
                  </a:lnTo>
                  <a:lnTo>
                    <a:pt x="583867" y="379059"/>
                  </a:lnTo>
                  <a:lnTo>
                    <a:pt x="493267" y="382485"/>
                  </a:lnTo>
                  <a:lnTo>
                    <a:pt x="402667" y="389504"/>
                  </a:lnTo>
                  <a:lnTo>
                    <a:pt x="312067" y="393552"/>
                  </a:lnTo>
                  <a:lnTo>
                    <a:pt x="221467" y="396473"/>
                  </a:lnTo>
                  <a:lnTo>
                    <a:pt x="130867" y="404168"/>
                  </a:lnTo>
                  <a:lnTo>
                    <a:pt x="40267" y="410343"/>
                  </a:lnTo>
                  <a:lnTo>
                    <a:pt x="-17153" y="332200"/>
                  </a:lnTo>
                  <a:lnTo>
                    <a:pt x="-13826" y="241600"/>
                  </a:lnTo>
                  <a:lnTo>
                    <a:pt x="-10175" y="151000"/>
                  </a:lnTo>
                  <a:lnTo>
                    <a:pt x="-8718" y="60400"/>
                  </a:lnTo>
                  <a:lnTo>
                    <a:pt x="0" y="0"/>
                  </a:lnTo>
                  <a:close/>
                </a:path>
              </a:pathLst>
            </a:custGeom>
            <a:solidFill>
              <a:srgbClr val="E8F3EE"/>
            </a:solidFill>
            <a:ln w="15100" cap="flat">
              <a:solidFill>
                <a:srgbClr val="E8F3EE"/>
              </a:solidFill>
              <a:round/>
            </a:ln>
          </p:spPr>
          <p:txBody>
            <a:bodyPr anchor="ctr" lIns="0" wrap="none" rtlCol="0" rIns="0" tIns="0" bIns="11000"/>
            <a:lstStyle/>
            <a:p>
              <a:pPr algn="ctr">
                <a:lnSpc>
                  <a:spcPct val="100000"/>
                </a:lnSpc>
              </a:pPr>
              <a:r>
                <a:rPr sz="2114">
                  <a:solidFill>
                    <a:srgbClr val="454545"/>
                  </a:solidFill>
                  <a:latin typeface="Arial"/>
                </a:rPr>
                <a:t>f(n)=n^2</a:t>
              </a:r>
            </a:p>
          </p:txBody>
        </p:sp>
        <p:sp>
          <p:nvSpPr>
            <p:cNvPr id="249" name="SubTopic"/>
            <p:cNvSpPr/>
            <p:nvPr/>
          </p:nvSpPr>
          <p:spPr>
            <a:xfrm>
              <a:off x="1498491" y="4599177"/>
              <a:ext cy="392600" cx="2129100"/>
            </a:xfrm>
            <a:custGeom>
              <a:avLst/>
              <a:gdLst>
                <a:gd fmla="*/ 125330 w 2129100" name="rtl"/>
                <a:gd fmla="*/ 49830 h 392600" name="rtt"/>
                <a:gd fmla="*/ 2027930 w 2129100" name="rtr"/>
                <a:gd fmla="*/ 382030 h 392600" name="rtb"/>
              </a:gdLst>
              <a:ahLst/>
              <a:cxnLst/>
              <a:rect r="rtr" b="rtb" l="rtl" t="rtt"/>
              <a:pathLst>
                <a:path w="2129100" stroke="false" h="392600">
                  <a:moveTo>
                    <a:pt x="0" y="0"/>
                  </a:moveTo>
                  <a:lnTo>
                    <a:pt x="90600" y="5374"/>
                  </a:lnTo>
                  <a:lnTo>
                    <a:pt x="181200" y="4761"/>
                  </a:lnTo>
                  <a:lnTo>
                    <a:pt x="271800" y="3630"/>
                  </a:lnTo>
                  <a:lnTo>
                    <a:pt x="362400" y="3111"/>
                  </a:lnTo>
                  <a:lnTo>
                    <a:pt x="453000" y="-186"/>
                  </a:lnTo>
                  <a:lnTo>
                    <a:pt x="543600" y="-4964"/>
                  </a:lnTo>
                  <a:lnTo>
                    <a:pt x="634200" y="-5812"/>
                  </a:lnTo>
                  <a:lnTo>
                    <a:pt x="724800" y="-921"/>
                  </a:lnTo>
                  <a:lnTo>
                    <a:pt x="815400" y="3151"/>
                  </a:lnTo>
                  <a:lnTo>
                    <a:pt x="906000" y="4238"/>
                  </a:lnTo>
                  <a:lnTo>
                    <a:pt x="996600" y="1251"/>
                  </a:lnTo>
                  <a:lnTo>
                    <a:pt x="1087200" y="-5423"/>
                  </a:lnTo>
                  <a:lnTo>
                    <a:pt x="1177800" y="-9033"/>
                  </a:lnTo>
                  <a:lnTo>
                    <a:pt x="1268400" y="-7354"/>
                  </a:lnTo>
                  <a:lnTo>
                    <a:pt x="1359000" y="1056"/>
                  </a:lnTo>
                  <a:lnTo>
                    <a:pt x="1449600" y="9515"/>
                  </a:lnTo>
                  <a:lnTo>
                    <a:pt x="1540200" y="10748"/>
                  </a:lnTo>
                  <a:lnTo>
                    <a:pt x="1630800" y="5490"/>
                  </a:lnTo>
                  <a:lnTo>
                    <a:pt x="1721400" y="-1869"/>
                  </a:lnTo>
                  <a:lnTo>
                    <a:pt x="1812000" y="-4218"/>
                  </a:lnTo>
                  <a:lnTo>
                    <a:pt x="1902600" y="-3773"/>
                  </a:lnTo>
                  <a:lnTo>
                    <a:pt x="1993200" y="-2613"/>
                  </a:lnTo>
                  <a:lnTo>
                    <a:pt x="2083800" y="-2082"/>
                  </a:lnTo>
                  <a:lnTo>
                    <a:pt x="2129965" y="45300"/>
                  </a:lnTo>
                  <a:lnTo>
                    <a:pt x="2124090" y="135900"/>
                  </a:lnTo>
                  <a:lnTo>
                    <a:pt x="2117034" y="226500"/>
                  </a:lnTo>
                  <a:lnTo>
                    <a:pt x="2115559" y="317100"/>
                  </a:lnTo>
                  <a:lnTo>
                    <a:pt x="2114000" y="382485"/>
                  </a:lnTo>
                  <a:lnTo>
                    <a:pt x="2023400" y="389504"/>
                  </a:lnTo>
                  <a:lnTo>
                    <a:pt x="1932800" y="393552"/>
                  </a:lnTo>
                  <a:lnTo>
                    <a:pt x="1842200" y="396473"/>
                  </a:lnTo>
                  <a:lnTo>
                    <a:pt x="1751600" y="404168"/>
                  </a:lnTo>
                  <a:lnTo>
                    <a:pt x="1661000" y="410343"/>
                  </a:lnTo>
                  <a:lnTo>
                    <a:pt x="1570400" y="409753"/>
                  </a:lnTo>
                  <a:lnTo>
                    <a:pt x="1479800" y="406426"/>
                  </a:lnTo>
                  <a:lnTo>
                    <a:pt x="1389200" y="402775"/>
                  </a:lnTo>
                  <a:lnTo>
                    <a:pt x="1298600" y="401318"/>
                  </a:lnTo>
                  <a:lnTo>
                    <a:pt x="1208000" y="393131"/>
                  </a:lnTo>
                  <a:lnTo>
                    <a:pt x="1117400" y="382814"/>
                  </a:lnTo>
                  <a:lnTo>
                    <a:pt x="1026800" y="378373"/>
                  </a:lnTo>
                  <a:lnTo>
                    <a:pt x="936200" y="378842"/>
                  </a:lnTo>
                  <a:lnTo>
                    <a:pt x="845600" y="380941"/>
                  </a:lnTo>
                  <a:lnTo>
                    <a:pt x="755000" y="384266"/>
                  </a:lnTo>
                  <a:lnTo>
                    <a:pt x="664400" y="384634"/>
                  </a:lnTo>
                  <a:lnTo>
                    <a:pt x="573800" y="385858"/>
                  </a:lnTo>
                  <a:lnTo>
                    <a:pt x="483200" y="390299"/>
                  </a:lnTo>
                  <a:lnTo>
                    <a:pt x="392600" y="392286"/>
                  </a:lnTo>
                  <a:lnTo>
                    <a:pt x="302000" y="395161"/>
                  </a:lnTo>
                  <a:lnTo>
                    <a:pt x="211400" y="401645"/>
                  </a:lnTo>
                  <a:lnTo>
                    <a:pt x="120800" y="405016"/>
                  </a:lnTo>
                  <a:lnTo>
                    <a:pt x="30200" y="404454"/>
                  </a:lnTo>
                  <a:lnTo>
                    <a:pt x="-10468" y="332200"/>
                  </a:lnTo>
                  <a:lnTo>
                    <a:pt x="-10066" y="241600"/>
                  </a:lnTo>
                  <a:lnTo>
                    <a:pt x="-8448" y="151000"/>
                  </a:lnTo>
                  <a:lnTo>
                    <a:pt x="-1878" y="60400"/>
                  </a:lnTo>
                  <a:lnTo>
                    <a:pt x="0" y="0"/>
                  </a:lnTo>
                  <a:close/>
                </a:path>
              </a:pathLst>
            </a:custGeom>
            <a:solidFill>
              <a:srgbClr val="E8F3EE"/>
            </a:solidFill>
            <a:ln w="15100" cap="flat">
              <a:solidFill>
                <a:srgbClr val="E8F3EE"/>
              </a:solidFill>
              <a:round/>
            </a:ln>
          </p:spPr>
          <p:txBody>
            <a:bodyPr anchor="ctr" lIns="0" wrap="none" rtlCol="0" rIns="0" tIns="0" bIns="11000"/>
            <a:lstStyle/>
            <a:p>
              <a:pPr algn="ctr">
                <a:lnSpc>
                  <a:spcPct val="100000"/>
                </a:lnSpc>
              </a:pPr>
              <a:r>
                <a:rPr sz="2114">
                  <a:solidFill>
                    <a:srgbClr val="454545"/>
                  </a:solidFill>
                  <a:latin typeface="Arial"/>
                </a:rPr>
                <a:t>f(n)=n^2+3n+1</a:t>
              </a:r>
            </a:p>
          </p:txBody>
        </p:sp>
        <p:sp>
          <p:nvSpPr>
            <p:cNvPr id="253" name="SubTopic"/>
            <p:cNvSpPr/>
            <p:nvPr/>
          </p:nvSpPr>
          <p:spPr>
            <a:xfrm>
              <a:off x="1498491" y="5927977"/>
              <a:ext cy="744933" cx="3961648"/>
            </a:xfrm>
            <a:custGeom>
              <a:avLst/>
              <a:gdLst>
                <a:gd fmla="*/ 125330 w 3961648" name="rtl"/>
                <a:gd fmla="*/ 58890 h 744933" name="rtt"/>
                <a:gd fmla="*/ 3890578 w 3961648" name="rtr"/>
                <a:gd fmla="*/ 743423 h 744933" name="rtb"/>
              </a:gdLst>
              <a:ahLst/>
              <a:cxnLst/>
              <a:rect r="rtr" b="rtb" l="rtl" t="rtt"/>
              <a:pathLst>
                <a:path w="3961648" stroke="false" h="744933">
                  <a:moveTo>
                    <a:pt x="0" y="0"/>
                  </a:moveTo>
                  <a:lnTo>
                    <a:pt x="90600" y="5374"/>
                  </a:lnTo>
                  <a:lnTo>
                    <a:pt x="181200" y="4761"/>
                  </a:lnTo>
                  <a:lnTo>
                    <a:pt x="271800" y="3630"/>
                  </a:lnTo>
                  <a:lnTo>
                    <a:pt x="362400" y="3111"/>
                  </a:lnTo>
                  <a:lnTo>
                    <a:pt x="453000" y="-186"/>
                  </a:lnTo>
                  <a:lnTo>
                    <a:pt x="543600" y="-4964"/>
                  </a:lnTo>
                  <a:lnTo>
                    <a:pt x="634200" y="-5812"/>
                  </a:lnTo>
                  <a:lnTo>
                    <a:pt x="724800" y="-921"/>
                  </a:lnTo>
                  <a:lnTo>
                    <a:pt x="815400" y="3151"/>
                  </a:lnTo>
                  <a:lnTo>
                    <a:pt x="906000" y="4238"/>
                  </a:lnTo>
                  <a:lnTo>
                    <a:pt x="996600" y="1251"/>
                  </a:lnTo>
                  <a:lnTo>
                    <a:pt x="1087200" y="-5423"/>
                  </a:lnTo>
                  <a:lnTo>
                    <a:pt x="1177800" y="-9033"/>
                  </a:lnTo>
                  <a:lnTo>
                    <a:pt x="1268400" y="-7354"/>
                  </a:lnTo>
                  <a:lnTo>
                    <a:pt x="1359000" y="1056"/>
                  </a:lnTo>
                  <a:lnTo>
                    <a:pt x="1449600" y="9515"/>
                  </a:lnTo>
                  <a:lnTo>
                    <a:pt x="1540200" y="10748"/>
                  </a:lnTo>
                  <a:lnTo>
                    <a:pt x="1630800" y="5490"/>
                  </a:lnTo>
                  <a:lnTo>
                    <a:pt x="1721400" y="-1869"/>
                  </a:lnTo>
                  <a:lnTo>
                    <a:pt x="1812000" y="-4218"/>
                  </a:lnTo>
                  <a:lnTo>
                    <a:pt x="1902600" y="-3773"/>
                  </a:lnTo>
                  <a:lnTo>
                    <a:pt x="1993200" y="-2613"/>
                  </a:lnTo>
                  <a:lnTo>
                    <a:pt x="2083800" y="-2082"/>
                  </a:lnTo>
                  <a:lnTo>
                    <a:pt x="2174400" y="-865"/>
                  </a:lnTo>
                  <a:lnTo>
                    <a:pt x="2265000" y="5010"/>
                  </a:lnTo>
                  <a:lnTo>
                    <a:pt x="2355600" y="12066"/>
                  </a:lnTo>
                  <a:lnTo>
                    <a:pt x="2446200" y="13541"/>
                  </a:lnTo>
                  <a:lnTo>
                    <a:pt x="2536800" y="10115"/>
                  </a:lnTo>
                  <a:lnTo>
                    <a:pt x="2627400" y="3096"/>
                  </a:lnTo>
                  <a:lnTo>
                    <a:pt x="2718000" y="-952"/>
                  </a:lnTo>
                  <a:lnTo>
                    <a:pt x="2808600" y="-3873"/>
                  </a:lnTo>
                  <a:lnTo>
                    <a:pt x="2899200" y="-11568"/>
                  </a:lnTo>
                  <a:lnTo>
                    <a:pt x="2989800" y="-17743"/>
                  </a:lnTo>
                  <a:lnTo>
                    <a:pt x="3080400" y="-17153"/>
                  </a:lnTo>
                  <a:lnTo>
                    <a:pt x="3171000" y="-13826"/>
                  </a:lnTo>
                  <a:lnTo>
                    <a:pt x="3261600" y="-10175"/>
                  </a:lnTo>
                  <a:lnTo>
                    <a:pt x="3352200" y="-8718"/>
                  </a:lnTo>
                  <a:lnTo>
                    <a:pt x="3442800" y="-531"/>
                  </a:lnTo>
                  <a:lnTo>
                    <a:pt x="3533400" y="9786"/>
                  </a:lnTo>
                  <a:lnTo>
                    <a:pt x="3624000" y="14227"/>
                  </a:lnTo>
                  <a:lnTo>
                    <a:pt x="3714600" y="13758"/>
                  </a:lnTo>
                  <a:lnTo>
                    <a:pt x="3805200" y="11659"/>
                  </a:lnTo>
                  <a:lnTo>
                    <a:pt x="3895800" y="8334"/>
                  </a:lnTo>
                  <a:lnTo>
                    <a:pt x="3953683" y="30200"/>
                  </a:lnTo>
                  <a:lnTo>
                    <a:pt x="3954906" y="120800"/>
                  </a:lnTo>
                  <a:lnTo>
                    <a:pt x="3959347" y="211400"/>
                  </a:lnTo>
                  <a:lnTo>
                    <a:pt x="3961334" y="302000"/>
                  </a:lnTo>
                  <a:lnTo>
                    <a:pt x="3964209" y="392600"/>
                  </a:lnTo>
                  <a:lnTo>
                    <a:pt x="3970693" y="483200"/>
                  </a:lnTo>
                  <a:lnTo>
                    <a:pt x="3974064" y="573800"/>
                  </a:lnTo>
                  <a:lnTo>
                    <a:pt x="3973503" y="664400"/>
                  </a:lnTo>
                  <a:lnTo>
                    <a:pt x="3946548" y="755401"/>
                  </a:lnTo>
                  <a:lnTo>
                    <a:pt x="3855948" y="754999"/>
                  </a:lnTo>
                  <a:lnTo>
                    <a:pt x="3765348" y="753381"/>
                  </a:lnTo>
                  <a:lnTo>
                    <a:pt x="3674748" y="746811"/>
                  </a:lnTo>
                  <a:lnTo>
                    <a:pt x="3584148" y="742259"/>
                  </a:lnTo>
                  <a:lnTo>
                    <a:pt x="3493548" y="741684"/>
                  </a:lnTo>
                  <a:lnTo>
                    <a:pt x="3402948" y="749009"/>
                  </a:lnTo>
                  <a:lnTo>
                    <a:pt x="3312348" y="757655"/>
                  </a:lnTo>
                  <a:lnTo>
                    <a:pt x="3221748" y="760321"/>
                  </a:lnTo>
                  <a:lnTo>
                    <a:pt x="3131148" y="757998"/>
                  </a:lnTo>
                  <a:lnTo>
                    <a:pt x="3040548" y="753613"/>
                  </a:lnTo>
                  <a:lnTo>
                    <a:pt x="2949948" y="751862"/>
                  </a:lnTo>
                  <a:lnTo>
                    <a:pt x="2859348" y="752427"/>
                  </a:lnTo>
                  <a:lnTo>
                    <a:pt x="2768748" y="755039"/>
                  </a:lnTo>
                  <a:lnTo>
                    <a:pt x="2678148" y="758211"/>
                  </a:lnTo>
                  <a:lnTo>
                    <a:pt x="2587548" y="758718"/>
                  </a:lnTo>
                  <a:lnTo>
                    <a:pt x="2496948" y="754833"/>
                  </a:lnTo>
                  <a:lnTo>
                    <a:pt x="2406348" y="751715"/>
                  </a:lnTo>
                  <a:lnTo>
                    <a:pt x="2315748" y="750339"/>
                  </a:lnTo>
                  <a:lnTo>
                    <a:pt x="2225148" y="747614"/>
                  </a:lnTo>
                  <a:lnTo>
                    <a:pt x="2134548" y="742551"/>
                  </a:lnTo>
                  <a:lnTo>
                    <a:pt x="2043948" y="741029"/>
                  </a:lnTo>
                  <a:lnTo>
                    <a:pt x="1953348" y="740459"/>
                  </a:lnTo>
                  <a:lnTo>
                    <a:pt x="1862748" y="737281"/>
                  </a:lnTo>
                  <a:lnTo>
                    <a:pt x="1772148" y="733148"/>
                  </a:lnTo>
                  <a:lnTo>
                    <a:pt x="1681548" y="732040"/>
                  </a:lnTo>
                  <a:lnTo>
                    <a:pt x="1590948" y="734135"/>
                  </a:lnTo>
                  <a:lnTo>
                    <a:pt x="1500348" y="736306"/>
                  </a:lnTo>
                  <a:lnTo>
                    <a:pt x="1409748" y="737579"/>
                  </a:lnTo>
                  <a:lnTo>
                    <a:pt x="1319148" y="735789"/>
                  </a:lnTo>
                  <a:lnTo>
                    <a:pt x="1228548" y="731339"/>
                  </a:lnTo>
                  <a:lnTo>
                    <a:pt x="1137948" y="727006"/>
                  </a:lnTo>
                  <a:lnTo>
                    <a:pt x="1047348" y="728485"/>
                  </a:lnTo>
                  <a:lnTo>
                    <a:pt x="956748" y="736799"/>
                  </a:lnTo>
                  <a:lnTo>
                    <a:pt x="866148" y="744662"/>
                  </a:lnTo>
                  <a:lnTo>
                    <a:pt x="775548" y="745970"/>
                  </a:lnTo>
                  <a:lnTo>
                    <a:pt x="684948" y="741292"/>
                  </a:lnTo>
                  <a:lnTo>
                    <a:pt x="594348" y="733636"/>
                  </a:lnTo>
                  <a:lnTo>
                    <a:pt x="503748" y="729134"/>
                  </a:lnTo>
                  <a:lnTo>
                    <a:pt x="413148" y="735089"/>
                  </a:lnTo>
                  <a:lnTo>
                    <a:pt x="322548" y="749134"/>
                  </a:lnTo>
                  <a:lnTo>
                    <a:pt x="231948" y="761127"/>
                  </a:lnTo>
                  <a:lnTo>
                    <a:pt x="141348" y="759535"/>
                  </a:lnTo>
                  <a:lnTo>
                    <a:pt x="50748" y="749018"/>
                  </a:lnTo>
                  <a:lnTo>
                    <a:pt x="5350" y="699633"/>
                  </a:lnTo>
                  <a:lnTo>
                    <a:pt x="7876" y="609033"/>
                  </a:lnTo>
                  <a:lnTo>
                    <a:pt x="8514" y="518433"/>
                  </a:lnTo>
                  <a:lnTo>
                    <a:pt x="7312" y="427833"/>
                  </a:lnTo>
                  <a:lnTo>
                    <a:pt x="6093" y="337233"/>
                  </a:lnTo>
                  <a:lnTo>
                    <a:pt x="5631" y="246633"/>
                  </a:lnTo>
                  <a:lnTo>
                    <a:pt x="4462" y="156033"/>
                  </a:lnTo>
                  <a:lnTo>
                    <a:pt x="3196" y="65433"/>
                  </a:lnTo>
                  <a:lnTo>
                    <a:pt x="0" y="0"/>
                  </a:lnTo>
                  <a:close/>
                </a:path>
              </a:pathLst>
            </a:custGeom>
            <a:solidFill>
              <a:srgbClr val="E8F3EE"/>
            </a:solidFill>
            <a:ln w="15100" cap="flat">
              <a:solidFill>
                <a:srgbClr val="E8F3EE"/>
              </a:solidFill>
              <a:round/>
            </a:ln>
          </p:spPr>
          <p:txBody>
            <a:bodyPr anchor="ctr" lIns="0" wrap="square" rtlCol="0" rIns="0" tIns="0" bIns="11000"/>
            <a:lstStyle/>
            <a:p>
              <a:pPr algn="ctr">
                <a:lnSpc>
                  <a:spcPct val="100000"/>
                </a:lnSpc>
              </a:pPr>
              <a:r>
                <a:rPr sz="2114">
                  <a:solidFill>
                    <a:srgbClr val="454545"/>
                  </a:solidFill>
                  <a:latin typeface="標楷體"/>
                </a:rPr>
                <a:t>找f</a:t>
              </a:r>
              <a:r>
                <a:rPr sz="2114">
                  <a:solidFill>
                    <a:srgbClr val="C00000"/>
                  </a:solidFill>
                  <a:latin typeface="標楷體"/>
                </a:rPr>
                <a:t>儘量</a:t>
              </a:r>
              <a:r>
                <a:rPr sz="2114">
                  <a:solidFill>
                    <a:srgbClr val="454545"/>
                  </a:solidFill>
                  <a:latin typeface="標楷體"/>
                </a:rPr>
                <a:t>滿足的f(1)=100、f(2)=5、f(3)=131、...</a:t>
              </a:r>
            </a:p>
          </p:txBody>
        </p:sp>
        <p:sp>
          <p:nvSpPr>
            <p:cNvPr id="389" name="SummaryTopic"/>
            <p:cNvSpPr/>
            <p:nvPr/>
          </p:nvSpPr>
          <p:spPr>
            <a:xfrm>
              <a:off x="5852739" y="2797244"/>
              <a:ext cy="3593800" cx="2942987"/>
            </a:xfrm>
            <a:custGeom>
              <a:avLst/>
              <a:gdLst>
                <a:gd fmla="*/ 64960 w 2942987" name="rtl"/>
                <a:gd fmla="*/ 89090 h 3593800" name="rtt"/>
                <a:gd fmla="*/ 2887087 w 2942987" name="rtr"/>
                <a:gd fmla="*/ 3531890 h 3593800" name="rtb"/>
              </a:gdLst>
              <a:ahLst/>
              <a:cxnLst/>
              <a:rect r="rtr" b="rtb" l="rtl" t="rtt"/>
              <a:pathLst>
                <a:path w="2942987" h="3593800">
                  <a:moveTo>
                    <a:pt x="9878" y="30816"/>
                  </a:moveTo>
                  <a:cubicBezTo>
                    <a:pt x="12605" y="19053"/>
                    <a:pt x="19510" y="11106"/>
                    <a:pt x="30653" y="6907"/>
                  </a:cubicBezTo>
                  <a:cubicBezTo>
                    <a:pt x="59276" y="-3877"/>
                    <a:pt x="90053" y="645"/>
                    <a:pt x="120853" y="3412"/>
                  </a:cubicBezTo>
                  <a:cubicBezTo>
                    <a:pt x="151211" y="6138"/>
                    <a:pt x="181178" y="5391"/>
                    <a:pt x="211409" y="4636"/>
                  </a:cubicBezTo>
                  <a:cubicBezTo>
                    <a:pt x="241872" y="3874"/>
                    <a:pt x="271800" y="3625"/>
                    <a:pt x="302001" y="3450"/>
                  </a:cubicBezTo>
                  <a:cubicBezTo>
                    <a:pt x="332492" y="3273"/>
                    <a:pt x="362431" y="2764"/>
                    <a:pt x="392636" y="1896"/>
                  </a:cubicBezTo>
                  <a:cubicBezTo>
                    <a:pt x="423138" y="1019"/>
                    <a:pt x="453077" y="-306"/>
                    <a:pt x="483282" y="-1818"/>
                  </a:cubicBezTo>
                  <a:cubicBezTo>
                    <a:pt x="513716" y="-3341"/>
                    <a:pt x="543616" y="-4455"/>
                    <a:pt x="573805" y="-5076"/>
                  </a:cubicBezTo>
                  <a:cubicBezTo>
                    <a:pt x="604314" y="-5704"/>
                    <a:pt x="634267" y="-5200"/>
                    <a:pt x="664478" y="-3981"/>
                  </a:cubicBezTo>
                  <a:cubicBezTo>
                    <a:pt x="694956" y="-2752"/>
                    <a:pt x="724870" y="-1140"/>
                    <a:pt x="755065" y="359"/>
                  </a:cubicBezTo>
                  <a:cubicBezTo>
                    <a:pt x="785501" y="1870"/>
                    <a:pt x="815412" y="2820"/>
                    <a:pt x="845606" y="3406"/>
                  </a:cubicBezTo>
                  <a:cubicBezTo>
                    <a:pt x="876088" y="3997"/>
                    <a:pt x="906024" y="3801"/>
                    <a:pt x="936229" y="3101"/>
                  </a:cubicBezTo>
                  <a:cubicBezTo>
                    <a:pt x="966775" y="2392"/>
                    <a:pt x="996739" y="877"/>
                    <a:pt x="1026955" y="-1100"/>
                  </a:cubicBezTo>
                  <a:cubicBezTo>
                    <a:pt x="1057385" y="-3092"/>
                    <a:pt x="1087272" y="-4976"/>
                    <a:pt x="1117454" y="-6476"/>
                  </a:cubicBezTo>
                  <a:cubicBezTo>
                    <a:pt x="1147893" y="-7988"/>
                    <a:pt x="1177811" y="-8464"/>
                    <a:pt x="1208008" y="-8289"/>
                  </a:cubicBezTo>
                  <a:cubicBezTo>
                    <a:pt x="1238609" y="-8112"/>
                    <a:pt x="1268608" y="-6630"/>
                    <a:pt x="1298839" y="-4303"/>
                  </a:cubicBezTo>
                  <a:cubicBezTo>
                    <a:pt x="1329354" y="-1955"/>
                    <a:pt x="1359270" y="946"/>
                    <a:pt x="1389466" y="3848"/>
                  </a:cubicBezTo>
                  <a:cubicBezTo>
                    <a:pt x="1419798" y="6764"/>
                    <a:pt x="1449644" y="8647"/>
                    <a:pt x="1479811" y="9639"/>
                  </a:cubicBezTo>
                  <a:cubicBezTo>
                    <a:pt x="1510317" y="10642"/>
                    <a:pt x="1540276" y="10114"/>
                    <a:pt x="1570491" y="8791"/>
                  </a:cubicBezTo>
                  <a:cubicBezTo>
                    <a:pt x="1601034" y="7454"/>
                    <a:pt x="1630985" y="5348"/>
                    <a:pt x="1661195" y="2986"/>
                  </a:cubicBezTo>
                  <a:cubicBezTo>
                    <a:pt x="1691583" y="610"/>
                    <a:pt x="1721451" y="-1225"/>
                    <a:pt x="1751627" y="-2437"/>
                  </a:cubicBezTo>
                  <a:cubicBezTo>
                    <a:pt x="1782075" y="-3660"/>
                    <a:pt x="1812000" y="-3996"/>
                    <a:pt x="1842201" y="-4003"/>
                  </a:cubicBezTo>
                  <a:cubicBezTo>
                    <a:pt x="1872675" y="-4003"/>
                    <a:pt x="1902604" y="-3730"/>
                    <a:pt x="1932805" y="-3374"/>
                  </a:cubicBezTo>
                  <a:cubicBezTo>
                    <a:pt x="1963275" y="-3015"/>
                    <a:pt x="1993201" y="-2701"/>
                    <a:pt x="2023401" y="-2466"/>
                  </a:cubicBezTo>
                  <a:cubicBezTo>
                    <a:pt x="2053875" y="-2228"/>
                    <a:pt x="2083804" y="-1981"/>
                    <a:pt x="2114005" y="-1642"/>
                  </a:cubicBezTo>
                  <a:cubicBezTo>
                    <a:pt x="2144538" y="-1299"/>
                    <a:pt x="2174500" y="-307"/>
                    <a:pt x="2204716" y="1282"/>
                  </a:cubicBezTo>
                  <a:cubicBezTo>
                    <a:pt x="2235238" y="2887"/>
                    <a:pt x="2265176" y="5061"/>
                    <a:pt x="2295382" y="7383"/>
                  </a:cubicBezTo>
                  <a:cubicBezTo>
                    <a:pt x="2325766" y="9718"/>
                    <a:pt x="2355637" y="11369"/>
                    <a:pt x="2385813" y="12326"/>
                  </a:cubicBezTo>
                  <a:cubicBezTo>
                    <a:pt x="2416291" y="13292"/>
                    <a:pt x="2446231" y="13070"/>
                    <a:pt x="2476438" y="12249"/>
                  </a:cubicBezTo>
                  <a:cubicBezTo>
                    <a:pt x="2506990" y="11419"/>
                    <a:pt x="2536956" y="9761"/>
                    <a:pt x="2567172" y="7654"/>
                  </a:cubicBezTo>
                  <a:cubicBezTo>
                    <a:pt x="2597600" y="5533"/>
                    <a:pt x="2627485" y="3526"/>
                    <a:pt x="2657667" y="1891"/>
                  </a:cubicBezTo>
                  <a:cubicBezTo>
                    <a:pt x="2688111" y="242"/>
                    <a:pt x="2718032" y="-894"/>
                    <a:pt x="2748232" y="-1911"/>
                  </a:cubicBezTo>
                  <a:cubicBezTo>
                    <a:pt x="2778795" y="-2941"/>
                    <a:pt x="2808777" y="-4484"/>
                    <a:pt x="2839001" y="-6652"/>
                  </a:cubicBezTo>
                  <a:cubicBezTo>
                    <a:pt x="2870388" y="-8903"/>
                    <a:pt x="2897028" y="-1568"/>
                    <a:pt x="2919707" y="16218"/>
                  </a:cubicBezTo>
                  <a:cubicBezTo>
                    <a:pt x="2943612" y="34965"/>
                    <a:pt x="2954641" y="61498"/>
                    <a:pt x="2958567" y="90677"/>
                  </a:cubicBezTo>
                  <a:cubicBezTo>
                    <a:pt x="2962635" y="120917"/>
                    <a:pt x="2961065" y="150969"/>
                    <a:pt x="2959402" y="181257"/>
                  </a:cubicBezTo>
                  <a:cubicBezTo>
                    <a:pt x="2957730" y="211708"/>
                    <a:pt x="2956658" y="241641"/>
                    <a:pt x="2955536" y="271847"/>
                  </a:cubicBezTo>
                  <a:cubicBezTo>
                    <a:pt x="2954404" y="302301"/>
                    <a:pt x="2953454" y="332215"/>
                    <a:pt x="2952774" y="362410"/>
                  </a:cubicBezTo>
                  <a:cubicBezTo>
                    <a:pt x="2952086" y="392995"/>
                    <a:pt x="2950815" y="422992"/>
                    <a:pt x="2948666" y="453221"/>
                  </a:cubicBezTo>
                  <a:cubicBezTo>
                    <a:pt x="2946492" y="483813"/>
                    <a:pt x="2943384" y="513771"/>
                    <a:pt x="2940013" y="543985"/>
                  </a:cubicBezTo>
                  <a:cubicBezTo>
                    <a:pt x="2936632" y="574304"/>
                    <a:pt x="2933937" y="604128"/>
                    <a:pt x="2931963" y="634286"/>
                  </a:cubicBezTo>
                  <a:cubicBezTo>
                    <a:pt x="2929973" y="664693"/>
                    <a:pt x="2929223" y="694604"/>
                    <a:pt x="2929062" y="724801"/>
                  </a:cubicBezTo>
                  <a:cubicBezTo>
                    <a:pt x="2928900" y="755280"/>
                    <a:pt x="2929334" y="785213"/>
                    <a:pt x="2929959" y="815416"/>
                  </a:cubicBezTo>
                  <a:cubicBezTo>
                    <a:pt x="2930589" y="845902"/>
                    <a:pt x="2931455" y="875836"/>
                    <a:pt x="2932478" y="906039"/>
                  </a:cubicBezTo>
                  <a:cubicBezTo>
                    <a:pt x="2933509" y="936493"/>
                    <a:pt x="2934263" y="966407"/>
                    <a:pt x="2934645" y="996601"/>
                  </a:cubicBezTo>
                  <a:cubicBezTo>
                    <a:pt x="2935030" y="1027074"/>
                    <a:pt x="2935200" y="1057003"/>
                    <a:pt x="2935492" y="1087205"/>
                  </a:cubicBezTo>
                  <a:cubicBezTo>
                    <a:pt x="2935788" y="1117711"/>
                    <a:pt x="2936612" y="1147658"/>
                    <a:pt x="2937847" y="1177867"/>
                  </a:cubicBezTo>
                  <a:cubicBezTo>
                    <a:pt x="2939092" y="1208320"/>
                    <a:pt x="2940313" y="1238227"/>
                    <a:pt x="2941220" y="1268418"/>
                  </a:cubicBezTo>
                  <a:cubicBezTo>
                    <a:pt x="2942137" y="1298891"/>
                    <a:pt x="2942850" y="1328825"/>
                    <a:pt x="2943694" y="1359028"/>
                  </a:cubicBezTo>
                  <a:cubicBezTo>
                    <a:pt x="2944548" y="1389566"/>
                    <a:pt x="2945968" y="1419529"/>
                    <a:pt x="2947853" y="1449745"/>
                  </a:cubicBezTo>
                  <a:cubicBezTo>
                    <a:pt x="2949752" y="1480178"/>
                    <a:pt x="2951572" y="1510065"/>
                    <a:pt x="2953000" y="1540248"/>
                  </a:cubicBezTo>
                  <a:cubicBezTo>
                    <a:pt x="2954439" y="1570686"/>
                    <a:pt x="2955003" y="1600603"/>
                    <a:pt x="2955087" y="1630801"/>
                  </a:cubicBezTo>
                  <a:cubicBezTo>
                    <a:pt x="2955173" y="1661276"/>
                    <a:pt x="2954820" y="1691206"/>
                    <a:pt x="2954376" y="1721407"/>
                  </a:cubicBezTo>
                  <a:cubicBezTo>
                    <a:pt x="2953928" y="1751876"/>
                    <a:pt x="2953584" y="1781801"/>
                    <a:pt x="2953364" y="1812001"/>
                  </a:cubicBezTo>
                  <a:cubicBezTo>
                    <a:pt x="2953142" y="1842477"/>
                    <a:pt x="2952879" y="1872407"/>
                    <a:pt x="2952454" y="1902609"/>
                  </a:cubicBezTo>
                  <a:cubicBezTo>
                    <a:pt x="2952025" y="1933156"/>
                    <a:pt x="2950852" y="1963127"/>
                    <a:pt x="2949047" y="1993345"/>
                  </a:cubicBezTo>
                  <a:cubicBezTo>
                    <a:pt x="2947227" y="2023801"/>
                    <a:pt x="2945218" y="2053696"/>
                    <a:pt x="2943468" y="2083883"/>
                  </a:cubicBezTo>
                  <a:cubicBezTo>
                    <a:pt x="2941704" y="2114304"/>
                    <a:pt x="2940739" y="2144210"/>
                    <a:pt x="2940259" y="2174403"/>
                  </a:cubicBezTo>
                  <a:cubicBezTo>
                    <a:pt x="2939773" y="2204967"/>
                    <a:pt x="2940629" y="2234951"/>
                    <a:pt x="2942478" y="2265175"/>
                  </a:cubicBezTo>
                  <a:cubicBezTo>
                    <a:pt x="2944348" y="2295729"/>
                    <a:pt x="2947076" y="2325669"/>
                    <a:pt x="2949958" y="2355874"/>
                  </a:cubicBezTo>
                  <a:cubicBezTo>
                    <a:pt x="2952853" y="2386220"/>
                    <a:pt x="2954972" y="2416067"/>
                    <a:pt x="2956353" y="2446235"/>
                  </a:cubicBezTo>
                  <a:cubicBezTo>
                    <a:pt x="2957747" y="2476684"/>
                    <a:pt x="2957901" y="2506614"/>
                    <a:pt x="2957451" y="2536817"/>
                  </a:cubicBezTo>
                  <a:cubicBezTo>
                    <a:pt x="2956996" y="2567321"/>
                    <a:pt x="2955893" y="2597262"/>
                    <a:pt x="2954540" y="2627468"/>
                  </a:cubicBezTo>
                  <a:cubicBezTo>
                    <a:pt x="2953177" y="2657915"/>
                    <a:pt x="2952025" y="2687822"/>
                    <a:pt x="2951203" y="2718014"/>
                  </a:cubicBezTo>
                  <a:cubicBezTo>
                    <a:pt x="2950928" y="2728126"/>
                    <a:pt x="2950718" y="2738179"/>
                    <a:pt x="2950561" y="2748203"/>
                  </a:cubicBezTo>
                  <a:cubicBezTo>
                    <a:pt x="2949927" y="2788787"/>
                    <a:pt x="2950018" y="2828415"/>
                    <a:pt x="2950758" y="2868997"/>
                  </a:cubicBezTo>
                  <a:cubicBezTo>
                    <a:pt x="2950942" y="2879063"/>
                    <a:pt x="2951163" y="2889128"/>
                    <a:pt x="2951411" y="2899223"/>
                  </a:cubicBezTo>
                  <a:cubicBezTo>
                    <a:pt x="2952160" y="2929705"/>
                    <a:pt x="2953124" y="2959635"/>
                    <a:pt x="2954159" y="2989837"/>
                  </a:cubicBezTo>
                  <a:cubicBezTo>
                    <a:pt x="2955203" y="3020291"/>
                    <a:pt x="2955929" y="3050206"/>
                    <a:pt x="2956322" y="3080402"/>
                  </a:cubicBezTo>
                  <a:cubicBezTo>
                    <a:pt x="2956718" y="3110899"/>
                    <a:pt x="2956294" y="3140842"/>
                    <a:pt x="2955320" y="3171049"/>
                  </a:cubicBezTo>
                  <a:cubicBezTo>
                    <a:pt x="2954338" y="3201524"/>
                    <a:pt x="2953074" y="3231442"/>
                    <a:pt x="2951914" y="3261638"/>
                  </a:cubicBezTo>
                  <a:cubicBezTo>
                    <a:pt x="2950744" y="3292091"/>
                    <a:pt x="2949952" y="3322010"/>
                    <a:pt x="2949369" y="3352208"/>
                  </a:cubicBezTo>
                  <a:cubicBezTo>
                    <a:pt x="2948781" y="3382688"/>
                    <a:pt x="2948189" y="3412622"/>
                    <a:pt x="2947414" y="3442825"/>
                  </a:cubicBezTo>
                  <a:cubicBezTo>
                    <a:pt x="2946653" y="3472500"/>
                    <a:pt x="2945749" y="3501653"/>
                    <a:pt x="2944836" y="3531046"/>
                  </a:cubicBezTo>
                  <a:cubicBezTo>
                    <a:pt x="2943934" y="3560099"/>
                    <a:pt x="2933216" y="3578331"/>
                    <a:pt x="2912299" y="3586091"/>
                  </a:cubicBezTo>
                  <a:cubicBezTo>
                    <a:pt x="2883629" y="3596727"/>
                    <a:pt x="2852907" y="3593425"/>
                    <a:pt x="2822141" y="3591041"/>
                  </a:cubicBezTo>
                  <a:cubicBezTo>
                    <a:pt x="2791740" y="3588685"/>
                    <a:pt x="2761781" y="3588509"/>
                    <a:pt x="2731558" y="3587964"/>
                  </a:cubicBezTo>
                  <a:cubicBezTo>
                    <a:pt x="2701059" y="3587414"/>
                    <a:pt x="2671126" y="3586155"/>
                    <a:pt x="2640924" y="3584778"/>
                  </a:cubicBezTo>
                  <a:cubicBezTo>
                    <a:pt x="2610481" y="3583391"/>
                    <a:pt x="2580573" y="3582392"/>
                    <a:pt x="2550380" y="3581771"/>
                  </a:cubicBezTo>
                  <a:cubicBezTo>
                    <a:pt x="2519907" y="3581143"/>
                    <a:pt x="2489975" y="3581229"/>
                    <a:pt x="2459773" y="3581708"/>
                  </a:cubicBezTo>
                  <a:cubicBezTo>
                    <a:pt x="2429296" y="3582192"/>
                    <a:pt x="2399369" y="3582946"/>
                    <a:pt x="2369169" y="3583704"/>
                  </a:cubicBezTo>
                  <a:cubicBezTo>
                    <a:pt x="2338703" y="3584468"/>
                    <a:pt x="2308780" y="3585070"/>
                    <a:pt x="2278580" y="3585563"/>
                  </a:cubicBezTo>
                  <a:cubicBezTo>
                    <a:pt x="2248107" y="3586061"/>
                    <a:pt x="2218178" y="3586088"/>
                    <a:pt x="2187977" y="3585731"/>
                  </a:cubicBezTo>
                  <a:cubicBezTo>
                    <a:pt x="2157471" y="3585371"/>
                    <a:pt x="2127526" y="3584396"/>
                    <a:pt x="2097318" y="3583088"/>
                  </a:cubicBezTo>
                  <a:cubicBezTo>
                    <a:pt x="2066840" y="3581768"/>
                    <a:pt x="2036916" y="3580269"/>
                    <a:pt x="2006717" y="3578783"/>
                  </a:cubicBezTo>
                  <a:cubicBezTo>
                    <a:pt x="1976279" y="3577285"/>
                    <a:pt x="1946373" y="3576578"/>
                    <a:pt x="1916181" y="3576599"/>
                  </a:cubicBezTo>
                  <a:cubicBezTo>
                    <a:pt x="1885583" y="3576599"/>
                    <a:pt x="1855584" y="3578056"/>
                    <a:pt x="1825353" y="3580362"/>
                  </a:cubicBezTo>
                  <a:cubicBezTo>
                    <a:pt x="1794855" y="3582689"/>
                    <a:pt x="1764947" y="3585493"/>
                    <a:pt x="1734754" y="3588236"/>
                  </a:cubicBezTo>
                  <a:cubicBezTo>
                    <a:pt x="1704407" y="3590993"/>
                    <a:pt x="1674548" y="3592754"/>
                    <a:pt x="1644375" y="3593709"/>
                  </a:cubicBezTo>
                  <a:cubicBezTo>
                    <a:pt x="1613879" y="3594674"/>
                    <a:pt x="1583927" y="3594248"/>
                    <a:pt x="1553715" y="3593088"/>
                  </a:cubicBezTo>
                  <a:cubicBezTo>
                    <a:pt x="1523157" y="3591915"/>
                    <a:pt x="1493194" y="3589900"/>
                    <a:pt x="1462978" y="3587515"/>
                  </a:cubicBezTo>
                  <a:cubicBezTo>
                    <a:pt x="1432564" y="3585116"/>
                    <a:pt x="1402685" y="3582936"/>
                    <a:pt x="1372505" y="3581145"/>
                  </a:cubicBezTo>
                  <a:cubicBezTo>
                    <a:pt x="1342026" y="3579338"/>
                    <a:pt x="1312084" y="3579206"/>
                    <a:pt x="1281879" y="3580384"/>
                  </a:cubicBezTo>
                  <a:cubicBezTo>
                    <a:pt x="1251067" y="3581586"/>
                    <a:pt x="1220975" y="3584775"/>
                    <a:pt x="1190706" y="3588964"/>
                  </a:cubicBezTo>
                  <a:cubicBezTo>
                    <a:pt x="1160259" y="3593178"/>
                    <a:pt x="1130415" y="3597683"/>
                    <a:pt x="1100247" y="3601935"/>
                  </a:cubicBezTo>
                  <a:cubicBezTo>
                    <a:pt x="1070078" y="3606187"/>
                    <a:pt x="1040313" y="3608400"/>
                    <a:pt x="1010181" y="3608938"/>
                  </a:cubicBezTo>
                  <a:cubicBezTo>
                    <a:pt x="979509" y="3609485"/>
                    <a:pt x="949462" y="3607594"/>
                    <a:pt x="919210" y="3604617"/>
                  </a:cubicBezTo>
                  <a:cubicBezTo>
                    <a:pt x="888720" y="3601617"/>
                    <a:pt x="858834" y="3598141"/>
                    <a:pt x="828651" y="3594809"/>
                  </a:cubicBezTo>
                  <a:cubicBezTo>
                    <a:pt x="798354" y="3591464"/>
                    <a:pt x="768519" y="3589245"/>
                    <a:pt x="738355" y="3587869"/>
                  </a:cubicBezTo>
                  <a:cubicBezTo>
                    <a:pt x="707913" y="3586479"/>
                    <a:pt x="677987" y="3586001"/>
                    <a:pt x="647785" y="3585729"/>
                  </a:cubicBezTo>
                  <a:cubicBezTo>
                    <a:pt x="617312" y="3585453"/>
                    <a:pt x="587383" y="3585490"/>
                    <a:pt x="557182" y="3585753"/>
                  </a:cubicBezTo>
                  <a:cubicBezTo>
                    <a:pt x="526709" y="3586019"/>
                    <a:pt x="496782" y="3586450"/>
                    <a:pt x="466581" y="3586879"/>
                  </a:cubicBezTo>
                  <a:cubicBezTo>
                    <a:pt x="436112" y="3587313"/>
                    <a:pt x="406186" y="3587619"/>
                    <a:pt x="375986" y="3587832"/>
                  </a:cubicBezTo>
                  <a:cubicBezTo>
                    <a:pt x="345512" y="3588047"/>
                    <a:pt x="315583" y="3588273"/>
                    <a:pt x="285382" y="3588594"/>
                  </a:cubicBezTo>
                  <a:cubicBezTo>
                    <a:pt x="254909" y="3588918"/>
                    <a:pt x="224981" y="3589331"/>
                    <a:pt x="194781" y="3589757"/>
                  </a:cubicBezTo>
                  <a:cubicBezTo>
                    <a:pt x="164311" y="3590186"/>
                    <a:pt x="134385" y="3590529"/>
                    <a:pt x="104185" y="3590799"/>
                  </a:cubicBezTo>
                  <a:cubicBezTo>
                    <a:pt x="80766" y="3591008"/>
                    <a:pt x="60256" y="3585891"/>
                    <a:pt x="42358" y="3575331"/>
                  </a:cubicBezTo>
                  <a:cubicBezTo>
                    <a:pt x="16066" y="3559820"/>
                    <a:pt x="4569" y="3532729"/>
                    <a:pt x="-325" y="3503002"/>
                  </a:cubicBezTo>
                  <a:cubicBezTo>
                    <a:pt x="-1973" y="3492987"/>
                    <a:pt x="-3087" y="3482978"/>
                    <a:pt x="-3837" y="3472963"/>
                  </a:cubicBezTo>
                  <a:cubicBezTo>
                    <a:pt x="-6870" y="3432488"/>
                    <a:pt x="-5543" y="3392785"/>
                    <a:pt x="-5036" y="3352199"/>
                  </a:cubicBezTo>
                  <a:cubicBezTo>
                    <a:pt x="-4910" y="3342131"/>
                    <a:pt x="-4739" y="3332065"/>
                    <a:pt x="-4508" y="3321968"/>
                  </a:cubicBezTo>
                  <a:cubicBezTo>
                    <a:pt x="-3810" y="3291436"/>
                    <a:pt x="-2312" y="3261482"/>
                    <a:pt x="-460" y="3231270"/>
                  </a:cubicBezTo>
                  <a:cubicBezTo>
                    <a:pt x="1406" y="3200828"/>
                    <a:pt x="3180" y="3170929"/>
                    <a:pt x="4685" y="3140740"/>
                  </a:cubicBezTo>
                  <a:cubicBezTo>
                    <a:pt x="6203" y="3110278"/>
                    <a:pt x="6457" y="3080350"/>
                    <a:pt x="5710" y="3050150"/>
                  </a:cubicBezTo>
                  <a:cubicBezTo>
                    <a:pt x="4955" y="3019617"/>
                    <a:pt x="3206" y="2989672"/>
                    <a:pt x="1224" y="2959464"/>
                  </a:cubicBezTo>
                  <a:cubicBezTo>
                    <a:pt x="-772" y="2929054"/>
                    <a:pt x="-2246" y="2899169"/>
                    <a:pt x="-3153" y="2868987"/>
                  </a:cubicBezTo>
                  <a:cubicBezTo>
                    <a:pt x="-4068" y="2838527"/>
                    <a:pt x="-4406" y="2808599"/>
                    <a:pt x="-4672" y="2778398"/>
                  </a:cubicBezTo>
                  <a:cubicBezTo>
                    <a:pt x="-4942" y="2747904"/>
                    <a:pt x="-5540" y="2717964"/>
                    <a:pt x="-6488" y="2687759"/>
                  </a:cubicBezTo>
                  <a:cubicBezTo>
                    <a:pt x="-7444" y="2657278"/>
                    <a:pt x="-8662" y="2627352"/>
                    <a:pt x="-9889" y="2597152"/>
                  </a:cubicBezTo>
                  <a:cubicBezTo>
                    <a:pt x="-11125" y="2566705"/>
                    <a:pt x="-11916" y="2536793"/>
                    <a:pt x="-12317" y="2506598"/>
                  </a:cubicBezTo>
                  <a:cubicBezTo>
                    <a:pt x="-12724" y="2476055"/>
                    <a:pt x="-11965" y="2446084"/>
                    <a:pt x="-10343" y="2415865"/>
                  </a:cubicBezTo>
                  <a:cubicBezTo>
                    <a:pt x="-8700" y="2385235"/>
                    <a:pt x="-5947" y="2355241"/>
                    <a:pt x="-2689" y="2325012"/>
                  </a:cubicBezTo>
                  <a:cubicBezTo>
                    <a:pt x="583" y="2294665"/>
                    <a:pt x="3459" y="2264838"/>
                    <a:pt x="5701" y="2234680"/>
                  </a:cubicBezTo>
                  <a:cubicBezTo>
                    <a:pt x="7960" y="2204291"/>
                    <a:pt x="9052" y="2174389"/>
                    <a:pt x="9594" y="2144197"/>
                  </a:cubicBezTo>
                  <a:cubicBezTo>
                    <a:pt x="10142" y="2113703"/>
                    <a:pt x="10688" y="2083760"/>
                    <a:pt x="11648" y="2053553"/>
                  </a:cubicBezTo>
                  <a:cubicBezTo>
                    <a:pt x="12618" y="2023058"/>
                    <a:pt x="14032" y="1993127"/>
                    <a:pt x="15534" y="1962925"/>
                  </a:cubicBezTo>
                  <a:cubicBezTo>
                    <a:pt x="16037" y="1952829"/>
                    <a:pt x="16458" y="1942792"/>
                    <a:pt x="16799" y="1932784"/>
                  </a:cubicBezTo>
                  <a:cubicBezTo>
                    <a:pt x="18180" y="1892218"/>
                    <a:pt x="18248" y="1852568"/>
                    <a:pt x="16523" y="1812016"/>
                  </a:cubicBezTo>
                  <a:cubicBezTo>
                    <a:pt x="16093" y="1801906"/>
                    <a:pt x="15573" y="1791800"/>
                    <a:pt x="14983" y="1781665"/>
                  </a:cubicBezTo>
                  <a:cubicBezTo>
                    <a:pt x="13209" y="1751193"/>
                    <a:pt x="11176" y="1721285"/>
                    <a:pt x="9273" y="1691093"/>
                  </a:cubicBezTo>
                  <a:cubicBezTo>
                    <a:pt x="7356" y="1660679"/>
                    <a:pt x="6142" y="1630781"/>
                    <a:pt x="5424" y="1600592"/>
                  </a:cubicBezTo>
                  <a:cubicBezTo>
                    <a:pt x="4698" y="1570127"/>
                    <a:pt x="4395" y="1540198"/>
                    <a:pt x="4105" y="1509997"/>
                  </a:cubicBezTo>
                  <a:cubicBezTo>
                    <a:pt x="3812" y="1479518"/>
                    <a:pt x="3349" y="1449587"/>
                    <a:pt x="2741" y="1419385"/>
                  </a:cubicBezTo>
                  <a:cubicBezTo>
                    <a:pt x="2127" y="1388919"/>
                    <a:pt x="1655" y="1358998"/>
                    <a:pt x="1457" y="1328800"/>
                  </a:cubicBezTo>
                  <a:cubicBezTo>
                    <a:pt x="1258" y="1298309"/>
                    <a:pt x="889" y="1268371"/>
                    <a:pt x="98" y="1238166"/>
                  </a:cubicBezTo>
                  <a:cubicBezTo>
                    <a:pt x="-701" y="1207666"/>
                    <a:pt x="-1998" y="1177731"/>
                    <a:pt x="-3448" y="1147526"/>
                  </a:cubicBezTo>
                  <a:cubicBezTo>
                    <a:pt x="-4911" y="1117074"/>
                    <a:pt x="-6215" y="1087161"/>
                    <a:pt x="-7323" y="1056967"/>
                  </a:cubicBezTo>
                  <a:cubicBezTo>
                    <a:pt x="-8442" y="1026510"/>
                    <a:pt x="-8787" y="996589"/>
                    <a:pt x="-8546" y="966391"/>
                  </a:cubicBezTo>
                  <a:cubicBezTo>
                    <a:pt x="-8302" y="935796"/>
                    <a:pt x="-6822" y="905800"/>
                    <a:pt x="-4535" y="875571"/>
                  </a:cubicBezTo>
                  <a:cubicBezTo>
                    <a:pt x="-2227" y="845053"/>
                    <a:pt x="631" y="815133"/>
                    <a:pt x="3512" y="784935"/>
                  </a:cubicBezTo>
                  <a:cubicBezTo>
                    <a:pt x="6407" y="754594"/>
                    <a:pt x="8411" y="724744"/>
                    <a:pt x="9646" y="694575"/>
                  </a:cubicBezTo>
                  <a:cubicBezTo>
                    <a:pt x="10893" y="664121"/>
                    <a:pt x="10989" y="634191"/>
                    <a:pt x="10586" y="603988"/>
                  </a:cubicBezTo>
                  <a:cubicBezTo>
                    <a:pt x="10179" y="573518"/>
                    <a:pt x="9647" y="543596"/>
                    <a:pt x="9316" y="513398"/>
                  </a:cubicBezTo>
                  <a:cubicBezTo>
                    <a:pt x="8982" y="482928"/>
                    <a:pt x="8924" y="453001"/>
                    <a:pt x="8915" y="422800"/>
                  </a:cubicBezTo>
                  <a:cubicBezTo>
                    <a:pt x="8915" y="392326"/>
                    <a:pt x="9033" y="362398"/>
                    <a:pt x="9268" y="332197"/>
                  </a:cubicBezTo>
                  <a:cubicBezTo>
                    <a:pt x="9506" y="301710"/>
                    <a:pt x="10085" y="271774"/>
                    <a:pt x="10924" y="241570"/>
                  </a:cubicBezTo>
                  <a:cubicBezTo>
                    <a:pt x="11771" y="211099"/>
                    <a:pt x="12716" y="181177"/>
                    <a:pt x="13584" y="150978"/>
                  </a:cubicBezTo>
                  <a:cubicBezTo>
                    <a:pt x="14749" y="110406"/>
                    <a:pt x="712" y="70356"/>
                    <a:pt x="9878" y="30816"/>
                  </a:cubicBezTo>
                  <a:close/>
                </a:path>
              </a:pathLst>
            </a:custGeom>
            <a:solidFill>
              <a:srgbClr val="F9EACE"/>
            </a:solidFill>
            <a:ln w="15100" cap="flat">
              <a:solidFill>
                <a:srgbClr val="38A7B0"/>
              </a:solidFill>
              <a:round/>
            </a:ln>
          </p:spPr>
          <p:txBody>
            <a:bodyPr anchor="ctr" lIns="0" wrap="square" rtlCol="0" rIns="0" tIns="0" bIns="11000"/>
            <a:lstStyle/>
            <a:p>
              <a:pPr algn="ctr"/>
              <a:r>
                <a:rPr sz="2416">
                  <a:solidFill>
                    <a:srgbClr val="C00000"/>
                  </a:solidFill>
                  <a:latin typeface="標楷體"/>
                </a:rPr>
                <a:t>深度學習目標為</a:t>
              </a:r>
              <a:r>
                <a:rPr sz="2416">
                  <a:solidFill>
                    <a:srgbClr val="0070C0"/>
                  </a:solidFill>
                  <a:latin typeface="標楷體"/>
                </a:rPr>
                <a:t>找一個函數儘量</a:t>
              </a:r>
              <a:r>
                <a:rPr sz="2416">
                  <a:solidFill>
                    <a:srgbClr val="C00000"/>
                  </a:solidFill>
                  <a:latin typeface="標楷體"/>
                </a:rPr>
                <a:t>逼近</a:t>
              </a:r>
              <a:r>
                <a:rPr sz="2416">
                  <a:solidFill>
                    <a:srgbClr val="0070C0"/>
                  </a:solidFill>
                  <a:latin typeface="標楷體"/>
                </a:rPr>
                <a:t>想要的輸出及輸入</a:t>
              </a:r>
              <a:r>
                <a:rPr sz="2416">
                  <a:solidFill>
                    <a:srgbClr val="C00000"/>
                  </a:solidFill>
                  <a:latin typeface="標楷體"/>
                </a:rPr>
                <a:t>對應</a:t>
              </a:r>
              <a:r>
                <a:rPr sz="2416">
                  <a:solidFill>
                    <a:srgbClr val="0070C0"/>
                  </a:solidFill>
                  <a:latin typeface="標楷體"/>
                </a:rPr>
                <a:t>，但深度學習屬於黑箱作業，即使模型參數隱含某些參數特徵，人類也難以顯性抽取出來。</a:t>
              </a:r>
            </a:p>
          </p:txBody>
        </p:sp>
      </p:grpSp>
    </p:spTree>
  </p:cSld>
  <p:clrMapOvr>
    <a:masterClrMapping/>
  </p:clrMapOvr>
</p:sld>
</file>

<file path=ppt/slides/slide4.xml><?xml version="1.0" encoding="utf-8"?>
<p:sld xmlns:r="http://schemas.openxmlformats.org/officeDocument/2006/relationships" xmlns:a="http://schemas.openxmlformats.org/drawingml/2006/main" xmlns:p="http://schemas.openxmlformats.org/presentationml/2006/main">
  <p:cSld>
    <p:spTree>
      <p:nvGrpSpPr>
        <p:cNvPr id="300000100" name="Page-1"/>
        <p:cNvGrpSpPr/>
        <p:nvPr/>
      </p:nvGrpSpPr>
      <p:grpSpPr>
        <a:xfrm>
          <a:off x="0" y="0"/>
          <a:ext cy="0" cx="0"/>
          <a:chOff x="0" y="0"/>
          <a:chExt cy="0" cx="0"/>
        </a:xfrm>
      </p:grpSpPr>
      <p:pic>
        <p:nvPicPr>
          <p:cNvPr id="0" name="Image"/>
          <p:cNvPicPr>
            <a:picLocks noChangeAspect="1"/>
          </p:cNvPicPr>
          <p:nvPr/>
        </p:nvPicPr>
        <p:blipFill>
          <a:blip r:embed="rId2"/>
          <a:stretch>
            <a:fillRect/>
          </a:stretch>
        </p:blipFill>
        <p:spPr>
          <a:xfrm>
            <a:off x="0" y="0"/>
            <a:ext cy="6860000" cx="9140000"/>
          </a:xfrm>
          <a:prstGeom prst="rect">
            <a:avLst/>
          </a:prstGeom>
        </p:spPr>
      </p:pic>
      <p:grpSp>
        <p:nvGrpSpPr>
          <p:cNvPr id="459" name="Group459"/>
          <p:cNvGrpSpPr/>
          <p:nvPr/>
        </p:nvGrpSpPr>
        <p:grpSpPr>
          <a:xfrm>
            <a:off x="954288" y="407183"/>
            <a:ext cy="6038915" cx="7229774"/>
            <a:chOff x="954288" y="407183"/>
            <a:chExt cy="6038915" cx="7229774"/>
          </a:xfrm>
        </p:grpSpPr>
        <p:sp>
          <p:nvSpPr>
            <p:cNvPr id="165" name="MMConnector"/>
            <p:cNvSpPr/>
            <p:nvPr/>
          </p:nvSpPr>
          <p:spPr>
            <a:xfrm>
              <a:off x="1384838" y="1752474"/>
              <a:ext cy="641235" cx="207100"/>
            </a:xfrm>
            <a:custGeom>
              <a:avLst/>
              <a:gdLst/>
              <a:pathLst>
                <a:path fill="none" w="207100" h="641235">
                  <a:moveTo>
                    <a:pt x="-103550" y="-320617"/>
                  </a:moveTo>
                  <a:lnTo>
                    <a:pt x="-107429" y="-255217"/>
                  </a:lnTo>
                  <a:lnTo>
                    <a:pt x="-106987" y="-189817"/>
                  </a:lnTo>
                  <a:lnTo>
                    <a:pt x="-106171" y="-124417"/>
                  </a:lnTo>
                  <a:lnTo>
                    <a:pt x="-105796" y="-59017"/>
                  </a:lnTo>
                  <a:lnTo>
                    <a:pt x="-103416" y="6383"/>
                  </a:lnTo>
                  <a:lnTo>
                    <a:pt x="-99967" y="71783"/>
                  </a:lnTo>
                  <a:lnTo>
                    <a:pt x="-99355" y="137183"/>
                  </a:lnTo>
                  <a:lnTo>
                    <a:pt x="-102885" y="202583"/>
                  </a:lnTo>
                  <a:lnTo>
                    <a:pt x="-102113" y="277362"/>
                  </a:lnTo>
                  <a:lnTo>
                    <a:pt x="-54261" y="321767"/>
                  </a:lnTo>
                  <a:lnTo>
                    <a:pt x="16350" y="321521"/>
                  </a:lnTo>
                  <a:lnTo>
                    <a:pt x="81750" y="316703"/>
                  </a:lnTo>
                  <a:lnTo>
                    <a:pt x="103550" y="320617"/>
                  </a:lnTo>
                </a:path>
              </a:pathLst>
            </a:custGeom>
            <a:noFill/>
            <a:ln w="10900" cap="rnd">
              <a:solidFill>
                <a:srgbClr val="191919"/>
              </a:solidFill>
              <a:round/>
            </a:ln>
          </p:spPr>
        </p:sp>
        <p:sp>
          <p:nvSpPr>
            <p:cNvPr id="168" name="MMConnector"/>
            <p:cNvSpPr/>
            <p:nvPr/>
          </p:nvSpPr>
          <p:spPr>
            <a:xfrm>
              <a:off x="1384838" y="4120680"/>
              <a:ext cy="5377648" cx="207100"/>
            </a:xfrm>
            <a:custGeom>
              <a:avLst/>
              <a:gdLst/>
              <a:pathLst>
                <a:path fill="none" w="207100" h="5377648">
                  <a:moveTo>
                    <a:pt x="-103550" y="-2688824"/>
                  </a:moveTo>
                  <a:lnTo>
                    <a:pt x="-107429" y="-2623424"/>
                  </a:lnTo>
                  <a:lnTo>
                    <a:pt x="-106987" y="-2558024"/>
                  </a:lnTo>
                  <a:lnTo>
                    <a:pt x="-106171" y="-2492624"/>
                  </a:lnTo>
                  <a:lnTo>
                    <a:pt x="-105796" y="-2427224"/>
                  </a:lnTo>
                  <a:lnTo>
                    <a:pt x="-103416" y="-2361824"/>
                  </a:lnTo>
                  <a:lnTo>
                    <a:pt x="-99967" y="-2296424"/>
                  </a:lnTo>
                  <a:lnTo>
                    <a:pt x="-99355" y="-2231024"/>
                  </a:lnTo>
                  <a:lnTo>
                    <a:pt x="-102885" y="-2165624"/>
                  </a:lnTo>
                  <a:lnTo>
                    <a:pt x="-105824" y="-2100224"/>
                  </a:lnTo>
                  <a:lnTo>
                    <a:pt x="-106609" y="-2034824"/>
                  </a:lnTo>
                  <a:lnTo>
                    <a:pt x="-104453" y="-1969424"/>
                  </a:lnTo>
                  <a:lnTo>
                    <a:pt x="-99635" y="-1904024"/>
                  </a:lnTo>
                  <a:lnTo>
                    <a:pt x="-97029" y="-1838624"/>
                  </a:lnTo>
                  <a:lnTo>
                    <a:pt x="-98241" y="-1773224"/>
                  </a:lnTo>
                  <a:lnTo>
                    <a:pt x="-104312" y="-1707824"/>
                  </a:lnTo>
                  <a:lnTo>
                    <a:pt x="-110418" y="-1642424"/>
                  </a:lnTo>
                  <a:lnTo>
                    <a:pt x="-111308" y="-1577024"/>
                  </a:lnTo>
                  <a:lnTo>
                    <a:pt x="-107513" y="-1511624"/>
                  </a:lnTo>
                  <a:lnTo>
                    <a:pt x="-102201" y="-1446224"/>
                  </a:lnTo>
                  <a:lnTo>
                    <a:pt x="-100505" y="-1380824"/>
                  </a:lnTo>
                  <a:lnTo>
                    <a:pt x="-100826" y="-1315424"/>
                  </a:lnTo>
                  <a:lnTo>
                    <a:pt x="-101664" y="-1250024"/>
                  </a:lnTo>
                  <a:lnTo>
                    <a:pt x="-102047" y="-1184624"/>
                  </a:lnTo>
                  <a:lnTo>
                    <a:pt x="-102925" y="-1119224"/>
                  </a:lnTo>
                  <a:lnTo>
                    <a:pt x="-107167" y="-1053824"/>
                  </a:lnTo>
                  <a:lnTo>
                    <a:pt x="-112260" y="-988424"/>
                  </a:lnTo>
                  <a:lnTo>
                    <a:pt x="-113325" y="-923024"/>
                  </a:lnTo>
                  <a:lnTo>
                    <a:pt x="-110851" y="-857624"/>
                  </a:lnTo>
                  <a:lnTo>
                    <a:pt x="-105785" y="-792224"/>
                  </a:lnTo>
                  <a:lnTo>
                    <a:pt x="-102863" y="-726824"/>
                  </a:lnTo>
                  <a:lnTo>
                    <a:pt x="-100754" y="-661424"/>
                  </a:lnTo>
                  <a:lnTo>
                    <a:pt x="-95199" y="-596024"/>
                  </a:lnTo>
                  <a:lnTo>
                    <a:pt x="-90742" y="-530624"/>
                  </a:lnTo>
                  <a:lnTo>
                    <a:pt x="-91168" y="-465224"/>
                  </a:lnTo>
                  <a:lnTo>
                    <a:pt x="-93570" y="-399824"/>
                  </a:lnTo>
                  <a:lnTo>
                    <a:pt x="-96205" y="-334424"/>
                  </a:lnTo>
                  <a:lnTo>
                    <a:pt x="-97257" y="-269024"/>
                  </a:lnTo>
                  <a:lnTo>
                    <a:pt x="-103167" y="-203624"/>
                  </a:lnTo>
                  <a:lnTo>
                    <a:pt x="-110614" y="-138224"/>
                  </a:lnTo>
                  <a:lnTo>
                    <a:pt x="-113820" y="-72824"/>
                  </a:lnTo>
                  <a:lnTo>
                    <a:pt x="-113481" y="-7424"/>
                  </a:lnTo>
                  <a:lnTo>
                    <a:pt x="-111966" y="57976"/>
                  </a:lnTo>
                  <a:lnTo>
                    <a:pt x="-109566" y="123376"/>
                  </a:lnTo>
                  <a:lnTo>
                    <a:pt x="-109300" y="188776"/>
                  </a:lnTo>
                  <a:lnTo>
                    <a:pt x="-108417" y="254176"/>
                  </a:lnTo>
                  <a:lnTo>
                    <a:pt x="-105211" y="319576"/>
                  </a:lnTo>
                  <a:lnTo>
                    <a:pt x="-103777" y="384976"/>
                  </a:lnTo>
                  <a:lnTo>
                    <a:pt x="-101701" y="450376"/>
                  </a:lnTo>
                  <a:lnTo>
                    <a:pt x="-97021" y="515776"/>
                  </a:lnTo>
                  <a:lnTo>
                    <a:pt x="-94587" y="581176"/>
                  </a:lnTo>
                  <a:lnTo>
                    <a:pt x="-94993" y="646576"/>
                  </a:lnTo>
                  <a:lnTo>
                    <a:pt x="-95994" y="711976"/>
                  </a:lnTo>
                  <a:lnTo>
                    <a:pt x="-96284" y="777376"/>
                  </a:lnTo>
                  <a:lnTo>
                    <a:pt x="-97452" y="842776"/>
                  </a:lnTo>
                  <a:lnTo>
                    <a:pt x="-102195" y="908176"/>
                  </a:lnTo>
                  <a:lnTo>
                    <a:pt x="-105480" y="973576"/>
                  </a:lnTo>
                  <a:lnTo>
                    <a:pt x="-105895" y="1038976"/>
                  </a:lnTo>
                  <a:lnTo>
                    <a:pt x="-100608" y="1104376"/>
                  </a:lnTo>
                  <a:lnTo>
                    <a:pt x="-94367" y="1169776"/>
                  </a:lnTo>
                  <a:lnTo>
                    <a:pt x="-92442" y="1235176"/>
                  </a:lnTo>
                  <a:lnTo>
                    <a:pt x="-94119" y="1300576"/>
                  </a:lnTo>
                  <a:lnTo>
                    <a:pt x="-97285" y="1365976"/>
                  </a:lnTo>
                  <a:lnTo>
                    <a:pt x="-98548" y="1431376"/>
                  </a:lnTo>
                  <a:lnTo>
                    <a:pt x="-98141" y="1496776"/>
                  </a:lnTo>
                  <a:lnTo>
                    <a:pt x="-96255" y="1562176"/>
                  </a:lnTo>
                  <a:lnTo>
                    <a:pt x="-93965" y="1627576"/>
                  </a:lnTo>
                  <a:lnTo>
                    <a:pt x="-93600" y="1692976"/>
                  </a:lnTo>
                  <a:lnTo>
                    <a:pt x="-96404" y="1758376"/>
                  </a:lnTo>
                  <a:lnTo>
                    <a:pt x="-98654" y="1823776"/>
                  </a:lnTo>
                  <a:lnTo>
                    <a:pt x="-99648" y="1889176"/>
                  </a:lnTo>
                  <a:lnTo>
                    <a:pt x="-101615" y="1954576"/>
                  </a:lnTo>
                  <a:lnTo>
                    <a:pt x="-105270" y="2019976"/>
                  </a:lnTo>
                  <a:lnTo>
                    <a:pt x="-106368" y="2085376"/>
                  </a:lnTo>
                  <a:lnTo>
                    <a:pt x="-106780" y="2150776"/>
                  </a:lnTo>
                  <a:lnTo>
                    <a:pt x="-109074" y="2216176"/>
                  </a:lnTo>
                  <a:lnTo>
                    <a:pt x="-112057" y="2281576"/>
                  </a:lnTo>
                  <a:lnTo>
                    <a:pt x="-112857" y="2346976"/>
                  </a:lnTo>
                  <a:lnTo>
                    <a:pt x="-111344" y="2412376"/>
                  </a:lnTo>
                  <a:lnTo>
                    <a:pt x="-109778" y="2477776"/>
                  </a:lnTo>
                  <a:lnTo>
                    <a:pt x="-108859" y="2543176"/>
                  </a:lnTo>
                  <a:lnTo>
                    <a:pt x="-110151" y="2608576"/>
                  </a:lnTo>
                  <a:lnTo>
                    <a:pt x="-88723" y="2679084"/>
                  </a:lnTo>
                  <a:lnTo>
                    <a:pt x="-16350" y="2701765"/>
                  </a:lnTo>
                  <a:lnTo>
                    <a:pt x="49050" y="2700697"/>
                  </a:lnTo>
                  <a:lnTo>
                    <a:pt x="103550" y="2688824"/>
                  </a:lnTo>
                </a:path>
              </a:pathLst>
            </a:custGeom>
            <a:noFill/>
            <a:ln w="10900" cap="rnd">
              <a:solidFill>
                <a:srgbClr val="191919"/>
              </a:solidFill>
              <a:round/>
            </a:ln>
          </p:spPr>
        </p:sp>
        <p:sp>
          <p:nvSpPr>
            <p:cNvPr id="192" name="MMConnector"/>
            <p:cNvSpPr/>
            <p:nvPr/>
          </p:nvSpPr>
          <p:spPr>
            <a:xfrm>
              <a:off x="1384838" y="3909947"/>
              <a:ext cy="4956181" cx="207100"/>
            </a:xfrm>
            <a:custGeom>
              <a:avLst/>
              <a:gdLst/>
              <a:pathLst>
                <a:path fill="none" w="207100" h="4956181">
                  <a:moveTo>
                    <a:pt x="-103550" y="-2478091"/>
                  </a:moveTo>
                  <a:lnTo>
                    <a:pt x="-107429" y="-2412691"/>
                  </a:lnTo>
                  <a:lnTo>
                    <a:pt x="-106987" y="-2347291"/>
                  </a:lnTo>
                  <a:lnTo>
                    <a:pt x="-106171" y="-2281891"/>
                  </a:lnTo>
                  <a:lnTo>
                    <a:pt x="-105796" y="-2216491"/>
                  </a:lnTo>
                  <a:lnTo>
                    <a:pt x="-103416" y="-2151091"/>
                  </a:lnTo>
                  <a:lnTo>
                    <a:pt x="-99967" y="-2085691"/>
                  </a:lnTo>
                  <a:lnTo>
                    <a:pt x="-99355" y="-2020291"/>
                  </a:lnTo>
                  <a:lnTo>
                    <a:pt x="-102885" y="-1954891"/>
                  </a:lnTo>
                  <a:lnTo>
                    <a:pt x="-105824" y="-1889491"/>
                  </a:lnTo>
                  <a:lnTo>
                    <a:pt x="-106609" y="-1824091"/>
                  </a:lnTo>
                  <a:lnTo>
                    <a:pt x="-104453" y="-1758691"/>
                  </a:lnTo>
                  <a:lnTo>
                    <a:pt x="-99635" y="-1693291"/>
                  </a:lnTo>
                  <a:lnTo>
                    <a:pt x="-97029" y="-1627891"/>
                  </a:lnTo>
                  <a:lnTo>
                    <a:pt x="-98241" y="-1562491"/>
                  </a:lnTo>
                  <a:lnTo>
                    <a:pt x="-104312" y="-1497091"/>
                  </a:lnTo>
                  <a:lnTo>
                    <a:pt x="-110418" y="-1431691"/>
                  </a:lnTo>
                  <a:lnTo>
                    <a:pt x="-111308" y="-1366291"/>
                  </a:lnTo>
                  <a:lnTo>
                    <a:pt x="-107513" y="-1300891"/>
                  </a:lnTo>
                  <a:lnTo>
                    <a:pt x="-102201" y="-1235491"/>
                  </a:lnTo>
                  <a:lnTo>
                    <a:pt x="-100505" y="-1170091"/>
                  </a:lnTo>
                  <a:lnTo>
                    <a:pt x="-100826" y="-1104691"/>
                  </a:lnTo>
                  <a:lnTo>
                    <a:pt x="-101664" y="-1039291"/>
                  </a:lnTo>
                  <a:lnTo>
                    <a:pt x="-102047" y="-973891"/>
                  </a:lnTo>
                  <a:lnTo>
                    <a:pt x="-102925" y="-908491"/>
                  </a:lnTo>
                  <a:lnTo>
                    <a:pt x="-107167" y="-843091"/>
                  </a:lnTo>
                  <a:lnTo>
                    <a:pt x="-112260" y="-777691"/>
                  </a:lnTo>
                  <a:lnTo>
                    <a:pt x="-113325" y="-712291"/>
                  </a:lnTo>
                  <a:lnTo>
                    <a:pt x="-110851" y="-646891"/>
                  </a:lnTo>
                  <a:lnTo>
                    <a:pt x="-105785" y="-581491"/>
                  </a:lnTo>
                  <a:lnTo>
                    <a:pt x="-102863" y="-516091"/>
                  </a:lnTo>
                  <a:lnTo>
                    <a:pt x="-100754" y="-450691"/>
                  </a:lnTo>
                  <a:lnTo>
                    <a:pt x="-95199" y="-385291"/>
                  </a:lnTo>
                  <a:lnTo>
                    <a:pt x="-90742" y="-319891"/>
                  </a:lnTo>
                  <a:lnTo>
                    <a:pt x="-91168" y="-254491"/>
                  </a:lnTo>
                  <a:lnTo>
                    <a:pt x="-93570" y="-189091"/>
                  </a:lnTo>
                  <a:lnTo>
                    <a:pt x="-96205" y="-123691"/>
                  </a:lnTo>
                  <a:lnTo>
                    <a:pt x="-97257" y="-58291"/>
                  </a:lnTo>
                  <a:lnTo>
                    <a:pt x="-103167" y="7109"/>
                  </a:lnTo>
                  <a:lnTo>
                    <a:pt x="-110614" y="72509"/>
                  </a:lnTo>
                  <a:lnTo>
                    <a:pt x="-113820" y="137909"/>
                  </a:lnTo>
                  <a:lnTo>
                    <a:pt x="-113481" y="203309"/>
                  </a:lnTo>
                  <a:lnTo>
                    <a:pt x="-111966" y="268709"/>
                  </a:lnTo>
                  <a:lnTo>
                    <a:pt x="-109566" y="334109"/>
                  </a:lnTo>
                  <a:lnTo>
                    <a:pt x="-109300" y="399509"/>
                  </a:lnTo>
                  <a:lnTo>
                    <a:pt x="-108417" y="464909"/>
                  </a:lnTo>
                  <a:lnTo>
                    <a:pt x="-105211" y="530309"/>
                  </a:lnTo>
                  <a:lnTo>
                    <a:pt x="-103777" y="595709"/>
                  </a:lnTo>
                  <a:lnTo>
                    <a:pt x="-101701" y="661109"/>
                  </a:lnTo>
                  <a:lnTo>
                    <a:pt x="-97021" y="726509"/>
                  </a:lnTo>
                  <a:lnTo>
                    <a:pt x="-94587" y="791909"/>
                  </a:lnTo>
                  <a:lnTo>
                    <a:pt x="-94993" y="857309"/>
                  </a:lnTo>
                  <a:lnTo>
                    <a:pt x="-95994" y="922709"/>
                  </a:lnTo>
                  <a:lnTo>
                    <a:pt x="-96284" y="988109"/>
                  </a:lnTo>
                  <a:lnTo>
                    <a:pt x="-97452" y="1053509"/>
                  </a:lnTo>
                  <a:lnTo>
                    <a:pt x="-102195" y="1118909"/>
                  </a:lnTo>
                  <a:lnTo>
                    <a:pt x="-105480" y="1184309"/>
                  </a:lnTo>
                  <a:lnTo>
                    <a:pt x="-105895" y="1249709"/>
                  </a:lnTo>
                  <a:lnTo>
                    <a:pt x="-100608" y="1315109"/>
                  </a:lnTo>
                  <a:lnTo>
                    <a:pt x="-94367" y="1380509"/>
                  </a:lnTo>
                  <a:lnTo>
                    <a:pt x="-92442" y="1445909"/>
                  </a:lnTo>
                  <a:lnTo>
                    <a:pt x="-94119" y="1511309"/>
                  </a:lnTo>
                  <a:lnTo>
                    <a:pt x="-97285" y="1576709"/>
                  </a:lnTo>
                  <a:lnTo>
                    <a:pt x="-98548" y="1642109"/>
                  </a:lnTo>
                  <a:lnTo>
                    <a:pt x="-98141" y="1707509"/>
                  </a:lnTo>
                  <a:lnTo>
                    <a:pt x="-96255" y="1772909"/>
                  </a:lnTo>
                  <a:lnTo>
                    <a:pt x="-93965" y="1838309"/>
                  </a:lnTo>
                  <a:lnTo>
                    <a:pt x="-93600" y="1903709"/>
                  </a:lnTo>
                  <a:lnTo>
                    <a:pt x="-96404" y="1969109"/>
                  </a:lnTo>
                  <a:lnTo>
                    <a:pt x="-98654" y="2034509"/>
                  </a:lnTo>
                  <a:lnTo>
                    <a:pt x="-99648" y="2099909"/>
                  </a:lnTo>
                  <a:lnTo>
                    <a:pt x="-101615" y="2165309"/>
                  </a:lnTo>
                  <a:lnTo>
                    <a:pt x="-105270" y="2230709"/>
                  </a:lnTo>
                  <a:lnTo>
                    <a:pt x="-106368" y="2296109"/>
                  </a:lnTo>
                  <a:lnTo>
                    <a:pt x="-106780" y="2361509"/>
                  </a:lnTo>
                  <a:lnTo>
                    <a:pt x="-105183" y="2435900"/>
                  </a:lnTo>
                  <a:lnTo>
                    <a:pt x="-55540" y="2484536"/>
                  </a:lnTo>
                  <a:lnTo>
                    <a:pt x="16350" y="2487398"/>
                  </a:lnTo>
                  <a:lnTo>
                    <a:pt x="81750" y="2485885"/>
                  </a:lnTo>
                  <a:lnTo>
                    <a:pt x="103550" y="2478091"/>
                  </a:lnTo>
                </a:path>
              </a:pathLst>
            </a:custGeom>
            <a:noFill/>
            <a:ln w="10900" cap="rnd">
              <a:solidFill>
                <a:srgbClr val="191919"/>
              </a:solidFill>
              <a:round/>
            </a:ln>
          </p:spPr>
        </p:sp>
        <p:sp>
          <p:nvSpPr>
            <p:cNvPr id="194" name="MMConnector"/>
            <p:cNvSpPr/>
            <p:nvPr/>
          </p:nvSpPr>
          <p:spPr>
            <a:xfrm>
              <a:off x="1384838" y="3699214"/>
              <a:ext cy="4534715" cx="207100"/>
            </a:xfrm>
            <a:custGeom>
              <a:avLst/>
              <a:gdLst/>
              <a:pathLst>
                <a:path fill="none" w="207100" h="4534715">
                  <a:moveTo>
                    <a:pt x="-103550" y="-2267357"/>
                  </a:moveTo>
                  <a:lnTo>
                    <a:pt x="-107429" y="-2201957"/>
                  </a:lnTo>
                  <a:lnTo>
                    <a:pt x="-106987" y="-2136557"/>
                  </a:lnTo>
                  <a:lnTo>
                    <a:pt x="-106171" y="-2071157"/>
                  </a:lnTo>
                  <a:lnTo>
                    <a:pt x="-105796" y="-2005757"/>
                  </a:lnTo>
                  <a:lnTo>
                    <a:pt x="-103416" y="-1940357"/>
                  </a:lnTo>
                  <a:lnTo>
                    <a:pt x="-99967" y="-1874957"/>
                  </a:lnTo>
                  <a:lnTo>
                    <a:pt x="-99355" y="-1809557"/>
                  </a:lnTo>
                  <a:lnTo>
                    <a:pt x="-102885" y="-1744157"/>
                  </a:lnTo>
                  <a:lnTo>
                    <a:pt x="-105824" y="-1678757"/>
                  </a:lnTo>
                  <a:lnTo>
                    <a:pt x="-106609" y="-1613357"/>
                  </a:lnTo>
                  <a:lnTo>
                    <a:pt x="-104453" y="-1547957"/>
                  </a:lnTo>
                  <a:lnTo>
                    <a:pt x="-99635" y="-1482557"/>
                  </a:lnTo>
                  <a:lnTo>
                    <a:pt x="-97029" y="-1417157"/>
                  </a:lnTo>
                  <a:lnTo>
                    <a:pt x="-98241" y="-1351757"/>
                  </a:lnTo>
                  <a:lnTo>
                    <a:pt x="-104312" y="-1286357"/>
                  </a:lnTo>
                  <a:lnTo>
                    <a:pt x="-110418" y="-1220957"/>
                  </a:lnTo>
                  <a:lnTo>
                    <a:pt x="-111308" y="-1155557"/>
                  </a:lnTo>
                  <a:lnTo>
                    <a:pt x="-107513" y="-1090157"/>
                  </a:lnTo>
                  <a:lnTo>
                    <a:pt x="-102201" y="-1024757"/>
                  </a:lnTo>
                  <a:lnTo>
                    <a:pt x="-100505" y="-959357"/>
                  </a:lnTo>
                  <a:lnTo>
                    <a:pt x="-100826" y="-893957"/>
                  </a:lnTo>
                  <a:lnTo>
                    <a:pt x="-101664" y="-828557"/>
                  </a:lnTo>
                  <a:lnTo>
                    <a:pt x="-102047" y="-763157"/>
                  </a:lnTo>
                  <a:lnTo>
                    <a:pt x="-102925" y="-697757"/>
                  </a:lnTo>
                  <a:lnTo>
                    <a:pt x="-107167" y="-632357"/>
                  </a:lnTo>
                  <a:lnTo>
                    <a:pt x="-112260" y="-566957"/>
                  </a:lnTo>
                  <a:lnTo>
                    <a:pt x="-113325" y="-501557"/>
                  </a:lnTo>
                  <a:lnTo>
                    <a:pt x="-110851" y="-436157"/>
                  </a:lnTo>
                  <a:lnTo>
                    <a:pt x="-105785" y="-370757"/>
                  </a:lnTo>
                  <a:lnTo>
                    <a:pt x="-102863" y="-305357"/>
                  </a:lnTo>
                  <a:lnTo>
                    <a:pt x="-100754" y="-239957"/>
                  </a:lnTo>
                  <a:lnTo>
                    <a:pt x="-95199" y="-174557"/>
                  </a:lnTo>
                  <a:lnTo>
                    <a:pt x="-90742" y="-109157"/>
                  </a:lnTo>
                  <a:lnTo>
                    <a:pt x="-91168" y="-43757"/>
                  </a:lnTo>
                  <a:lnTo>
                    <a:pt x="-93570" y="21643"/>
                  </a:lnTo>
                  <a:lnTo>
                    <a:pt x="-96205" y="87043"/>
                  </a:lnTo>
                  <a:lnTo>
                    <a:pt x="-97257" y="152443"/>
                  </a:lnTo>
                  <a:lnTo>
                    <a:pt x="-103167" y="217843"/>
                  </a:lnTo>
                  <a:lnTo>
                    <a:pt x="-110614" y="283243"/>
                  </a:lnTo>
                  <a:lnTo>
                    <a:pt x="-113820" y="348643"/>
                  </a:lnTo>
                  <a:lnTo>
                    <a:pt x="-113481" y="414043"/>
                  </a:lnTo>
                  <a:lnTo>
                    <a:pt x="-111966" y="479443"/>
                  </a:lnTo>
                  <a:lnTo>
                    <a:pt x="-109566" y="544843"/>
                  </a:lnTo>
                  <a:lnTo>
                    <a:pt x="-109300" y="610243"/>
                  </a:lnTo>
                  <a:lnTo>
                    <a:pt x="-108417" y="675643"/>
                  </a:lnTo>
                  <a:lnTo>
                    <a:pt x="-105211" y="741043"/>
                  </a:lnTo>
                  <a:lnTo>
                    <a:pt x="-103777" y="806443"/>
                  </a:lnTo>
                  <a:lnTo>
                    <a:pt x="-101701" y="871843"/>
                  </a:lnTo>
                  <a:lnTo>
                    <a:pt x="-97021" y="937243"/>
                  </a:lnTo>
                  <a:lnTo>
                    <a:pt x="-94587" y="1002643"/>
                  </a:lnTo>
                  <a:lnTo>
                    <a:pt x="-94993" y="1068043"/>
                  </a:lnTo>
                  <a:lnTo>
                    <a:pt x="-95994" y="1133443"/>
                  </a:lnTo>
                  <a:lnTo>
                    <a:pt x="-96284" y="1198843"/>
                  </a:lnTo>
                  <a:lnTo>
                    <a:pt x="-97452" y="1264243"/>
                  </a:lnTo>
                  <a:lnTo>
                    <a:pt x="-102195" y="1329643"/>
                  </a:lnTo>
                  <a:lnTo>
                    <a:pt x="-105480" y="1395043"/>
                  </a:lnTo>
                  <a:lnTo>
                    <a:pt x="-105895" y="1460443"/>
                  </a:lnTo>
                  <a:lnTo>
                    <a:pt x="-100608" y="1525843"/>
                  </a:lnTo>
                  <a:lnTo>
                    <a:pt x="-94367" y="1591243"/>
                  </a:lnTo>
                  <a:lnTo>
                    <a:pt x="-92442" y="1656643"/>
                  </a:lnTo>
                  <a:lnTo>
                    <a:pt x="-94119" y="1722043"/>
                  </a:lnTo>
                  <a:lnTo>
                    <a:pt x="-97285" y="1787443"/>
                  </a:lnTo>
                  <a:lnTo>
                    <a:pt x="-98548" y="1852843"/>
                  </a:lnTo>
                  <a:lnTo>
                    <a:pt x="-98141" y="1918243"/>
                  </a:lnTo>
                  <a:lnTo>
                    <a:pt x="-96255" y="1983643"/>
                  </a:lnTo>
                  <a:lnTo>
                    <a:pt x="-93965" y="2049043"/>
                  </a:lnTo>
                  <a:lnTo>
                    <a:pt x="-93600" y="2114443"/>
                  </a:lnTo>
                  <a:lnTo>
                    <a:pt x="-96404" y="2179843"/>
                  </a:lnTo>
                  <a:lnTo>
                    <a:pt x="-85699" y="2239361"/>
                  </a:lnTo>
                  <a:lnTo>
                    <a:pt x="-27250" y="2263455"/>
                  </a:lnTo>
                  <a:lnTo>
                    <a:pt x="38150" y="2265422"/>
                  </a:lnTo>
                  <a:lnTo>
                    <a:pt x="103550" y="2269077"/>
                  </a:lnTo>
                </a:path>
              </a:pathLst>
            </a:custGeom>
            <a:noFill/>
            <a:ln w="10900" cap="rnd">
              <a:solidFill>
                <a:srgbClr val="191919"/>
              </a:solidFill>
              <a:round/>
            </a:ln>
          </p:spPr>
        </p:sp>
        <p:sp>
          <p:nvSpPr>
            <p:cNvPr id="239" name="MMConnector"/>
            <p:cNvSpPr/>
            <p:nvPr/>
          </p:nvSpPr>
          <p:spPr>
            <a:xfrm>
              <a:off x="3601982" y="3386904"/>
              <a:ext cy="1329800" cx="510120"/>
            </a:xfrm>
            <a:custGeom>
              <a:avLst/>
              <a:gdLst/>
              <a:pathLst>
                <a:path fill="none" w="510120" h="1329800">
                  <a:moveTo>
                    <a:pt x="-255060" y="664900"/>
                  </a:moveTo>
                  <a:lnTo>
                    <a:pt x="-189660" y="668779"/>
                  </a:lnTo>
                  <a:lnTo>
                    <a:pt x="-124260" y="668337"/>
                  </a:lnTo>
                  <a:lnTo>
                    <a:pt x="-102841" y="610449"/>
                  </a:lnTo>
                  <a:lnTo>
                    <a:pt x="-101440" y="545110"/>
                  </a:lnTo>
                  <a:lnTo>
                    <a:pt x="-100860" y="479689"/>
                  </a:lnTo>
                  <a:lnTo>
                    <a:pt x="-100248" y="414171"/>
                  </a:lnTo>
                  <a:lnTo>
                    <a:pt x="-95768" y="348862"/>
                  </a:lnTo>
                  <a:lnTo>
                    <a:pt x="-86165" y="284038"/>
                  </a:lnTo>
                  <a:lnTo>
                    <a:pt x="-76178" y="219351"/>
                  </a:lnTo>
                  <a:lnTo>
                    <a:pt x="-67354" y="154586"/>
                  </a:lnTo>
                  <a:lnTo>
                    <a:pt x="-60439" y="89549"/>
                  </a:lnTo>
                  <a:lnTo>
                    <a:pt x="-55101" y="24165"/>
                  </a:lnTo>
                  <a:lnTo>
                    <a:pt x="-46459" y="-40806"/>
                  </a:lnTo>
                  <a:lnTo>
                    <a:pt x="-32872" y="-104905"/>
                  </a:lnTo>
                  <a:lnTo>
                    <a:pt x="-13252" y="-167636"/>
                  </a:lnTo>
                  <a:lnTo>
                    <a:pt x="7794" y="-229756"/>
                  </a:lnTo>
                  <a:lnTo>
                    <a:pt x="25402" y="-292527"/>
                  </a:lnTo>
                  <a:lnTo>
                    <a:pt x="40492" y="-356066"/>
                  </a:lnTo>
                  <a:lnTo>
                    <a:pt x="56666" y="-419597"/>
                  </a:lnTo>
                  <a:lnTo>
                    <a:pt x="79480" y="-481043"/>
                  </a:lnTo>
                  <a:lnTo>
                    <a:pt x="108477" y="-539919"/>
                  </a:lnTo>
                  <a:lnTo>
                    <a:pt x="144254" y="-594991"/>
                  </a:lnTo>
                  <a:lnTo>
                    <a:pt x="189952" y="-642135"/>
                  </a:lnTo>
                  <a:lnTo>
                    <a:pt x="255060" y="-665525"/>
                  </a:lnTo>
                </a:path>
              </a:pathLst>
            </a:custGeom>
            <a:noFill/>
            <a:ln w="10900" cap="rnd">
              <a:solidFill>
                <a:srgbClr val="191919"/>
              </a:solidFill>
              <a:round/>
            </a:ln>
          </p:spPr>
        </p:sp>
        <p:sp>
          <p:nvSpPr>
            <p:cNvPr id="241" name="MMConnector"/>
            <p:cNvSpPr/>
            <p:nvPr/>
          </p:nvSpPr>
          <p:spPr>
            <a:xfrm>
              <a:off x="3601982" y="3739338"/>
              <a:ext cy="624933" cx="361008"/>
            </a:xfrm>
            <a:custGeom>
              <a:avLst/>
              <a:gdLst/>
              <a:pathLst>
                <a:path fill="none" w="361008" h="624933">
                  <a:moveTo>
                    <a:pt x="-105948" y="312467"/>
                  </a:moveTo>
                  <a:lnTo>
                    <a:pt x="-99073" y="247500"/>
                  </a:lnTo>
                  <a:lnTo>
                    <a:pt x="-91335" y="182842"/>
                  </a:lnTo>
                  <a:lnTo>
                    <a:pt x="-79518" y="118728"/>
                  </a:lnTo>
                  <a:lnTo>
                    <a:pt x="-63151" y="55581"/>
                  </a:lnTo>
                  <a:lnTo>
                    <a:pt x="-44591" y="-7091"/>
                  </a:lnTo>
                  <a:lnTo>
                    <a:pt x="-22623" y="-68919"/>
                  </a:lnTo>
                  <a:lnTo>
                    <a:pt x="6784" y="-127691"/>
                  </a:lnTo>
                  <a:lnTo>
                    <a:pt x="45128" y="-181062"/>
                  </a:lnTo>
                  <a:lnTo>
                    <a:pt x="89066" y="-229347"/>
                  </a:lnTo>
                  <a:lnTo>
                    <a:pt x="138786" y="-270834"/>
                  </a:lnTo>
                  <a:lnTo>
                    <a:pt x="195538" y="-301856"/>
                  </a:lnTo>
                  <a:lnTo>
                    <a:pt x="255060" y="-312467"/>
                  </a:lnTo>
                </a:path>
              </a:pathLst>
            </a:custGeom>
            <a:noFill/>
            <a:ln w="10900" cap="rnd">
              <a:solidFill>
                <a:srgbClr val="191919"/>
              </a:solidFill>
              <a:round/>
            </a:ln>
          </p:spPr>
        </p:sp>
        <p:sp>
          <p:nvSpPr>
            <p:cNvPr id="247" name="MMConnector"/>
            <p:cNvSpPr/>
            <p:nvPr/>
          </p:nvSpPr>
          <p:spPr>
            <a:xfrm>
              <a:off x="3601982" y="4364271"/>
              <a:ext cy="624933" cx="361008"/>
            </a:xfrm>
            <a:custGeom>
              <a:avLst/>
              <a:gdLst/>
              <a:pathLst>
                <a:path fill="none" w="361008" h="624933">
                  <a:moveTo>
                    <a:pt x="-105948" y="-312467"/>
                  </a:moveTo>
                  <a:lnTo>
                    <a:pt x="-106801" y="-246814"/>
                  </a:lnTo>
                  <a:lnTo>
                    <a:pt x="-98119" y="-181737"/>
                  </a:lnTo>
                  <a:lnTo>
                    <a:pt x="-84625" y="-117547"/>
                  </a:lnTo>
                  <a:lnTo>
                    <a:pt x="-67452" y="-54290"/>
                  </a:lnTo>
                  <a:lnTo>
                    <a:pt x="-44339" y="6996"/>
                  </a:lnTo>
                  <a:lnTo>
                    <a:pt x="-16114" y="65922"/>
                  </a:lnTo>
                  <a:lnTo>
                    <a:pt x="14075" y="123539"/>
                  </a:lnTo>
                  <a:lnTo>
                    <a:pt x="46206" y="180283"/>
                  </a:lnTo>
                  <a:lnTo>
                    <a:pt x="85797" y="232510"/>
                  </a:lnTo>
                  <a:lnTo>
                    <a:pt x="135326" y="275881"/>
                  </a:lnTo>
                  <a:lnTo>
                    <a:pt x="194971" y="303571"/>
                  </a:lnTo>
                  <a:lnTo>
                    <a:pt x="255060" y="312467"/>
                  </a:lnTo>
                </a:path>
              </a:pathLst>
            </a:custGeom>
            <a:noFill/>
            <a:ln w="10900" cap="rnd">
              <a:solidFill>
                <a:srgbClr val="191919"/>
              </a:solidFill>
              <a:round/>
            </a:ln>
          </p:spPr>
        </p:sp>
        <p:sp>
          <p:nvSpPr>
            <p:cNvPr id="186" name="MMConnector"/>
            <p:cNvSpPr/>
            <p:nvPr/>
          </p:nvSpPr>
          <p:spPr>
            <a:xfrm>
              <a:off x="3601982" y="4716704"/>
              <a:ext cy="1329800" cx="361008"/>
            </a:xfrm>
            <a:custGeom>
              <a:avLst/>
              <a:gdLst/>
              <a:pathLst>
                <a:path fill="none" w="361008" h="1329800">
                  <a:moveTo>
                    <a:pt x="-105948" y="-664900"/>
                  </a:moveTo>
                  <a:lnTo>
                    <a:pt x="-109131" y="-599424"/>
                  </a:lnTo>
                  <a:lnTo>
                    <a:pt x="-106704" y="-534000"/>
                  </a:lnTo>
                  <a:lnTo>
                    <a:pt x="-102740" y="-468664"/>
                  </a:lnTo>
                  <a:lnTo>
                    <a:pt x="-98136" y="-403387"/>
                  </a:lnTo>
                  <a:lnTo>
                    <a:pt x="-90509" y="-338374"/>
                  </a:lnTo>
                  <a:lnTo>
                    <a:pt x="-80830" y="-273631"/>
                  </a:lnTo>
                  <a:lnTo>
                    <a:pt x="-72998" y="-208758"/>
                  </a:lnTo>
                  <a:lnTo>
                    <a:pt x="-68289" y="-143471"/>
                  </a:lnTo>
                  <a:lnTo>
                    <a:pt x="-61973" y="-78298"/>
                  </a:lnTo>
                  <a:lnTo>
                    <a:pt x="-52468" y="-13543"/>
                  </a:lnTo>
                  <a:lnTo>
                    <a:pt x="-38955" y="50517"/>
                  </a:lnTo>
                  <a:lnTo>
                    <a:pt x="-21650" y="113737"/>
                  </a:lnTo>
                  <a:lnTo>
                    <a:pt x="-5224" y="176975"/>
                  </a:lnTo>
                  <a:lnTo>
                    <a:pt x="8953" y="240679"/>
                  </a:lnTo>
                  <a:lnTo>
                    <a:pt x="20185" y="305325"/>
                  </a:lnTo>
                  <a:lnTo>
                    <a:pt x="33540" y="369777"/>
                  </a:lnTo>
                  <a:lnTo>
                    <a:pt x="54491" y="432088"/>
                  </a:lnTo>
                  <a:lnTo>
                    <a:pt x="83089" y="491414"/>
                  </a:lnTo>
                  <a:lnTo>
                    <a:pt x="117344" y="547471"/>
                  </a:lnTo>
                  <a:lnTo>
                    <a:pt x="154806" y="600586"/>
                  </a:lnTo>
                  <a:lnTo>
                    <a:pt x="201258" y="644915"/>
                  </a:lnTo>
                  <a:lnTo>
                    <a:pt x="255060" y="664900"/>
                  </a:lnTo>
                </a:path>
              </a:pathLst>
            </a:custGeom>
            <a:noFill/>
            <a:ln w="10900" cap="rnd">
              <a:solidFill>
                <a:srgbClr val="191919"/>
              </a:solidFill>
              <a:round/>
            </a:ln>
          </p:spPr>
        </p:sp>
        <p:sp>
          <p:nvSpPr>
            <p:cNvPr id="428" name="MMConnector"/>
            <p:cNvSpPr/>
            <p:nvPr/>
          </p:nvSpPr>
          <p:spPr>
            <a:xfrm>
              <a:off x="3601982" y="4051804"/>
              <a:ext cy="10900" cx="361008"/>
            </a:xfrm>
            <a:custGeom>
              <a:avLst/>
              <a:gdLst/>
              <a:pathLst>
                <a:path fill="none" w="361008" h="10900">
                  <a:moveTo>
                    <a:pt x="-105948" y="0"/>
                  </a:moveTo>
                  <a:lnTo>
                    <a:pt x="-40548" y="3879"/>
                  </a:lnTo>
                  <a:lnTo>
                    <a:pt x="24852" y="3437"/>
                  </a:lnTo>
                  <a:lnTo>
                    <a:pt x="90252" y="2621"/>
                  </a:lnTo>
                  <a:lnTo>
                    <a:pt x="155652" y="2246"/>
                  </a:lnTo>
                  <a:lnTo>
                    <a:pt x="221052" y="-134"/>
                  </a:lnTo>
                  <a:lnTo>
                    <a:pt x="255060" y="0"/>
                  </a:lnTo>
                </a:path>
              </a:pathLst>
            </a:custGeom>
            <a:noFill/>
            <a:ln w="10900" cap="rnd">
              <a:solidFill>
                <a:srgbClr val="191919"/>
              </a:solidFill>
              <a:round/>
            </a:ln>
          </p:spPr>
        </p:sp>
        <p:sp>
          <p:nvSpPr>
            <p:cNvPr id="230" name="Callout"/>
            <p:cNvSpPr/>
            <p:nvPr/>
          </p:nvSpPr>
          <p:spPr>
            <a:xfrm>
              <a:off x="1620509" y="3550404"/>
              <a:ext cy="1002800" cx="1726412"/>
            </a:xfrm>
            <a:custGeom>
              <a:avLst/>
              <a:gdLst>
                <a:gd fmla="*/ 144970 w 1726412" name="rtl"/>
                <a:gd fmla="*/ 97010 h 1002800" name="rtt"/>
                <a:gd fmla="*/ 1609771 w 1726412" name="rtr"/>
                <a:gd fmla="*/ 925410 h 1002800" name="rtb"/>
              </a:gdLst>
              <a:ahLst/>
              <a:cxnLst/>
              <a:rect r="rtr" b="rtb" l="rtl" t="rtt"/>
              <a:pathLst>
                <a:path w="1726412" h="1002800">
                  <a:moveTo>
                    <a:pt x="24978" y="4120"/>
                  </a:moveTo>
                  <a:cubicBezTo>
                    <a:pt x="44022" y="-4344"/>
                    <a:pt x="65713" y="-355"/>
                    <a:pt x="87263" y="2126"/>
                  </a:cubicBezTo>
                  <a:cubicBezTo>
                    <a:pt x="109124" y="4642"/>
                    <a:pt x="130772" y="4017"/>
                    <a:pt x="152608" y="3396"/>
                  </a:cubicBezTo>
                  <a:cubicBezTo>
                    <a:pt x="174596" y="2769"/>
                    <a:pt x="196199" y="2600"/>
                    <a:pt x="218001" y="2484"/>
                  </a:cubicBezTo>
                  <a:cubicBezTo>
                    <a:pt x="240011" y="2366"/>
                    <a:pt x="261622" y="1997"/>
                    <a:pt x="283426" y="1369"/>
                  </a:cubicBezTo>
                  <a:cubicBezTo>
                    <a:pt x="305444" y="735"/>
                    <a:pt x="327055" y="-221"/>
                    <a:pt x="348859" y="-1312"/>
                  </a:cubicBezTo>
                  <a:cubicBezTo>
                    <a:pt x="370828" y="-2412"/>
                    <a:pt x="392412" y="-3216"/>
                    <a:pt x="414204" y="-3664"/>
                  </a:cubicBezTo>
                  <a:cubicBezTo>
                    <a:pt x="436226" y="-4117"/>
                    <a:pt x="457848" y="-3754"/>
                    <a:pt x="479656" y="-2874"/>
                  </a:cubicBezTo>
                  <a:cubicBezTo>
                    <a:pt x="501657" y="-1987"/>
                    <a:pt x="523251" y="-823"/>
                    <a:pt x="545047" y="259"/>
                  </a:cubicBezTo>
                  <a:cubicBezTo>
                    <a:pt x="567017" y="1350"/>
                    <a:pt x="588608" y="2035"/>
                    <a:pt x="610404" y="2458"/>
                  </a:cubicBezTo>
                  <a:cubicBezTo>
                    <a:pt x="632408" y="2885"/>
                    <a:pt x="654018" y="2744"/>
                    <a:pt x="675821" y="2238"/>
                  </a:cubicBezTo>
                  <a:cubicBezTo>
                    <a:pt x="692798" y="1844"/>
                    <a:pt x="705464" y="-3290"/>
                    <a:pt x="713978" y="-13177"/>
                  </a:cubicBezTo>
                  <a:cubicBezTo>
                    <a:pt x="728464" y="-29999"/>
                    <a:pt x="727780" y="-52798"/>
                    <a:pt x="724812" y="-75478"/>
                  </a:cubicBezTo>
                  <a:cubicBezTo>
                    <a:pt x="721958" y="-97290"/>
                    <a:pt x="719239" y="-118712"/>
                    <a:pt x="717042" y="-140392"/>
                  </a:cubicBezTo>
                  <a:cubicBezTo>
                    <a:pt x="714816" y="-162370"/>
                    <a:pt x="713724" y="-184026"/>
                    <a:pt x="713219" y="-205908"/>
                  </a:cubicBezTo>
                  <a:cubicBezTo>
                    <a:pt x="712709" y="-227995"/>
                    <a:pt x="712617" y="-249691"/>
                    <a:pt x="712506" y="-271588"/>
                  </a:cubicBezTo>
                  <a:cubicBezTo>
                    <a:pt x="712395" y="-293584"/>
                    <a:pt x="711581" y="-315156"/>
                    <a:pt x="710103" y="-336894"/>
                  </a:cubicBezTo>
                  <a:cubicBezTo>
                    <a:pt x="708608" y="-358876"/>
                    <a:pt x="706054" y="-380354"/>
                    <a:pt x="702909" y="-401958"/>
                  </a:cubicBezTo>
                  <a:cubicBezTo>
                    <a:pt x="699730" y="-423797"/>
                    <a:pt x="696043" y="-445154"/>
                    <a:pt x="692153" y="-466680"/>
                  </a:cubicBezTo>
                  <a:cubicBezTo>
                    <a:pt x="688240" y="-488331"/>
                    <a:pt x="684753" y="-509649"/>
                    <a:pt x="681692" y="-531233"/>
                  </a:cubicBezTo>
                  <a:cubicBezTo>
                    <a:pt x="678602" y="-553012"/>
                    <a:pt x="676188" y="-574479"/>
                    <a:pt x="673990" y="-596169"/>
                  </a:cubicBezTo>
                  <a:cubicBezTo>
                    <a:pt x="671772" y="-618055"/>
                    <a:pt x="669797" y="-639569"/>
                    <a:pt x="667861" y="-661285"/>
                  </a:cubicBezTo>
                  <a:cubicBezTo>
                    <a:pt x="665907" y="-683195"/>
                    <a:pt x="663960" y="-704711"/>
                    <a:pt x="661936" y="-726417"/>
                  </a:cubicBezTo>
                  <a:cubicBezTo>
                    <a:pt x="659893" y="-748320"/>
                    <a:pt x="657897" y="-769833"/>
                    <a:pt x="655948" y="-791548"/>
                  </a:cubicBezTo>
                  <a:cubicBezTo>
                    <a:pt x="653977" y="-813501"/>
                    <a:pt x="652513" y="-835092"/>
                    <a:pt x="651460" y="-856908"/>
                  </a:cubicBezTo>
                  <a:cubicBezTo>
                    <a:pt x="650397" y="-878945"/>
                    <a:pt x="649784" y="-900605"/>
                    <a:pt x="649258" y="-922467"/>
                  </a:cubicBezTo>
                  <a:cubicBezTo>
                    <a:pt x="648729" y="-944458"/>
                    <a:pt x="647745" y="-966031"/>
                    <a:pt x="646241" y="-987773"/>
                  </a:cubicBezTo>
                  <a:cubicBezTo>
                    <a:pt x="644722" y="-1009732"/>
                    <a:pt x="642388" y="-1031219"/>
                    <a:pt x="639605" y="-1052853"/>
                  </a:cubicBezTo>
                  <a:cubicBezTo>
                    <a:pt x="636790" y="-1074735"/>
                    <a:pt x="633424" y="-1096136"/>
                    <a:pt x="629716" y="-1117684"/>
                  </a:cubicBezTo>
                  <a:cubicBezTo>
                    <a:pt x="625983" y="-1139383"/>
                    <a:pt x="622372" y="-1160701"/>
                    <a:pt x="619006" y="-1182259"/>
                  </a:cubicBezTo>
                  <a:cubicBezTo>
                    <a:pt x="615611" y="-1204003"/>
                    <a:pt x="612622" y="-1225410"/>
                    <a:pt x="609699" y="-1247025"/>
                  </a:cubicBezTo>
                  <a:cubicBezTo>
                    <a:pt x="606011" y="-1274289"/>
                    <a:pt x="614791" y="-1300426"/>
                    <a:pt x="621872" y="-1280008"/>
                  </a:cubicBezTo>
                  <a:cubicBezTo>
                    <a:pt x="629083" y="-1259216"/>
                    <a:pt x="633047" y="-1237907"/>
                    <a:pt x="636737" y="-1216363"/>
                  </a:cubicBezTo>
                  <a:cubicBezTo>
                    <a:pt x="640453" y="-1194668"/>
                    <a:pt x="643978" y="-1173342"/>
                    <a:pt x="647298" y="-1151783"/>
                  </a:cubicBezTo>
                  <a:cubicBezTo>
                    <a:pt x="650647" y="-1130025"/>
                    <a:pt x="653707" y="-1108622"/>
                    <a:pt x="656773" y="-1087020"/>
                  </a:cubicBezTo>
                  <a:cubicBezTo>
                    <a:pt x="659865" y="-1065240"/>
                    <a:pt x="663104" y="-1043880"/>
                    <a:pt x="666572" y="-1022355"/>
                  </a:cubicBezTo>
                  <a:cubicBezTo>
                    <a:pt x="670084" y="-1000552"/>
                    <a:pt x="673094" y="-979090"/>
                    <a:pt x="675511" y="-957347"/>
                  </a:cubicBezTo>
                  <a:cubicBezTo>
                    <a:pt x="677957" y="-935344"/>
                    <a:pt x="679659" y="-913669"/>
                    <a:pt x="681209" y="-891779"/>
                  </a:cubicBezTo>
                  <a:cubicBezTo>
                    <a:pt x="682764" y="-869813"/>
                    <a:pt x="684742" y="-848287"/>
                    <a:pt x="687275" y="-826618"/>
                  </a:cubicBezTo>
                  <a:cubicBezTo>
                    <a:pt x="689829" y="-804771"/>
                    <a:pt x="693199" y="-783437"/>
                    <a:pt x="697025" y="-761977"/>
                  </a:cubicBezTo>
                  <a:cubicBezTo>
                    <a:pt x="700886" y="-740316"/>
                    <a:pt x="705100" y="-719122"/>
                    <a:pt x="709484" y="-697761"/>
                  </a:cubicBezTo>
                  <a:cubicBezTo>
                    <a:pt x="713909" y="-676199"/>
                    <a:pt x="718429" y="-655060"/>
                    <a:pt x="723096" y="-633750"/>
                  </a:cubicBezTo>
                  <a:cubicBezTo>
                    <a:pt x="727802" y="-612263"/>
                    <a:pt x="732240" y="-591124"/>
                    <a:pt x="736450" y="-569736"/>
                  </a:cubicBezTo>
                  <a:cubicBezTo>
                    <a:pt x="740699" y="-548152"/>
                    <a:pt x="744725" y="-526926"/>
                    <a:pt x="748873" y="-505522"/>
                  </a:cubicBezTo>
                  <a:cubicBezTo>
                    <a:pt x="753063" y="-483902"/>
                    <a:pt x="757555" y="-462748"/>
                    <a:pt x="762374" y="-441462"/>
                  </a:cubicBezTo>
                  <a:cubicBezTo>
                    <a:pt x="767231" y="-420004"/>
                    <a:pt x="771999" y="-398930"/>
                    <a:pt x="776583" y="-377614"/>
                  </a:cubicBezTo>
                  <a:cubicBezTo>
                    <a:pt x="781209" y="-356099"/>
                    <a:pt x="785621" y="-334940"/>
                    <a:pt x="790161" y="-313606"/>
                  </a:cubicBezTo>
                  <a:cubicBezTo>
                    <a:pt x="794751" y="-292037"/>
                    <a:pt x="799669" y="-270950"/>
                    <a:pt x="804950" y="-249743"/>
                  </a:cubicBezTo>
                  <a:cubicBezTo>
                    <a:pt x="810268" y="-228385"/>
                    <a:pt x="815460" y="-207403"/>
                    <a:pt x="820411" y="-186161"/>
                  </a:cubicBezTo>
                  <a:cubicBezTo>
                    <a:pt x="825405" y="-164739"/>
                    <a:pt x="829708" y="-143572"/>
                    <a:pt x="833708" y="-122144"/>
                  </a:cubicBezTo>
                  <a:cubicBezTo>
                    <a:pt x="837745" y="-100518"/>
                    <a:pt x="841399" y="-79224"/>
                    <a:pt x="845025" y="-57724"/>
                  </a:cubicBezTo>
                  <a:cubicBezTo>
                    <a:pt x="847536" y="-42828"/>
                    <a:pt x="853138" y="-31296"/>
                    <a:pt x="861946" y="-23021"/>
                  </a:cubicBezTo>
                  <a:cubicBezTo>
                    <a:pt x="878104" y="-7841"/>
                    <a:pt x="900798" y="-6467"/>
                    <a:pt x="923577" y="-6470"/>
                  </a:cubicBezTo>
                  <a:cubicBezTo>
                    <a:pt x="945630" y="-6470"/>
                    <a:pt x="967265" y="-5673"/>
                    <a:pt x="989078" y="-4376"/>
                  </a:cubicBezTo>
                  <a:cubicBezTo>
                    <a:pt x="1011063" y="-3068"/>
                    <a:pt x="1032643" y="-1614"/>
                    <a:pt x="1054433" y="-348"/>
                  </a:cubicBezTo>
                  <a:cubicBezTo>
                    <a:pt x="1076392" y="927"/>
                    <a:pt x="1097980" y="1623"/>
                    <a:pt x="1119775" y="1969"/>
                  </a:cubicBezTo>
                  <a:cubicBezTo>
                    <a:pt x="1141838" y="2320"/>
                    <a:pt x="1163483" y="1702"/>
                    <a:pt x="1185300" y="367"/>
                  </a:cubicBezTo>
                  <a:cubicBezTo>
                    <a:pt x="1207355" y="-983"/>
                    <a:pt x="1228967" y="-2952"/>
                    <a:pt x="1250771" y="-5032"/>
                  </a:cubicBezTo>
                  <a:cubicBezTo>
                    <a:pt x="1272676" y="-7122"/>
                    <a:pt x="1294222" y="-8651"/>
                    <a:pt x="1315998" y="-9648"/>
                  </a:cubicBezTo>
                  <a:cubicBezTo>
                    <a:pt x="1337978" y="-10655"/>
                    <a:pt x="1359583" y="-10766"/>
                    <a:pt x="1381385" y="-10441"/>
                  </a:cubicBezTo>
                  <a:cubicBezTo>
                    <a:pt x="1403405" y="-10112"/>
                    <a:pt x="1425018" y="-9317"/>
                    <a:pt x="1446823" y="-8340"/>
                  </a:cubicBezTo>
                  <a:cubicBezTo>
                    <a:pt x="1468801" y="-7356"/>
                    <a:pt x="1490389" y="-6524"/>
                    <a:pt x="1512183" y="-5931"/>
                  </a:cubicBezTo>
                  <a:cubicBezTo>
                    <a:pt x="1519483" y="-5733"/>
                    <a:pt x="1526740" y="-5581"/>
                    <a:pt x="1533975" y="-5468"/>
                  </a:cubicBezTo>
                  <a:cubicBezTo>
                    <a:pt x="1563271" y="-5009"/>
                    <a:pt x="1591877" y="-5075"/>
                    <a:pt x="1621171" y="-5610"/>
                  </a:cubicBezTo>
                  <a:cubicBezTo>
                    <a:pt x="1628437" y="-5743"/>
                    <a:pt x="1635703" y="-5902"/>
                    <a:pt x="1642990" y="-6081"/>
                  </a:cubicBezTo>
                  <a:cubicBezTo>
                    <a:pt x="1664141" y="-6601"/>
                    <a:pt x="1683268" y="-2312"/>
                    <a:pt x="1700841" y="7051"/>
                  </a:cubicBezTo>
                  <a:cubicBezTo>
                    <a:pt x="1720098" y="17312"/>
                    <a:pt x="1730216" y="34448"/>
                    <a:pt x="1734194" y="54629"/>
                  </a:cubicBezTo>
                  <a:cubicBezTo>
                    <a:pt x="1738456" y="76255"/>
                    <a:pt x="1737186" y="98032"/>
                    <a:pt x="1735761" y="119957"/>
                  </a:cubicBezTo>
                  <a:cubicBezTo>
                    <a:pt x="1734334" y="141921"/>
                    <a:pt x="1733530" y="163523"/>
                    <a:pt x="1732792" y="185325"/>
                  </a:cubicBezTo>
                  <a:cubicBezTo>
                    <a:pt x="1732047" y="207311"/>
                    <a:pt x="1731462" y="228908"/>
                    <a:pt x="1731028" y="250706"/>
                  </a:cubicBezTo>
                  <a:cubicBezTo>
                    <a:pt x="1730590" y="272708"/>
                    <a:pt x="1730165" y="294316"/>
                    <a:pt x="1729607" y="316118"/>
                  </a:cubicBezTo>
                  <a:cubicBezTo>
                    <a:pt x="1729044" y="338142"/>
                    <a:pt x="1728164" y="359758"/>
                    <a:pt x="1727068" y="381565"/>
                  </a:cubicBezTo>
                  <a:cubicBezTo>
                    <a:pt x="1725962" y="403536"/>
                    <a:pt x="1725043" y="425118"/>
                    <a:pt x="1724445" y="446909"/>
                  </a:cubicBezTo>
                  <a:cubicBezTo>
                    <a:pt x="1723841" y="468897"/>
                    <a:pt x="1723614" y="490500"/>
                    <a:pt x="1723460" y="512301"/>
                  </a:cubicBezTo>
                  <a:cubicBezTo>
                    <a:pt x="1723304" y="534310"/>
                    <a:pt x="1722943" y="555921"/>
                    <a:pt x="1722338" y="577724"/>
                  </a:cubicBezTo>
                  <a:cubicBezTo>
                    <a:pt x="1721726" y="599735"/>
                    <a:pt x="1720848" y="621343"/>
                    <a:pt x="1719882" y="643145"/>
                  </a:cubicBezTo>
                  <a:cubicBezTo>
                    <a:pt x="1718908" y="665121"/>
                    <a:pt x="1718184" y="686710"/>
                    <a:pt x="1717731" y="708505"/>
                  </a:cubicBezTo>
                  <a:cubicBezTo>
                    <a:pt x="1717275" y="730502"/>
                    <a:pt x="1717337" y="752108"/>
                    <a:pt x="1717684" y="773910"/>
                  </a:cubicBezTo>
                  <a:cubicBezTo>
                    <a:pt x="1718033" y="795910"/>
                    <a:pt x="1718578" y="817513"/>
                    <a:pt x="1719125" y="839313"/>
                  </a:cubicBezTo>
                  <a:cubicBezTo>
                    <a:pt x="1719676" y="861305"/>
                    <a:pt x="1720110" y="882905"/>
                    <a:pt x="1720467" y="904705"/>
                  </a:cubicBezTo>
                  <a:cubicBezTo>
                    <a:pt x="1720731" y="920895"/>
                    <a:pt x="1720392" y="936844"/>
                    <a:pt x="1719461" y="952786"/>
                  </a:cubicBezTo>
                  <a:cubicBezTo>
                    <a:pt x="1718231" y="973870"/>
                    <a:pt x="1709301" y="986751"/>
                    <a:pt x="1693450" y="991761"/>
                  </a:cubicBezTo>
                  <a:cubicBezTo>
                    <a:pt x="1672384" y="998420"/>
                    <a:pt x="1650323" y="995345"/>
                    <a:pt x="1628198" y="992829"/>
                  </a:cubicBezTo>
                  <a:cubicBezTo>
                    <a:pt x="1606337" y="990344"/>
                    <a:pt x="1584723" y="990048"/>
                    <a:pt x="1562907" y="990257"/>
                  </a:cubicBezTo>
                  <a:cubicBezTo>
                    <a:pt x="1540821" y="990469"/>
                    <a:pt x="1519167" y="991485"/>
                    <a:pt x="1497345" y="993119"/>
                  </a:cubicBezTo>
                  <a:cubicBezTo>
                    <a:pt x="1475328" y="994768"/>
                    <a:pt x="1453739" y="996797"/>
                    <a:pt x="1431944" y="998781"/>
                  </a:cubicBezTo>
                  <a:cubicBezTo>
                    <a:pt x="1410038" y="1000775"/>
                    <a:pt x="1388484" y="1002046"/>
                    <a:pt x="1366704" y="1002735"/>
                  </a:cubicBezTo>
                  <a:cubicBezTo>
                    <a:pt x="1344690" y="1003431"/>
                    <a:pt x="1323069" y="1003123"/>
                    <a:pt x="1301261" y="1002286"/>
                  </a:cubicBezTo>
                  <a:cubicBezTo>
                    <a:pt x="1279202" y="1001439"/>
                    <a:pt x="1257573" y="999985"/>
                    <a:pt x="1235762" y="998263"/>
                  </a:cubicBezTo>
                  <a:cubicBezTo>
                    <a:pt x="1213807" y="996531"/>
                    <a:pt x="1192239" y="994957"/>
                    <a:pt x="1170453" y="993665"/>
                  </a:cubicBezTo>
                  <a:cubicBezTo>
                    <a:pt x="1148452" y="992360"/>
                    <a:pt x="1126839" y="992265"/>
                    <a:pt x="1105035" y="993116"/>
                  </a:cubicBezTo>
                  <a:cubicBezTo>
                    <a:pt x="1082793" y="993984"/>
                    <a:pt x="1061071" y="996285"/>
                    <a:pt x="1039221" y="999309"/>
                  </a:cubicBezTo>
                  <a:cubicBezTo>
                    <a:pt x="1017243" y="1002351"/>
                    <a:pt x="995700" y="1005603"/>
                    <a:pt x="973922" y="1008672"/>
                  </a:cubicBezTo>
                  <a:cubicBezTo>
                    <a:pt x="952145" y="1011741"/>
                    <a:pt x="930659" y="1013339"/>
                    <a:pt x="908908" y="1013727"/>
                  </a:cubicBezTo>
                  <a:cubicBezTo>
                    <a:pt x="886768" y="1014122"/>
                    <a:pt x="865078" y="1012757"/>
                    <a:pt x="843240" y="1010609"/>
                  </a:cubicBezTo>
                  <a:cubicBezTo>
                    <a:pt x="821231" y="1008443"/>
                    <a:pt x="799658" y="1005934"/>
                    <a:pt x="777870" y="1003528"/>
                  </a:cubicBezTo>
                  <a:cubicBezTo>
                    <a:pt x="756000" y="1001114"/>
                    <a:pt x="734463" y="999512"/>
                    <a:pt x="712689" y="998518"/>
                  </a:cubicBezTo>
                  <a:cubicBezTo>
                    <a:pt x="690715" y="997515"/>
                    <a:pt x="669113" y="997170"/>
                    <a:pt x="647311" y="996974"/>
                  </a:cubicBezTo>
                  <a:cubicBezTo>
                    <a:pt x="625314" y="996775"/>
                    <a:pt x="603710" y="996801"/>
                    <a:pt x="581909" y="996991"/>
                  </a:cubicBezTo>
                  <a:cubicBezTo>
                    <a:pt x="559912" y="997183"/>
                    <a:pt x="538309" y="997494"/>
                    <a:pt x="516508" y="997804"/>
                  </a:cubicBezTo>
                  <a:cubicBezTo>
                    <a:pt x="494514" y="998117"/>
                    <a:pt x="472912" y="998338"/>
                    <a:pt x="451112" y="998492"/>
                  </a:cubicBezTo>
                  <a:cubicBezTo>
                    <a:pt x="429114" y="998647"/>
                    <a:pt x="407510" y="998810"/>
                    <a:pt x="385709" y="999042"/>
                  </a:cubicBezTo>
                  <a:cubicBezTo>
                    <a:pt x="363712" y="999276"/>
                    <a:pt x="342109" y="999574"/>
                    <a:pt x="320308" y="999881"/>
                  </a:cubicBezTo>
                  <a:cubicBezTo>
                    <a:pt x="298313" y="1000191"/>
                    <a:pt x="276711" y="1000439"/>
                    <a:pt x="254911" y="1000633"/>
                  </a:cubicBezTo>
                  <a:cubicBezTo>
                    <a:pt x="232904" y="1000830"/>
                    <a:pt x="211294" y="1001188"/>
                    <a:pt x="189491" y="1001767"/>
                  </a:cubicBezTo>
                  <a:cubicBezTo>
                    <a:pt x="167478" y="1002352"/>
                    <a:pt x="145869" y="1003213"/>
                    <a:pt x="124065" y="1004188"/>
                  </a:cubicBezTo>
                  <a:cubicBezTo>
                    <a:pt x="102090" y="1005170"/>
                    <a:pt x="80502" y="1005911"/>
                    <a:pt x="58708" y="1006364"/>
                  </a:cubicBezTo>
                  <a:cubicBezTo>
                    <a:pt x="39141" y="1006770"/>
                    <a:pt x="24491" y="1000775"/>
                    <a:pt x="14494" y="988360"/>
                  </a:cubicBezTo>
                  <a:cubicBezTo>
                    <a:pt x="596" y="971100"/>
                    <a:pt x="-1082" y="948869"/>
                    <a:pt x="-229" y="926412"/>
                  </a:cubicBezTo>
                  <a:cubicBezTo>
                    <a:pt x="606" y="904411"/>
                    <a:pt x="2086" y="882838"/>
                    <a:pt x="3303" y="861052"/>
                  </a:cubicBezTo>
                  <a:cubicBezTo>
                    <a:pt x="4531" y="839070"/>
                    <a:pt x="4692" y="817465"/>
                    <a:pt x="4134" y="795663"/>
                  </a:cubicBezTo>
                  <a:cubicBezTo>
                    <a:pt x="3570" y="773624"/>
                    <a:pt x="2310" y="752008"/>
                    <a:pt x="882" y="730202"/>
                  </a:cubicBezTo>
                  <a:cubicBezTo>
                    <a:pt x="-556" y="708250"/>
                    <a:pt x="-1621" y="686678"/>
                    <a:pt x="-2276" y="664891"/>
                  </a:cubicBezTo>
                  <a:cubicBezTo>
                    <a:pt x="-2937" y="642903"/>
                    <a:pt x="-3180" y="621300"/>
                    <a:pt x="-3373" y="599498"/>
                  </a:cubicBezTo>
                  <a:cubicBezTo>
                    <a:pt x="-3567" y="577487"/>
                    <a:pt x="-3999" y="555874"/>
                    <a:pt x="-4683" y="534070"/>
                  </a:cubicBezTo>
                  <a:cubicBezTo>
                    <a:pt x="-5373" y="512067"/>
                    <a:pt x="-6253" y="490465"/>
                    <a:pt x="-7138" y="468665"/>
                  </a:cubicBezTo>
                  <a:cubicBezTo>
                    <a:pt x="-8031" y="446687"/>
                    <a:pt x="-8602" y="425095"/>
                    <a:pt x="-8891" y="403299"/>
                  </a:cubicBezTo>
                  <a:cubicBezTo>
                    <a:pt x="-9185" y="381251"/>
                    <a:pt x="-8637" y="359616"/>
                    <a:pt x="-7466" y="337803"/>
                  </a:cubicBezTo>
                  <a:cubicBezTo>
                    <a:pt x="-6280" y="315692"/>
                    <a:pt x="-4293" y="294041"/>
                    <a:pt x="-1941" y="272220"/>
                  </a:cubicBezTo>
                  <a:cubicBezTo>
                    <a:pt x="420" y="250314"/>
                    <a:pt x="2497" y="228783"/>
                    <a:pt x="4115" y="207014"/>
                  </a:cubicBezTo>
                  <a:cubicBezTo>
                    <a:pt x="5746" y="185077"/>
                    <a:pt x="6535" y="163492"/>
                    <a:pt x="6926" y="141697"/>
                  </a:cubicBezTo>
                  <a:cubicBezTo>
                    <a:pt x="7264" y="122840"/>
                    <a:pt x="7602" y="104274"/>
                    <a:pt x="8128" y="85630"/>
                  </a:cubicBezTo>
                  <a:cubicBezTo>
                    <a:pt x="8954" y="56343"/>
                    <a:pt x="-1796" y="16020"/>
                    <a:pt x="24978" y="4120"/>
                  </a:cubicBezTo>
                  <a:close/>
                </a:path>
              </a:pathLst>
            </a:custGeom>
            <a:solidFill>
              <a:srgbClr val="F9EACE"/>
            </a:solidFill>
            <a:ln w="10900" cap="flat">
              <a:solidFill>
                <a:srgbClr val="38A7B0"/>
              </a:solidFill>
              <a:round/>
            </a:ln>
          </p:spPr>
          <p:txBody>
            <a:bodyPr anchor="ctr" lIns="0" wrap="square" rtlCol="0" rIns="0" tIns="0" bIns="11000"/>
            <a:lstStyle/>
            <a:p>
              <a:pPr algn="ctr">
                <a:lnSpc>
                  <a:spcPct val="100000"/>
                </a:lnSpc>
              </a:pPr>
              <a:r>
                <a:rPr sz="1760">
                  <a:solidFill>
                    <a:srgbClr val="0070C0"/>
                  </a:solidFill>
                  <a:latin typeface="標楷體"/>
                </a:rPr>
                <a:t>輸入：文本，輸出：類別。先標註後應用</a:t>
              </a:r>
            </a:p>
          </p:txBody>
        </p:sp>
        <p:grpSp>
          <p:nvGrpSpPr>
            <p:cNvPr id="460" name="Group 460"/>
            <p:cNvGrpSpPr/>
            <p:nvPr/>
          </p:nvGrpSpPr>
          <p:grpSpPr>
            <a:xfrm>
              <a:off x="3439857" y="1780656"/>
              <a:ext cy="421467" cx="1798500"/>
              <a:chOff x="3439857" y="1780656"/>
              <a:chExt cy="421467" cx="1798500"/>
            </a:xfrm>
          </p:grpSpPr>
          <p:sp>
            <p:nvSpPr>
              <p:cNvPr id="425" name="Callout"/>
              <p:cNvSpPr/>
              <p:nvPr/>
            </p:nvSpPr>
            <p:spPr>
              <a:xfrm>
                <a:off x="3439857" y="1780656"/>
                <a:ext cy="421467" cx="1798500"/>
              </a:xfrm>
              <a:custGeom>
                <a:avLst/>
                <a:gdLst/>
                <a:ahLst/>
                <a:cxnLst/>
                <a:pathLst>
                  <a:path w="1798500" h="421467">
                    <a:moveTo>
                      <a:pt x="0" y="0"/>
                    </a:moveTo>
                    <a:lnTo>
                      <a:pt x="65400" y="3879"/>
                    </a:lnTo>
                    <a:lnTo>
                      <a:pt x="130800" y="3437"/>
                    </a:lnTo>
                    <a:lnTo>
                      <a:pt x="196200" y="2621"/>
                    </a:lnTo>
                    <a:lnTo>
                      <a:pt x="261600" y="2246"/>
                    </a:lnTo>
                    <a:lnTo>
                      <a:pt x="327000" y="-134"/>
                    </a:lnTo>
                    <a:lnTo>
                      <a:pt x="392400" y="-3583"/>
                    </a:lnTo>
                    <a:lnTo>
                      <a:pt x="457800" y="-4195"/>
                    </a:lnTo>
                    <a:lnTo>
                      <a:pt x="523200" y="-665"/>
                    </a:lnTo>
                    <a:lnTo>
                      <a:pt x="588600" y="2274"/>
                    </a:lnTo>
                    <a:lnTo>
                      <a:pt x="654000" y="3059"/>
                    </a:lnTo>
                    <a:lnTo>
                      <a:pt x="719400" y="903"/>
                    </a:lnTo>
                    <a:lnTo>
                      <a:pt x="784800" y="-3915"/>
                    </a:lnTo>
                    <a:lnTo>
                      <a:pt x="850200" y="-6521"/>
                    </a:lnTo>
                    <a:lnTo>
                      <a:pt x="915600" y="-5309"/>
                    </a:lnTo>
                    <a:lnTo>
                      <a:pt x="981000" y="762"/>
                    </a:lnTo>
                    <a:lnTo>
                      <a:pt x="1046400" y="6868"/>
                    </a:lnTo>
                    <a:lnTo>
                      <a:pt x="1111800" y="7758"/>
                    </a:lnTo>
                    <a:lnTo>
                      <a:pt x="1177200" y="3963"/>
                    </a:lnTo>
                    <a:lnTo>
                      <a:pt x="1242600" y="-1349"/>
                    </a:lnTo>
                    <a:lnTo>
                      <a:pt x="1308000" y="-3045"/>
                    </a:lnTo>
                    <a:lnTo>
                      <a:pt x="1373400" y="-2724"/>
                    </a:lnTo>
                    <a:lnTo>
                      <a:pt x="1438800" y="-1886"/>
                    </a:lnTo>
                    <a:lnTo>
                      <a:pt x="1504200" y="-1503"/>
                    </a:lnTo>
                    <a:lnTo>
                      <a:pt x="1569600" y="-625"/>
                    </a:lnTo>
                    <a:lnTo>
                      <a:pt x="1635000" y="3617"/>
                    </a:lnTo>
                    <a:lnTo>
                      <a:pt x="1700400" y="8710"/>
                    </a:lnTo>
                    <a:lnTo>
                      <a:pt x="1765800" y="9775"/>
                    </a:lnTo>
                    <a:lnTo>
                      <a:pt x="1791199" y="32700"/>
                    </a:lnTo>
                    <a:lnTo>
                      <a:pt x="1796265" y="98100"/>
                    </a:lnTo>
                    <a:lnTo>
                      <a:pt x="1799187" y="163500"/>
                    </a:lnTo>
                    <a:lnTo>
                      <a:pt x="1801296" y="228900"/>
                    </a:lnTo>
                    <a:lnTo>
                      <a:pt x="1806851" y="294300"/>
                    </a:lnTo>
                    <a:lnTo>
                      <a:pt x="1811308" y="359700"/>
                    </a:lnTo>
                    <a:lnTo>
                      <a:pt x="1787600" y="433849"/>
                    </a:lnTo>
                    <a:lnTo>
                      <a:pt x="1722200" y="431447"/>
                    </a:lnTo>
                    <a:lnTo>
                      <a:pt x="1656800" y="428811"/>
                    </a:lnTo>
                    <a:lnTo>
                      <a:pt x="1591400" y="427760"/>
                    </a:lnTo>
                    <a:lnTo>
                      <a:pt x="1526000" y="421850"/>
                    </a:lnTo>
                    <a:lnTo>
                      <a:pt x="1460600" y="414402"/>
                    </a:lnTo>
                    <a:lnTo>
                      <a:pt x="1395200" y="411197"/>
                    </a:lnTo>
                    <a:lnTo>
                      <a:pt x="1329800" y="411536"/>
                    </a:lnTo>
                    <a:lnTo>
                      <a:pt x="1264400" y="413051"/>
                    </a:lnTo>
                    <a:lnTo>
                      <a:pt x="1199000" y="415450"/>
                    </a:lnTo>
                    <a:lnTo>
                      <a:pt x="1133600" y="415717"/>
                    </a:lnTo>
                    <a:lnTo>
                      <a:pt x="1068200" y="416600"/>
                    </a:lnTo>
                    <a:lnTo>
                      <a:pt x="1002800" y="419806"/>
                    </a:lnTo>
                    <a:lnTo>
                      <a:pt x="937400" y="421240"/>
                    </a:lnTo>
                    <a:lnTo>
                      <a:pt x="872000" y="423315"/>
                    </a:lnTo>
                    <a:lnTo>
                      <a:pt x="806600" y="427996"/>
                    </a:lnTo>
                    <a:lnTo>
                      <a:pt x="741200" y="430429"/>
                    </a:lnTo>
                    <a:lnTo>
                      <a:pt x="675800" y="430024"/>
                    </a:lnTo>
                    <a:lnTo>
                      <a:pt x="610400" y="429023"/>
                    </a:lnTo>
                    <a:lnTo>
                      <a:pt x="545000" y="428733"/>
                    </a:lnTo>
                    <a:lnTo>
                      <a:pt x="479600" y="427565"/>
                    </a:lnTo>
                    <a:lnTo>
                      <a:pt x="414200" y="422822"/>
                    </a:lnTo>
                    <a:lnTo>
                      <a:pt x="348800" y="419536"/>
                    </a:lnTo>
                    <a:lnTo>
                      <a:pt x="283400" y="419121"/>
                    </a:lnTo>
                    <a:lnTo>
                      <a:pt x="218000" y="424409"/>
                    </a:lnTo>
                    <a:lnTo>
                      <a:pt x="152600" y="430650"/>
                    </a:lnTo>
                    <a:lnTo>
                      <a:pt x="87200" y="432574"/>
                    </a:lnTo>
                    <a:lnTo>
                      <a:pt x="21800" y="430898"/>
                    </a:lnTo>
                    <a:lnTo>
                      <a:pt x="-6265" y="377867"/>
                    </a:lnTo>
                    <a:lnTo>
                      <a:pt x="-5002" y="312467"/>
                    </a:lnTo>
                    <a:lnTo>
                      <a:pt x="-54737" y="301275"/>
                    </a:lnTo>
                    <a:lnTo>
                      <a:pt x="-120120" y="298881"/>
                    </a:lnTo>
                    <a:lnTo>
                      <a:pt x="-185530" y="296890"/>
                    </a:lnTo>
                    <a:lnTo>
                      <a:pt x="-250814" y="292979"/>
                    </a:lnTo>
                    <a:lnTo>
                      <a:pt x="-315891" y="285905"/>
                    </a:lnTo>
                    <a:lnTo>
                      <a:pt x="-381004" y="279383"/>
                    </a:lnTo>
                    <a:lnTo>
                      <a:pt x="-446199" y="274116"/>
                    </a:lnTo>
                    <a:lnTo>
                      <a:pt x="-511330" y="267877"/>
                    </a:lnTo>
                    <a:lnTo>
                      <a:pt x="-469373" y="259133"/>
                    </a:lnTo>
                    <a:lnTo>
                      <a:pt x="-404475" y="250974"/>
                    </a:lnTo>
                    <a:lnTo>
                      <a:pt x="-339674" y="242135"/>
                    </a:lnTo>
                    <a:lnTo>
                      <a:pt x="-274607" y="235159"/>
                    </a:lnTo>
                    <a:lnTo>
                      <a:pt x="-209442" y="228866"/>
                    </a:lnTo>
                    <a:lnTo>
                      <a:pt x="-144586" y="220411"/>
                    </a:lnTo>
                    <a:lnTo>
                      <a:pt x="-80056" y="209667"/>
                    </a:lnTo>
                    <a:lnTo>
                      <a:pt x="-15535" y="198869"/>
                    </a:lnTo>
                    <a:lnTo>
                      <a:pt x="5309" y="135859"/>
                    </a:lnTo>
                    <a:lnTo>
                      <a:pt x="6601" y="70459"/>
                    </a:lnTo>
                    <a:lnTo>
                      <a:pt x="0" y="0"/>
                    </a:lnTo>
                    <a:close/>
                  </a:path>
                </a:pathLst>
              </a:custGeom>
              <a:solidFill>
                <a:srgbClr val="F6DEAF"/>
              </a:solidFill>
              <a:ln w="10900" cap="flat">
                <a:solidFill>
                  <a:srgbClr val="C00000"/>
                </a:solidFill>
                <a:round/>
              </a:ln>
            </p:spPr>
          </p:sp>
          <p:pic>
            <p:nvPicPr>
              <p:cNvPr id="426" name="Mark"/>
              <p:cNvPicPr>
                <a:picLocks noChangeAspect="1"/>
              </p:cNvPicPr>
              <p:nvPr/>
            </p:nvPicPr>
            <p:blipFill>
              <a:blip r:embed="rId3"/>
              <a:stretch>
                <a:fillRect/>
              </a:stretch>
            </p:blipFill>
            <p:spPr>
              <a:xfrm>
                <a:off x="3592457" y="1883480"/>
                <a:ext cy="218000" cx="218000"/>
              </a:xfrm>
              <a:prstGeom prst="rect">
                <a:avLst/>
              </a:prstGeom>
            </p:spPr>
          </p:pic>
          <p:sp>
            <p:nvSpPr>
              <p:cNvPr id="461" name="Text 461"/>
              <p:cNvSpPr txBox="1"/>
              <p:nvPr/>
            </p:nvSpPr>
            <p:spPr>
              <a:xfrm>
                <a:off x="3843157" y="1877666"/>
                <a:ext cy="247067" cx="1264400"/>
              </a:xfrm>
              <a:prstGeom prst="rect">
                <a:avLst/>
              </a:prstGeom>
              <a:noFill/>
            </p:spPr>
            <p:txBody>
              <a:bodyPr anchor="ctr" lIns="0" wrap="none" rtlCol="0" rIns="0" tIns="0" bIns="11000"/>
              <a:lstStyle/>
              <a:p>
                <a:pPr algn="ctr"/>
                <a:r>
                  <a:rPr sz="1540">
                    <a:solidFill>
                      <a:srgbClr val="000000"/>
                    </a:solidFill>
                    <a:latin typeface="標楷體"/>
                  </a:rPr>
                  <a:t>文本篩選應用</a:t>
                </a:r>
              </a:p>
            </p:txBody>
          </p:sp>
        </p:grpSp>
        <p:sp>
          <p:nvSpPr>
            <p:cNvPr id="164" name="SubTopic"/>
            <p:cNvSpPr/>
            <p:nvPr/>
          </p:nvSpPr>
          <p:spPr>
            <a:xfrm>
              <a:off x="1488388" y="1927758"/>
              <a:ext cy="290667" cx="1427900"/>
            </a:xfrm>
            <a:custGeom>
              <a:avLst/>
              <a:gdLst>
                <a:gd fmla="*/ 90470 w 1427900" name="rtl"/>
                <a:gd fmla="*/ 42510 h 290667" name="rtt"/>
                <a:gd fmla="*/ 1354870 w 1427900" name="rtr"/>
                <a:gd fmla="*/ 289577 h 290667" name="rtb"/>
              </a:gdLst>
              <a:ahLst/>
              <a:cxnLst/>
              <a:rect r="rtr" b="rtb" l="rtl" t="rtt"/>
              <a:pathLst>
                <a:path w="1427900" stroke="false" h="290667">
                  <a:moveTo>
                    <a:pt x="0" y="0"/>
                  </a:moveTo>
                  <a:lnTo>
                    <a:pt x="65400" y="3879"/>
                  </a:lnTo>
                  <a:lnTo>
                    <a:pt x="130800" y="3437"/>
                  </a:lnTo>
                  <a:lnTo>
                    <a:pt x="196200" y="2621"/>
                  </a:lnTo>
                  <a:lnTo>
                    <a:pt x="261600" y="2246"/>
                  </a:lnTo>
                  <a:lnTo>
                    <a:pt x="327000" y="-134"/>
                  </a:lnTo>
                  <a:lnTo>
                    <a:pt x="392400" y="-3583"/>
                  </a:lnTo>
                  <a:lnTo>
                    <a:pt x="457800" y="-4195"/>
                  </a:lnTo>
                  <a:lnTo>
                    <a:pt x="523200" y="-665"/>
                  </a:lnTo>
                  <a:lnTo>
                    <a:pt x="588600" y="2274"/>
                  </a:lnTo>
                  <a:lnTo>
                    <a:pt x="654000" y="3059"/>
                  </a:lnTo>
                  <a:lnTo>
                    <a:pt x="719400" y="903"/>
                  </a:lnTo>
                  <a:lnTo>
                    <a:pt x="784800" y="-3915"/>
                  </a:lnTo>
                  <a:lnTo>
                    <a:pt x="850200" y="-6521"/>
                  </a:lnTo>
                  <a:lnTo>
                    <a:pt x="915600" y="-5309"/>
                  </a:lnTo>
                  <a:lnTo>
                    <a:pt x="981000" y="762"/>
                  </a:lnTo>
                  <a:lnTo>
                    <a:pt x="1046400" y="6868"/>
                  </a:lnTo>
                  <a:lnTo>
                    <a:pt x="1111800" y="7758"/>
                  </a:lnTo>
                  <a:lnTo>
                    <a:pt x="1177200" y="3963"/>
                  </a:lnTo>
                  <a:lnTo>
                    <a:pt x="1242600" y="-1349"/>
                  </a:lnTo>
                  <a:lnTo>
                    <a:pt x="1308000" y="-3045"/>
                  </a:lnTo>
                  <a:lnTo>
                    <a:pt x="1373400" y="-2724"/>
                  </a:lnTo>
                  <a:lnTo>
                    <a:pt x="1429786" y="10900"/>
                  </a:lnTo>
                  <a:lnTo>
                    <a:pt x="1429403" y="76300"/>
                  </a:lnTo>
                  <a:lnTo>
                    <a:pt x="1428525" y="141700"/>
                  </a:lnTo>
                  <a:lnTo>
                    <a:pt x="1424283" y="207100"/>
                  </a:lnTo>
                  <a:lnTo>
                    <a:pt x="1419190" y="272500"/>
                  </a:lnTo>
                  <a:lnTo>
                    <a:pt x="1373400" y="280892"/>
                  </a:lnTo>
                  <a:lnTo>
                    <a:pt x="1308000" y="283365"/>
                  </a:lnTo>
                  <a:lnTo>
                    <a:pt x="1242600" y="288432"/>
                  </a:lnTo>
                  <a:lnTo>
                    <a:pt x="1177200" y="291354"/>
                  </a:lnTo>
                  <a:lnTo>
                    <a:pt x="1111800" y="293462"/>
                  </a:lnTo>
                  <a:lnTo>
                    <a:pt x="1046400" y="299017"/>
                  </a:lnTo>
                  <a:lnTo>
                    <a:pt x="981000" y="303475"/>
                  </a:lnTo>
                  <a:lnTo>
                    <a:pt x="915600" y="303049"/>
                  </a:lnTo>
                  <a:lnTo>
                    <a:pt x="850200" y="300647"/>
                  </a:lnTo>
                  <a:lnTo>
                    <a:pt x="784800" y="298011"/>
                  </a:lnTo>
                  <a:lnTo>
                    <a:pt x="719400" y="296960"/>
                  </a:lnTo>
                  <a:lnTo>
                    <a:pt x="654000" y="291050"/>
                  </a:lnTo>
                  <a:lnTo>
                    <a:pt x="588600" y="283602"/>
                  </a:lnTo>
                  <a:lnTo>
                    <a:pt x="523200" y="280397"/>
                  </a:lnTo>
                  <a:lnTo>
                    <a:pt x="457800" y="280736"/>
                  </a:lnTo>
                  <a:lnTo>
                    <a:pt x="392400" y="282251"/>
                  </a:lnTo>
                  <a:lnTo>
                    <a:pt x="327000" y="284650"/>
                  </a:lnTo>
                  <a:lnTo>
                    <a:pt x="261600" y="284917"/>
                  </a:lnTo>
                  <a:lnTo>
                    <a:pt x="196200" y="285800"/>
                  </a:lnTo>
                  <a:lnTo>
                    <a:pt x="130800" y="289006"/>
                  </a:lnTo>
                  <a:lnTo>
                    <a:pt x="65400" y="290440"/>
                  </a:lnTo>
                  <a:lnTo>
                    <a:pt x="-1849" y="290667"/>
                  </a:lnTo>
                  <a:lnTo>
                    <a:pt x="-6529" y="225267"/>
                  </a:lnTo>
                  <a:lnTo>
                    <a:pt x="-8963" y="159867"/>
                  </a:lnTo>
                  <a:lnTo>
                    <a:pt x="-8557" y="94467"/>
                  </a:lnTo>
                  <a:lnTo>
                    <a:pt x="-7556" y="29067"/>
                  </a:lnTo>
                  <a:lnTo>
                    <a:pt x="0" y="0"/>
                  </a:lnTo>
                  <a:close/>
                </a:path>
              </a:pathLst>
            </a:custGeom>
            <a:solidFill>
              <a:srgbClr val="F9EACE"/>
            </a:solidFill>
            <a:ln w="10900" cap="flat">
              <a:solidFill>
                <a:srgbClr val="FCF5E8"/>
              </a:solidFill>
              <a:round/>
            </a:ln>
          </p:spPr>
          <p:txBody>
            <a:bodyPr anchor="ctr" lIns="0" wrap="none" rtlCol="0" rIns="0" tIns="0" bIns="11000"/>
            <a:lstStyle/>
            <a:p>
              <a:pPr algn="ctr">
                <a:lnSpc>
                  <a:spcPct val="100000"/>
                </a:lnSpc>
              </a:pPr>
              <a:r>
                <a:rPr sz="1540">
                  <a:solidFill>
                    <a:srgbClr val="000000"/>
                  </a:solidFill>
                  <a:latin typeface="標楷體"/>
                </a:rPr>
                <a:t>文本分類任務</a:t>
              </a:r>
            </a:p>
          </p:txBody>
        </p:sp>
        <p:sp>
          <p:nvSpPr>
            <p:cNvPr id="167" name="SubTopic"/>
            <p:cNvSpPr/>
            <p:nvPr/>
          </p:nvSpPr>
          <p:spPr>
            <a:xfrm>
              <a:off x="1488388" y="6664171"/>
              <a:ext cy="290667" cx="1427900"/>
            </a:xfrm>
            <a:custGeom>
              <a:avLst/>
              <a:gdLst>
                <a:gd fmla="*/ 90470 w 1427900" name="rtl"/>
                <a:gd fmla="*/ 42510 h 290667" name="rtt"/>
                <a:gd fmla="*/ 1354870 w 1427900" name="rtr"/>
                <a:gd fmla="*/ 289577 h 290667" name="rtb"/>
              </a:gdLst>
              <a:ahLst/>
              <a:cxnLst/>
              <a:rect r="rtr" b="rtb" l="rtl" t="rtt"/>
              <a:pathLst>
                <a:path w="1427900" stroke="false" h="290667">
                  <a:moveTo>
                    <a:pt x="0" y="0"/>
                  </a:moveTo>
                  <a:lnTo>
                    <a:pt x="65400" y="3879"/>
                  </a:lnTo>
                  <a:lnTo>
                    <a:pt x="130800" y="3437"/>
                  </a:lnTo>
                  <a:lnTo>
                    <a:pt x="196200" y="2621"/>
                  </a:lnTo>
                  <a:lnTo>
                    <a:pt x="261600" y="2246"/>
                  </a:lnTo>
                  <a:lnTo>
                    <a:pt x="327000" y="-134"/>
                  </a:lnTo>
                  <a:lnTo>
                    <a:pt x="392400" y="-3583"/>
                  </a:lnTo>
                  <a:lnTo>
                    <a:pt x="457800" y="-4195"/>
                  </a:lnTo>
                  <a:lnTo>
                    <a:pt x="523200" y="-665"/>
                  </a:lnTo>
                  <a:lnTo>
                    <a:pt x="588600" y="2274"/>
                  </a:lnTo>
                  <a:lnTo>
                    <a:pt x="654000" y="3059"/>
                  </a:lnTo>
                  <a:lnTo>
                    <a:pt x="719400" y="903"/>
                  </a:lnTo>
                  <a:lnTo>
                    <a:pt x="784800" y="-3915"/>
                  </a:lnTo>
                  <a:lnTo>
                    <a:pt x="850200" y="-6521"/>
                  </a:lnTo>
                  <a:lnTo>
                    <a:pt x="915600" y="-5309"/>
                  </a:lnTo>
                  <a:lnTo>
                    <a:pt x="981000" y="762"/>
                  </a:lnTo>
                  <a:lnTo>
                    <a:pt x="1046400" y="6868"/>
                  </a:lnTo>
                  <a:lnTo>
                    <a:pt x="1111800" y="7758"/>
                  </a:lnTo>
                  <a:lnTo>
                    <a:pt x="1177200" y="3963"/>
                  </a:lnTo>
                  <a:lnTo>
                    <a:pt x="1242600" y="-1349"/>
                  </a:lnTo>
                  <a:lnTo>
                    <a:pt x="1308000" y="-3045"/>
                  </a:lnTo>
                  <a:lnTo>
                    <a:pt x="1373400" y="-2724"/>
                  </a:lnTo>
                  <a:lnTo>
                    <a:pt x="1429786" y="10900"/>
                  </a:lnTo>
                  <a:lnTo>
                    <a:pt x="1429403" y="76300"/>
                  </a:lnTo>
                  <a:lnTo>
                    <a:pt x="1428525" y="141700"/>
                  </a:lnTo>
                  <a:lnTo>
                    <a:pt x="1424283" y="207100"/>
                  </a:lnTo>
                  <a:lnTo>
                    <a:pt x="1419190" y="272500"/>
                  </a:lnTo>
                  <a:lnTo>
                    <a:pt x="1373400" y="280892"/>
                  </a:lnTo>
                  <a:lnTo>
                    <a:pt x="1308000" y="283365"/>
                  </a:lnTo>
                  <a:lnTo>
                    <a:pt x="1242600" y="288432"/>
                  </a:lnTo>
                  <a:lnTo>
                    <a:pt x="1177200" y="291354"/>
                  </a:lnTo>
                  <a:lnTo>
                    <a:pt x="1111800" y="293462"/>
                  </a:lnTo>
                  <a:lnTo>
                    <a:pt x="1046400" y="299017"/>
                  </a:lnTo>
                  <a:lnTo>
                    <a:pt x="981000" y="303475"/>
                  </a:lnTo>
                  <a:lnTo>
                    <a:pt x="915600" y="303049"/>
                  </a:lnTo>
                  <a:lnTo>
                    <a:pt x="850200" y="300647"/>
                  </a:lnTo>
                  <a:lnTo>
                    <a:pt x="784800" y="298011"/>
                  </a:lnTo>
                  <a:lnTo>
                    <a:pt x="719400" y="296960"/>
                  </a:lnTo>
                  <a:lnTo>
                    <a:pt x="654000" y="291050"/>
                  </a:lnTo>
                  <a:lnTo>
                    <a:pt x="588600" y="283602"/>
                  </a:lnTo>
                  <a:lnTo>
                    <a:pt x="523200" y="280397"/>
                  </a:lnTo>
                  <a:lnTo>
                    <a:pt x="457800" y="280736"/>
                  </a:lnTo>
                  <a:lnTo>
                    <a:pt x="392400" y="282251"/>
                  </a:lnTo>
                  <a:lnTo>
                    <a:pt x="327000" y="284650"/>
                  </a:lnTo>
                  <a:lnTo>
                    <a:pt x="261600" y="284917"/>
                  </a:lnTo>
                  <a:lnTo>
                    <a:pt x="196200" y="285800"/>
                  </a:lnTo>
                  <a:lnTo>
                    <a:pt x="130800" y="289006"/>
                  </a:lnTo>
                  <a:lnTo>
                    <a:pt x="65400" y="290440"/>
                  </a:lnTo>
                  <a:lnTo>
                    <a:pt x="-1849" y="290667"/>
                  </a:lnTo>
                  <a:lnTo>
                    <a:pt x="-6529" y="225267"/>
                  </a:lnTo>
                  <a:lnTo>
                    <a:pt x="-8963" y="159867"/>
                  </a:lnTo>
                  <a:lnTo>
                    <a:pt x="-8557" y="94467"/>
                  </a:lnTo>
                  <a:lnTo>
                    <a:pt x="-7556" y="29067"/>
                  </a:lnTo>
                  <a:lnTo>
                    <a:pt x="0" y="0"/>
                  </a:lnTo>
                  <a:close/>
                </a:path>
              </a:pathLst>
            </a:custGeom>
            <a:solidFill>
              <a:srgbClr val="F9EACE"/>
            </a:solidFill>
            <a:ln w="10900" cap="flat">
              <a:solidFill>
                <a:srgbClr val="FCF5E8"/>
              </a:solidFill>
              <a:round/>
            </a:ln>
          </p:spPr>
          <p:txBody>
            <a:bodyPr anchor="ctr" lIns="0" wrap="none" rtlCol="0" rIns="0" tIns="0" bIns="11000"/>
            <a:lstStyle/>
            <a:p>
              <a:pPr algn="ctr">
                <a:lnSpc>
                  <a:spcPct val="100000"/>
                </a:lnSpc>
              </a:pPr>
              <a:r>
                <a:rPr sz="1540">
                  <a:solidFill>
                    <a:srgbClr val="000000"/>
                  </a:solidFill>
                  <a:latin typeface="標楷體"/>
                </a:rPr>
                <a:t>文本生成任務</a:t>
              </a:r>
            </a:p>
          </p:txBody>
        </p:sp>
        <p:sp>
          <p:nvSpPr>
            <p:cNvPr id="189" name="SubTopic"/>
            <p:cNvSpPr/>
            <p:nvPr/>
          </p:nvSpPr>
          <p:spPr>
            <a:xfrm>
              <a:off x="1488388" y="6242704"/>
              <a:ext cy="290667" cx="1427900"/>
            </a:xfrm>
            <a:custGeom>
              <a:avLst/>
              <a:gdLst>
                <a:gd fmla="*/ 90470 w 1427900" name="rtl"/>
                <a:gd fmla="*/ 42510 h 290667" name="rtt"/>
                <a:gd fmla="*/ 1354870 w 1427900" name="rtr"/>
                <a:gd fmla="*/ 289577 h 290667" name="rtb"/>
              </a:gdLst>
              <a:ahLst/>
              <a:cxnLst/>
              <a:rect r="rtr" b="rtb" l="rtl" t="rtt"/>
              <a:pathLst>
                <a:path w="1427900" stroke="false" h="290667">
                  <a:moveTo>
                    <a:pt x="0" y="0"/>
                  </a:moveTo>
                  <a:lnTo>
                    <a:pt x="65400" y="3879"/>
                  </a:lnTo>
                  <a:lnTo>
                    <a:pt x="130800" y="3437"/>
                  </a:lnTo>
                  <a:lnTo>
                    <a:pt x="196200" y="2621"/>
                  </a:lnTo>
                  <a:lnTo>
                    <a:pt x="261600" y="2246"/>
                  </a:lnTo>
                  <a:lnTo>
                    <a:pt x="327000" y="-134"/>
                  </a:lnTo>
                  <a:lnTo>
                    <a:pt x="392400" y="-3583"/>
                  </a:lnTo>
                  <a:lnTo>
                    <a:pt x="457800" y="-4195"/>
                  </a:lnTo>
                  <a:lnTo>
                    <a:pt x="523200" y="-665"/>
                  </a:lnTo>
                  <a:lnTo>
                    <a:pt x="588600" y="2274"/>
                  </a:lnTo>
                  <a:lnTo>
                    <a:pt x="654000" y="3059"/>
                  </a:lnTo>
                  <a:lnTo>
                    <a:pt x="719400" y="903"/>
                  </a:lnTo>
                  <a:lnTo>
                    <a:pt x="784800" y="-3915"/>
                  </a:lnTo>
                  <a:lnTo>
                    <a:pt x="850200" y="-6521"/>
                  </a:lnTo>
                  <a:lnTo>
                    <a:pt x="915600" y="-5309"/>
                  </a:lnTo>
                  <a:lnTo>
                    <a:pt x="981000" y="762"/>
                  </a:lnTo>
                  <a:lnTo>
                    <a:pt x="1046400" y="6868"/>
                  </a:lnTo>
                  <a:lnTo>
                    <a:pt x="1111800" y="7758"/>
                  </a:lnTo>
                  <a:lnTo>
                    <a:pt x="1177200" y="3963"/>
                  </a:lnTo>
                  <a:lnTo>
                    <a:pt x="1242600" y="-1349"/>
                  </a:lnTo>
                  <a:lnTo>
                    <a:pt x="1308000" y="-3045"/>
                  </a:lnTo>
                  <a:lnTo>
                    <a:pt x="1373400" y="-2724"/>
                  </a:lnTo>
                  <a:lnTo>
                    <a:pt x="1429786" y="10900"/>
                  </a:lnTo>
                  <a:lnTo>
                    <a:pt x="1429403" y="76300"/>
                  </a:lnTo>
                  <a:lnTo>
                    <a:pt x="1428525" y="141700"/>
                  </a:lnTo>
                  <a:lnTo>
                    <a:pt x="1424283" y="207100"/>
                  </a:lnTo>
                  <a:lnTo>
                    <a:pt x="1419190" y="272500"/>
                  </a:lnTo>
                  <a:lnTo>
                    <a:pt x="1373400" y="280892"/>
                  </a:lnTo>
                  <a:lnTo>
                    <a:pt x="1308000" y="283365"/>
                  </a:lnTo>
                  <a:lnTo>
                    <a:pt x="1242600" y="288432"/>
                  </a:lnTo>
                  <a:lnTo>
                    <a:pt x="1177200" y="291354"/>
                  </a:lnTo>
                  <a:lnTo>
                    <a:pt x="1111800" y="293462"/>
                  </a:lnTo>
                  <a:lnTo>
                    <a:pt x="1046400" y="299017"/>
                  </a:lnTo>
                  <a:lnTo>
                    <a:pt x="981000" y="303475"/>
                  </a:lnTo>
                  <a:lnTo>
                    <a:pt x="915600" y="303049"/>
                  </a:lnTo>
                  <a:lnTo>
                    <a:pt x="850200" y="300647"/>
                  </a:lnTo>
                  <a:lnTo>
                    <a:pt x="784800" y="298011"/>
                  </a:lnTo>
                  <a:lnTo>
                    <a:pt x="719400" y="296960"/>
                  </a:lnTo>
                  <a:lnTo>
                    <a:pt x="654000" y="291050"/>
                  </a:lnTo>
                  <a:lnTo>
                    <a:pt x="588600" y="283602"/>
                  </a:lnTo>
                  <a:lnTo>
                    <a:pt x="523200" y="280397"/>
                  </a:lnTo>
                  <a:lnTo>
                    <a:pt x="457800" y="280736"/>
                  </a:lnTo>
                  <a:lnTo>
                    <a:pt x="392400" y="282251"/>
                  </a:lnTo>
                  <a:lnTo>
                    <a:pt x="327000" y="284650"/>
                  </a:lnTo>
                  <a:lnTo>
                    <a:pt x="261600" y="284917"/>
                  </a:lnTo>
                  <a:lnTo>
                    <a:pt x="196200" y="285800"/>
                  </a:lnTo>
                  <a:lnTo>
                    <a:pt x="130800" y="289006"/>
                  </a:lnTo>
                  <a:lnTo>
                    <a:pt x="65400" y="290440"/>
                  </a:lnTo>
                  <a:lnTo>
                    <a:pt x="-1849" y="290667"/>
                  </a:lnTo>
                  <a:lnTo>
                    <a:pt x="-6529" y="225267"/>
                  </a:lnTo>
                  <a:lnTo>
                    <a:pt x="-8963" y="159867"/>
                  </a:lnTo>
                  <a:lnTo>
                    <a:pt x="-8557" y="94467"/>
                  </a:lnTo>
                  <a:lnTo>
                    <a:pt x="-7556" y="29067"/>
                  </a:lnTo>
                  <a:lnTo>
                    <a:pt x="0" y="0"/>
                  </a:lnTo>
                  <a:close/>
                </a:path>
              </a:pathLst>
            </a:custGeom>
            <a:solidFill>
              <a:srgbClr val="F9EACE"/>
            </a:solidFill>
            <a:ln w="10900" cap="flat">
              <a:solidFill>
                <a:srgbClr val="FCF5E8"/>
              </a:solidFill>
              <a:round/>
            </a:ln>
          </p:spPr>
          <p:txBody>
            <a:bodyPr anchor="ctr" lIns="0" wrap="none" rtlCol="0" rIns="0" tIns="0" bIns="11000"/>
            <a:lstStyle/>
            <a:p>
              <a:pPr algn="ctr">
                <a:lnSpc>
                  <a:spcPct val="100000"/>
                </a:lnSpc>
              </a:pPr>
              <a:r>
                <a:rPr sz="1540">
                  <a:solidFill>
                    <a:srgbClr val="000000"/>
                  </a:solidFill>
                  <a:latin typeface="標楷體"/>
                </a:rPr>
                <a:t>閱讀測驗任務</a:t>
              </a:r>
            </a:p>
          </p:txBody>
        </p:sp>
        <p:sp>
          <p:nvSpPr>
            <p:cNvPr id="193" name="SubTopic"/>
            <p:cNvSpPr/>
            <p:nvPr/>
          </p:nvSpPr>
          <p:spPr>
            <a:xfrm>
              <a:off x="1488388" y="5821238"/>
              <a:ext cy="290667" cx="1427900"/>
            </a:xfrm>
            <a:custGeom>
              <a:avLst/>
              <a:gdLst>
                <a:gd fmla="*/ 90470 w 1427900" name="rtl"/>
                <a:gd fmla="*/ 42510 h 290667" name="rtt"/>
                <a:gd fmla="*/ 1354870 w 1427900" name="rtr"/>
                <a:gd fmla="*/ 289577 h 290667" name="rtb"/>
              </a:gdLst>
              <a:ahLst/>
              <a:cxnLst/>
              <a:rect r="rtr" b="rtb" l="rtl" t="rtt"/>
              <a:pathLst>
                <a:path w="1427900" stroke="false" h="290667">
                  <a:moveTo>
                    <a:pt x="0" y="0"/>
                  </a:moveTo>
                  <a:lnTo>
                    <a:pt x="65400" y="3879"/>
                  </a:lnTo>
                  <a:lnTo>
                    <a:pt x="130800" y="3437"/>
                  </a:lnTo>
                  <a:lnTo>
                    <a:pt x="196200" y="2621"/>
                  </a:lnTo>
                  <a:lnTo>
                    <a:pt x="261600" y="2246"/>
                  </a:lnTo>
                  <a:lnTo>
                    <a:pt x="327000" y="-134"/>
                  </a:lnTo>
                  <a:lnTo>
                    <a:pt x="392400" y="-3583"/>
                  </a:lnTo>
                  <a:lnTo>
                    <a:pt x="457800" y="-4195"/>
                  </a:lnTo>
                  <a:lnTo>
                    <a:pt x="523200" y="-665"/>
                  </a:lnTo>
                  <a:lnTo>
                    <a:pt x="588600" y="2274"/>
                  </a:lnTo>
                  <a:lnTo>
                    <a:pt x="654000" y="3059"/>
                  </a:lnTo>
                  <a:lnTo>
                    <a:pt x="719400" y="903"/>
                  </a:lnTo>
                  <a:lnTo>
                    <a:pt x="784800" y="-3915"/>
                  </a:lnTo>
                  <a:lnTo>
                    <a:pt x="850200" y="-6521"/>
                  </a:lnTo>
                  <a:lnTo>
                    <a:pt x="915600" y="-5309"/>
                  </a:lnTo>
                  <a:lnTo>
                    <a:pt x="981000" y="762"/>
                  </a:lnTo>
                  <a:lnTo>
                    <a:pt x="1046400" y="6868"/>
                  </a:lnTo>
                  <a:lnTo>
                    <a:pt x="1111800" y="7758"/>
                  </a:lnTo>
                  <a:lnTo>
                    <a:pt x="1177200" y="3963"/>
                  </a:lnTo>
                  <a:lnTo>
                    <a:pt x="1242600" y="-1349"/>
                  </a:lnTo>
                  <a:lnTo>
                    <a:pt x="1308000" y="-3045"/>
                  </a:lnTo>
                  <a:lnTo>
                    <a:pt x="1373400" y="-2724"/>
                  </a:lnTo>
                  <a:lnTo>
                    <a:pt x="1429786" y="10900"/>
                  </a:lnTo>
                  <a:lnTo>
                    <a:pt x="1429403" y="76300"/>
                  </a:lnTo>
                  <a:lnTo>
                    <a:pt x="1428525" y="141700"/>
                  </a:lnTo>
                  <a:lnTo>
                    <a:pt x="1424283" y="207100"/>
                  </a:lnTo>
                  <a:lnTo>
                    <a:pt x="1419190" y="272500"/>
                  </a:lnTo>
                  <a:lnTo>
                    <a:pt x="1373400" y="280892"/>
                  </a:lnTo>
                  <a:lnTo>
                    <a:pt x="1308000" y="283365"/>
                  </a:lnTo>
                  <a:lnTo>
                    <a:pt x="1242600" y="288432"/>
                  </a:lnTo>
                  <a:lnTo>
                    <a:pt x="1177200" y="291354"/>
                  </a:lnTo>
                  <a:lnTo>
                    <a:pt x="1111800" y="293462"/>
                  </a:lnTo>
                  <a:lnTo>
                    <a:pt x="1046400" y="299017"/>
                  </a:lnTo>
                  <a:lnTo>
                    <a:pt x="981000" y="303475"/>
                  </a:lnTo>
                  <a:lnTo>
                    <a:pt x="915600" y="303049"/>
                  </a:lnTo>
                  <a:lnTo>
                    <a:pt x="850200" y="300647"/>
                  </a:lnTo>
                  <a:lnTo>
                    <a:pt x="784800" y="298011"/>
                  </a:lnTo>
                  <a:lnTo>
                    <a:pt x="719400" y="296960"/>
                  </a:lnTo>
                  <a:lnTo>
                    <a:pt x="654000" y="291050"/>
                  </a:lnTo>
                  <a:lnTo>
                    <a:pt x="588600" y="283602"/>
                  </a:lnTo>
                  <a:lnTo>
                    <a:pt x="523200" y="280397"/>
                  </a:lnTo>
                  <a:lnTo>
                    <a:pt x="457800" y="280736"/>
                  </a:lnTo>
                  <a:lnTo>
                    <a:pt x="392400" y="282251"/>
                  </a:lnTo>
                  <a:lnTo>
                    <a:pt x="327000" y="284650"/>
                  </a:lnTo>
                  <a:lnTo>
                    <a:pt x="261600" y="284917"/>
                  </a:lnTo>
                  <a:lnTo>
                    <a:pt x="196200" y="285800"/>
                  </a:lnTo>
                  <a:lnTo>
                    <a:pt x="130800" y="289006"/>
                  </a:lnTo>
                  <a:lnTo>
                    <a:pt x="65400" y="290440"/>
                  </a:lnTo>
                  <a:lnTo>
                    <a:pt x="-1849" y="290667"/>
                  </a:lnTo>
                  <a:lnTo>
                    <a:pt x="-6529" y="225267"/>
                  </a:lnTo>
                  <a:lnTo>
                    <a:pt x="-8963" y="159867"/>
                  </a:lnTo>
                  <a:lnTo>
                    <a:pt x="-8557" y="94467"/>
                  </a:lnTo>
                  <a:lnTo>
                    <a:pt x="-7556" y="29067"/>
                  </a:lnTo>
                  <a:lnTo>
                    <a:pt x="0" y="0"/>
                  </a:lnTo>
                  <a:close/>
                </a:path>
              </a:pathLst>
            </a:custGeom>
            <a:solidFill>
              <a:srgbClr val="F9EACE"/>
            </a:solidFill>
            <a:ln w="10900" cap="flat">
              <a:solidFill>
                <a:srgbClr val="FCF5E8"/>
              </a:solidFill>
              <a:round/>
            </a:ln>
          </p:spPr>
          <p:txBody>
            <a:bodyPr anchor="ctr" lIns="0" wrap="none" rtlCol="0" rIns="0" tIns="0" bIns="11000"/>
            <a:lstStyle/>
            <a:p>
              <a:pPr algn="ctr">
                <a:lnSpc>
                  <a:spcPct val="100000"/>
                </a:lnSpc>
              </a:pPr>
              <a:r>
                <a:rPr sz="1540">
                  <a:solidFill>
                    <a:srgbClr val="000000"/>
                  </a:solidFill>
                  <a:latin typeface="標楷體"/>
                </a:rPr>
                <a:t>實體識別任務</a:t>
              </a:r>
            </a:p>
          </p:txBody>
        </p:sp>
        <p:sp>
          <p:nvSpPr>
            <p:cNvPr id="238" name="SubTopic"/>
            <p:cNvSpPr/>
            <p:nvPr/>
          </p:nvSpPr>
          <p:spPr>
            <a:xfrm>
              <a:off x="3857042" y="2413171"/>
              <a:ext cy="617667" cx="4157575"/>
            </a:xfrm>
            <a:custGeom>
              <a:avLst/>
              <a:gdLst>
                <a:gd fmla="*/ 231298 w 4157575" name="rtl"/>
                <a:gd fmla="*/ 42510 h 617667" name="rtt"/>
                <a:gd fmla="*/ 3943657 w 4157575" name="rtr"/>
                <a:gd fmla="*/ 594777 h 617667" name="rtb"/>
              </a:gdLst>
              <a:ahLst/>
              <a:cxnLst/>
              <a:rect r="rtr" b="rtb" l="rtl" t="rtt"/>
              <a:pathLst>
                <a:path w="4157575" h="617667">
                  <a:moveTo>
                    <a:pt x="308833" y="0"/>
                  </a:moveTo>
                  <a:lnTo>
                    <a:pt x="374233" y="3879"/>
                  </a:lnTo>
                  <a:lnTo>
                    <a:pt x="439633" y="3437"/>
                  </a:lnTo>
                  <a:lnTo>
                    <a:pt x="505033" y="2621"/>
                  </a:lnTo>
                  <a:lnTo>
                    <a:pt x="570433" y="2246"/>
                  </a:lnTo>
                  <a:lnTo>
                    <a:pt x="635833" y="-134"/>
                  </a:lnTo>
                  <a:lnTo>
                    <a:pt x="701233" y="-3583"/>
                  </a:lnTo>
                  <a:lnTo>
                    <a:pt x="766633" y="-4195"/>
                  </a:lnTo>
                  <a:lnTo>
                    <a:pt x="832033" y="-665"/>
                  </a:lnTo>
                  <a:lnTo>
                    <a:pt x="897433" y="2274"/>
                  </a:lnTo>
                  <a:lnTo>
                    <a:pt x="962833" y="3059"/>
                  </a:lnTo>
                  <a:lnTo>
                    <a:pt x="1028233" y="903"/>
                  </a:lnTo>
                  <a:lnTo>
                    <a:pt x="1093633" y="-3915"/>
                  </a:lnTo>
                  <a:lnTo>
                    <a:pt x="1159033" y="-6521"/>
                  </a:lnTo>
                  <a:lnTo>
                    <a:pt x="1224433" y="-5309"/>
                  </a:lnTo>
                  <a:lnTo>
                    <a:pt x="1289833" y="762"/>
                  </a:lnTo>
                  <a:lnTo>
                    <a:pt x="1355233" y="6868"/>
                  </a:lnTo>
                  <a:lnTo>
                    <a:pt x="1420633" y="7758"/>
                  </a:lnTo>
                  <a:lnTo>
                    <a:pt x="1486033" y="3963"/>
                  </a:lnTo>
                  <a:lnTo>
                    <a:pt x="1551433" y="-1349"/>
                  </a:lnTo>
                  <a:lnTo>
                    <a:pt x="1616833" y="-3045"/>
                  </a:lnTo>
                  <a:lnTo>
                    <a:pt x="1682233" y="-2724"/>
                  </a:lnTo>
                  <a:lnTo>
                    <a:pt x="1747633" y="-1886"/>
                  </a:lnTo>
                  <a:lnTo>
                    <a:pt x="1813033" y="-1503"/>
                  </a:lnTo>
                  <a:lnTo>
                    <a:pt x="1878433" y="-625"/>
                  </a:lnTo>
                  <a:lnTo>
                    <a:pt x="1943833" y="3617"/>
                  </a:lnTo>
                  <a:lnTo>
                    <a:pt x="2009233" y="8710"/>
                  </a:lnTo>
                  <a:lnTo>
                    <a:pt x="2074633" y="9775"/>
                  </a:lnTo>
                  <a:lnTo>
                    <a:pt x="2140033" y="7301"/>
                  </a:lnTo>
                  <a:lnTo>
                    <a:pt x="2205433" y="2235"/>
                  </a:lnTo>
                  <a:lnTo>
                    <a:pt x="2270833" y="-687"/>
                  </a:lnTo>
                  <a:lnTo>
                    <a:pt x="2336233" y="-2796"/>
                  </a:lnTo>
                  <a:lnTo>
                    <a:pt x="2401633" y="-8351"/>
                  </a:lnTo>
                  <a:lnTo>
                    <a:pt x="2467033" y="-12808"/>
                  </a:lnTo>
                  <a:lnTo>
                    <a:pt x="2532433" y="-12382"/>
                  </a:lnTo>
                  <a:lnTo>
                    <a:pt x="2597833" y="-9980"/>
                  </a:lnTo>
                  <a:lnTo>
                    <a:pt x="2663233" y="-7345"/>
                  </a:lnTo>
                  <a:lnTo>
                    <a:pt x="2728633" y="-6293"/>
                  </a:lnTo>
                  <a:lnTo>
                    <a:pt x="2794033" y="-383"/>
                  </a:lnTo>
                  <a:lnTo>
                    <a:pt x="2859433" y="7064"/>
                  </a:lnTo>
                  <a:lnTo>
                    <a:pt x="2924833" y="10270"/>
                  </a:lnTo>
                  <a:lnTo>
                    <a:pt x="2990233" y="9931"/>
                  </a:lnTo>
                  <a:lnTo>
                    <a:pt x="3055633" y="8416"/>
                  </a:lnTo>
                  <a:lnTo>
                    <a:pt x="3121033" y="6016"/>
                  </a:lnTo>
                  <a:lnTo>
                    <a:pt x="3186433" y="5750"/>
                  </a:lnTo>
                  <a:lnTo>
                    <a:pt x="3251833" y="4867"/>
                  </a:lnTo>
                  <a:lnTo>
                    <a:pt x="3317233" y="1661"/>
                  </a:lnTo>
                  <a:lnTo>
                    <a:pt x="3382633" y="227"/>
                  </a:lnTo>
                  <a:lnTo>
                    <a:pt x="3448033" y="-1849"/>
                  </a:lnTo>
                  <a:lnTo>
                    <a:pt x="3513433" y="-6529"/>
                  </a:lnTo>
                  <a:lnTo>
                    <a:pt x="3578833" y="-8963"/>
                  </a:lnTo>
                  <a:lnTo>
                    <a:pt x="3644233" y="-8557"/>
                  </a:lnTo>
                  <a:lnTo>
                    <a:pt x="3709633" y="-7556"/>
                  </a:lnTo>
                  <a:lnTo>
                    <a:pt x="3775033" y="-7266"/>
                  </a:lnTo>
                  <a:lnTo>
                    <a:pt x="3848742" y="-6098"/>
                  </a:lnTo>
                  <a:lnTo>
                    <a:pt x="3913945" y="5509"/>
                  </a:lnTo>
                  <a:lnTo>
                    <a:pt x="3974883" y="28967"/>
                  </a:lnTo>
                  <a:lnTo>
                    <a:pt x="4030601" y="62103"/>
                  </a:lnTo>
                  <a:lnTo>
                    <a:pt x="4082347" y="102347"/>
                  </a:lnTo>
                  <a:lnTo>
                    <a:pt x="4126007" y="152966"/>
                  </a:lnTo>
                  <a:lnTo>
                    <a:pt x="4154436" y="214143"/>
                  </a:lnTo>
                  <a:lnTo>
                    <a:pt x="4165776" y="280659"/>
                  </a:lnTo>
                  <a:lnTo>
                    <a:pt x="4160746" y="353166"/>
                  </a:lnTo>
                  <a:lnTo>
                    <a:pt x="4143318" y="417327"/>
                  </a:lnTo>
                  <a:lnTo>
                    <a:pt x="4114246" y="477005"/>
                  </a:lnTo>
                  <a:lnTo>
                    <a:pt x="4074292" y="530342"/>
                  </a:lnTo>
                  <a:lnTo>
                    <a:pt x="4023984" y="574734"/>
                  </a:lnTo>
                  <a:lnTo>
                    <a:pt x="3964338" y="606011"/>
                  </a:lnTo>
                  <a:lnTo>
                    <a:pt x="3898847" y="620861"/>
                  </a:lnTo>
                  <a:lnTo>
                    <a:pt x="3826942" y="622562"/>
                  </a:lnTo>
                  <a:lnTo>
                    <a:pt x="3761542" y="621569"/>
                  </a:lnTo>
                  <a:lnTo>
                    <a:pt x="3696142" y="619602"/>
                  </a:lnTo>
                  <a:lnTo>
                    <a:pt x="3630742" y="615947"/>
                  </a:lnTo>
                  <a:lnTo>
                    <a:pt x="3565342" y="614849"/>
                  </a:lnTo>
                  <a:lnTo>
                    <a:pt x="3499942" y="614437"/>
                  </a:lnTo>
                  <a:lnTo>
                    <a:pt x="3434542" y="612143"/>
                  </a:lnTo>
                  <a:lnTo>
                    <a:pt x="3369142" y="609160"/>
                  </a:lnTo>
                  <a:lnTo>
                    <a:pt x="3303742" y="608359"/>
                  </a:lnTo>
                  <a:lnTo>
                    <a:pt x="3238342" y="609872"/>
                  </a:lnTo>
                  <a:lnTo>
                    <a:pt x="3172942" y="611439"/>
                  </a:lnTo>
                  <a:lnTo>
                    <a:pt x="3107542" y="612358"/>
                  </a:lnTo>
                  <a:lnTo>
                    <a:pt x="3042142" y="611066"/>
                  </a:lnTo>
                  <a:lnTo>
                    <a:pt x="2976742" y="607853"/>
                  </a:lnTo>
                  <a:lnTo>
                    <a:pt x="2911342" y="604726"/>
                  </a:lnTo>
                  <a:lnTo>
                    <a:pt x="2845942" y="605794"/>
                  </a:lnTo>
                  <a:lnTo>
                    <a:pt x="2780542" y="611795"/>
                  </a:lnTo>
                  <a:lnTo>
                    <a:pt x="2715142" y="617471"/>
                  </a:lnTo>
                  <a:lnTo>
                    <a:pt x="2649742" y="618415"/>
                  </a:lnTo>
                  <a:lnTo>
                    <a:pt x="2584342" y="615038"/>
                  </a:lnTo>
                  <a:lnTo>
                    <a:pt x="2518942" y="609511"/>
                  </a:lnTo>
                  <a:lnTo>
                    <a:pt x="2453542" y="606262"/>
                  </a:lnTo>
                  <a:lnTo>
                    <a:pt x="2388142" y="610561"/>
                  </a:lnTo>
                  <a:lnTo>
                    <a:pt x="2322742" y="620699"/>
                  </a:lnTo>
                  <a:lnTo>
                    <a:pt x="2257342" y="629356"/>
                  </a:lnTo>
                  <a:lnTo>
                    <a:pt x="2191942" y="628207"/>
                  </a:lnTo>
                  <a:lnTo>
                    <a:pt x="2126542" y="620615"/>
                  </a:lnTo>
                  <a:lnTo>
                    <a:pt x="2061142" y="613805"/>
                  </a:lnTo>
                  <a:lnTo>
                    <a:pt x="1995742" y="611981"/>
                  </a:lnTo>
                  <a:lnTo>
                    <a:pt x="1930342" y="611521"/>
                  </a:lnTo>
                  <a:lnTo>
                    <a:pt x="1864942" y="612388"/>
                  </a:lnTo>
                  <a:lnTo>
                    <a:pt x="1799542" y="613268"/>
                  </a:lnTo>
                  <a:lnTo>
                    <a:pt x="1734142" y="613602"/>
                  </a:lnTo>
                  <a:lnTo>
                    <a:pt x="1668742" y="614446"/>
                  </a:lnTo>
                  <a:lnTo>
                    <a:pt x="1603342" y="615359"/>
                  </a:lnTo>
                  <a:lnTo>
                    <a:pt x="1537942" y="615835"/>
                  </a:lnTo>
                  <a:lnTo>
                    <a:pt x="1472542" y="618010"/>
                  </a:lnTo>
                  <a:lnTo>
                    <a:pt x="1407142" y="621076"/>
                  </a:lnTo>
                  <a:lnTo>
                    <a:pt x="1341742" y="621838"/>
                  </a:lnTo>
                  <a:lnTo>
                    <a:pt x="1276342" y="619515"/>
                  </a:lnTo>
                  <a:lnTo>
                    <a:pt x="1210942" y="615144"/>
                  </a:lnTo>
                  <a:lnTo>
                    <a:pt x="1145542" y="612338"/>
                  </a:lnTo>
                  <a:lnTo>
                    <a:pt x="1080142" y="615299"/>
                  </a:lnTo>
                  <a:lnTo>
                    <a:pt x="1014742" y="619706"/>
                  </a:lnTo>
                  <a:lnTo>
                    <a:pt x="949342" y="620834"/>
                  </a:lnTo>
                  <a:lnTo>
                    <a:pt x="883942" y="621424"/>
                  </a:lnTo>
                  <a:lnTo>
                    <a:pt x="818542" y="623958"/>
                  </a:lnTo>
                  <a:lnTo>
                    <a:pt x="753142" y="626542"/>
                  </a:lnTo>
                  <a:lnTo>
                    <a:pt x="687742" y="626862"/>
                  </a:lnTo>
                  <a:lnTo>
                    <a:pt x="622342" y="622234"/>
                  </a:lnTo>
                  <a:lnTo>
                    <a:pt x="556942" y="614674"/>
                  </a:lnTo>
                  <a:lnTo>
                    <a:pt x="491542" y="610816"/>
                  </a:lnTo>
                  <a:lnTo>
                    <a:pt x="426142" y="610292"/>
                  </a:lnTo>
                  <a:lnTo>
                    <a:pt x="360742" y="607542"/>
                  </a:lnTo>
                  <a:lnTo>
                    <a:pt x="287982" y="603551"/>
                  </a:lnTo>
                  <a:lnTo>
                    <a:pt x="226238" y="593561"/>
                  </a:lnTo>
                  <a:lnTo>
                    <a:pt x="166119" y="573833"/>
                  </a:lnTo>
                  <a:lnTo>
                    <a:pt x="111175" y="540776"/>
                  </a:lnTo>
                  <a:lnTo>
                    <a:pt x="66125" y="494592"/>
                  </a:lnTo>
                  <a:lnTo>
                    <a:pt x="31821" y="439763"/>
                  </a:lnTo>
                  <a:lnTo>
                    <a:pt x="9031" y="378975"/>
                  </a:lnTo>
                  <a:lnTo>
                    <a:pt x="967" y="308833"/>
                  </a:lnTo>
                  <a:lnTo>
                    <a:pt x="5475" y="243622"/>
                  </a:lnTo>
                  <a:lnTo>
                    <a:pt x="22978" y="179989"/>
                  </a:lnTo>
                  <a:lnTo>
                    <a:pt x="54800" y="121582"/>
                  </a:lnTo>
                  <a:lnTo>
                    <a:pt x="100702" y="73369"/>
                  </a:lnTo>
                  <a:lnTo>
                    <a:pt x="157726" y="40019"/>
                  </a:lnTo>
                  <a:lnTo>
                    <a:pt x="219381" y="20068"/>
                  </a:lnTo>
                  <a:lnTo>
                    <a:pt x="282200" y="9362"/>
                  </a:lnTo>
                  <a:lnTo>
                    <a:pt x="308833" y="0"/>
                  </a:lnTo>
                  <a:close/>
                </a:path>
              </a:pathLst>
            </a:custGeom>
            <a:solidFill>
              <a:srgbClr val="F9EACE"/>
            </a:solidFill>
            <a:ln w="10900" cap="flat">
              <a:solidFill>
                <a:srgbClr val="FCF5E8"/>
              </a:solidFill>
              <a:round/>
            </a:ln>
          </p:spPr>
          <p:txBody>
            <a:bodyPr anchor="ctr" lIns="0" wrap="square" rtlCol="0" rIns="0" tIns="0" bIns="11000"/>
            <a:lstStyle/>
            <a:p>
              <a:pPr algn="ctr">
                <a:lnSpc>
                  <a:spcPct val="100000"/>
                </a:lnSpc>
              </a:pPr>
              <a:r>
                <a:rPr sz="1540">
                  <a:solidFill>
                    <a:srgbClr val="000000"/>
                  </a:solidFill>
                  <a:latin typeface="標楷體"/>
                </a:rPr>
                <a:t>標註：</a:t>
              </a:r>
              <a:r>
                <a:rPr sz="1540">
                  <a:solidFill>
                    <a:srgbClr val="2D9F7D"/>
                  </a:solidFill>
                  <a:latin typeface="Arial"/>
                </a:rPr>
                <a:t>俄軍「師老兵疲」 烏軍稱將在巴赫姆特發動逆襲</a:t>
              </a:r>
              <a:r>
                <a:rPr sz="1540">
                  <a:solidFill>
                    <a:srgbClr val="000000"/>
                  </a:solidFill>
                  <a:latin typeface="標楷體"/>
                </a:rPr>
                <a:t>⇨俄烏戰爭</a:t>
              </a:r>
            </a:p>
          </p:txBody>
        </p:sp>
        <p:sp>
          <p:nvSpPr>
            <p:cNvPr id="240" name="SubTopic"/>
            <p:cNvSpPr/>
            <p:nvPr/>
          </p:nvSpPr>
          <p:spPr>
            <a:xfrm>
              <a:off x="3857042" y="3118038"/>
              <a:ext cy="617667" cx="4183999"/>
            </a:xfrm>
            <a:custGeom>
              <a:avLst/>
              <a:gdLst>
                <a:gd fmla="*/ 231298 w 4183999" name="rtl"/>
                <a:gd fmla="*/ 35970 h 617667" name="rtt"/>
                <a:gd fmla="*/ 3970112 w 4183999" name="rtr"/>
                <a:gd fmla="*/ 588237 h 617667" name="rtb"/>
              </a:gdLst>
              <a:ahLst/>
              <a:cxnLst/>
              <a:rect r="rtr" b="rtb" l="rtl" t="rtt"/>
              <a:pathLst>
                <a:path w="4183999" h="617667">
                  <a:moveTo>
                    <a:pt x="308833" y="0"/>
                  </a:moveTo>
                  <a:lnTo>
                    <a:pt x="374233" y="3879"/>
                  </a:lnTo>
                  <a:lnTo>
                    <a:pt x="439633" y="3437"/>
                  </a:lnTo>
                  <a:lnTo>
                    <a:pt x="505033" y="2621"/>
                  </a:lnTo>
                  <a:lnTo>
                    <a:pt x="570433" y="2246"/>
                  </a:lnTo>
                  <a:lnTo>
                    <a:pt x="635833" y="-134"/>
                  </a:lnTo>
                  <a:lnTo>
                    <a:pt x="701233" y="-3583"/>
                  </a:lnTo>
                  <a:lnTo>
                    <a:pt x="766633" y="-4195"/>
                  </a:lnTo>
                  <a:lnTo>
                    <a:pt x="832033" y="-665"/>
                  </a:lnTo>
                  <a:lnTo>
                    <a:pt x="897433" y="2274"/>
                  </a:lnTo>
                  <a:lnTo>
                    <a:pt x="962833" y="3059"/>
                  </a:lnTo>
                  <a:lnTo>
                    <a:pt x="1028233" y="903"/>
                  </a:lnTo>
                  <a:lnTo>
                    <a:pt x="1093633" y="-3915"/>
                  </a:lnTo>
                  <a:lnTo>
                    <a:pt x="1159033" y="-6521"/>
                  </a:lnTo>
                  <a:lnTo>
                    <a:pt x="1224433" y="-5309"/>
                  </a:lnTo>
                  <a:lnTo>
                    <a:pt x="1289833" y="762"/>
                  </a:lnTo>
                  <a:lnTo>
                    <a:pt x="1355233" y="6868"/>
                  </a:lnTo>
                  <a:lnTo>
                    <a:pt x="1420633" y="7758"/>
                  </a:lnTo>
                  <a:lnTo>
                    <a:pt x="1486033" y="3963"/>
                  </a:lnTo>
                  <a:lnTo>
                    <a:pt x="1551433" y="-1349"/>
                  </a:lnTo>
                  <a:lnTo>
                    <a:pt x="1616833" y="-3045"/>
                  </a:lnTo>
                  <a:lnTo>
                    <a:pt x="1682233" y="-2724"/>
                  </a:lnTo>
                  <a:lnTo>
                    <a:pt x="1747633" y="-1886"/>
                  </a:lnTo>
                  <a:lnTo>
                    <a:pt x="1813033" y="-1503"/>
                  </a:lnTo>
                  <a:lnTo>
                    <a:pt x="1878433" y="-625"/>
                  </a:lnTo>
                  <a:lnTo>
                    <a:pt x="1943833" y="3617"/>
                  </a:lnTo>
                  <a:lnTo>
                    <a:pt x="2009233" y="8710"/>
                  </a:lnTo>
                  <a:lnTo>
                    <a:pt x="2074633" y="9775"/>
                  </a:lnTo>
                  <a:lnTo>
                    <a:pt x="2140033" y="7301"/>
                  </a:lnTo>
                  <a:lnTo>
                    <a:pt x="2205433" y="2235"/>
                  </a:lnTo>
                  <a:lnTo>
                    <a:pt x="2270833" y="-687"/>
                  </a:lnTo>
                  <a:lnTo>
                    <a:pt x="2336233" y="-2796"/>
                  </a:lnTo>
                  <a:lnTo>
                    <a:pt x="2401633" y="-8351"/>
                  </a:lnTo>
                  <a:lnTo>
                    <a:pt x="2467033" y="-12808"/>
                  </a:lnTo>
                  <a:lnTo>
                    <a:pt x="2532433" y="-12382"/>
                  </a:lnTo>
                  <a:lnTo>
                    <a:pt x="2597833" y="-9980"/>
                  </a:lnTo>
                  <a:lnTo>
                    <a:pt x="2663233" y="-7345"/>
                  </a:lnTo>
                  <a:lnTo>
                    <a:pt x="2728633" y="-6293"/>
                  </a:lnTo>
                  <a:lnTo>
                    <a:pt x="2794033" y="-383"/>
                  </a:lnTo>
                  <a:lnTo>
                    <a:pt x="2859433" y="7064"/>
                  </a:lnTo>
                  <a:lnTo>
                    <a:pt x="2924833" y="10270"/>
                  </a:lnTo>
                  <a:lnTo>
                    <a:pt x="2990233" y="9931"/>
                  </a:lnTo>
                  <a:lnTo>
                    <a:pt x="3055633" y="8416"/>
                  </a:lnTo>
                  <a:lnTo>
                    <a:pt x="3121033" y="6016"/>
                  </a:lnTo>
                  <a:lnTo>
                    <a:pt x="3186433" y="5750"/>
                  </a:lnTo>
                  <a:lnTo>
                    <a:pt x="3251833" y="4867"/>
                  </a:lnTo>
                  <a:lnTo>
                    <a:pt x="3317233" y="1661"/>
                  </a:lnTo>
                  <a:lnTo>
                    <a:pt x="3382633" y="227"/>
                  </a:lnTo>
                  <a:lnTo>
                    <a:pt x="3448033" y="-1849"/>
                  </a:lnTo>
                  <a:lnTo>
                    <a:pt x="3513433" y="-6529"/>
                  </a:lnTo>
                  <a:lnTo>
                    <a:pt x="3578833" y="-8963"/>
                  </a:lnTo>
                  <a:lnTo>
                    <a:pt x="3644233" y="-8557"/>
                  </a:lnTo>
                  <a:lnTo>
                    <a:pt x="3709633" y="-7556"/>
                  </a:lnTo>
                  <a:lnTo>
                    <a:pt x="3775033" y="-7266"/>
                  </a:lnTo>
                  <a:lnTo>
                    <a:pt x="3840433" y="-6098"/>
                  </a:lnTo>
                  <a:lnTo>
                    <a:pt x="3907948" y="356"/>
                  </a:lnTo>
                  <a:lnTo>
                    <a:pt x="3971035" y="17199"/>
                  </a:lnTo>
                  <a:lnTo>
                    <a:pt x="4029949" y="44242"/>
                  </a:lnTo>
                  <a:lnTo>
                    <a:pt x="4085641" y="78818"/>
                  </a:lnTo>
                  <a:lnTo>
                    <a:pt x="4134384" y="124557"/>
                  </a:lnTo>
                  <a:lnTo>
                    <a:pt x="4169139" y="182367"/>
                  </a:lnTo>
                  <a:lnTo>
                    <a:pt x="4187487" y="247308"/>
                  </a:lnTo>
                  <a:lnTo>
                    <a:pt x="4190072" y="319948"/>
                  </a:lnTo>
                  <a:lnTo>
                    <a:pt x="4179547" y="385589"/>
                  </a:lnTo>
                  <a:lnTo>
                    <a:pt x="4156981" y="448021"/>
                  </a:lnTo>
                  <a:lnTo>
                    <a:pt x="4122869" y="505276"/>
                  </a:lnTo>
                  <a:lnTo>
                    <a:pt x="4077508" y="554709"/>
                  </a:lnTo>
                  <a:lnTo>
                    <a:pt x="4021511" y="592115"/>
                  </a:lnTo>
                  <a:lnTo>
                    <a:pt x="3957973" y="613850"/>
                  </a:lnTo>
                  <a:lnTo>
                    <a:pt x="3891900" y="622124"/>
                  </a:lnTo>
                  <a:lnTo>
                    <a:pt x="3820666" y="621569"/>
                  </a:lnTo>
                  <a:lnTo>
                    <a:pt x="3755266" y="619602"/>
                  </a:lnTo>
                  <a:lnTo>
                    <a:pt x="3689866" y="615947"/>
                  </a:lnTo>
                  <a:lnTo>
                    <a:pt x="3624466" y="614849"/>
                  </a:lnTo>
                  <a:lnTo>
                    <a:pt x="3559066" y="614437"/>
                  </a:lnTo>
                  <a:lnTo>
                    <a:pt x="3493666" y="612143"/>
                  </a:lnTo>
                  <a:lnTo>
                    <a:pt x="3428266" y="609160"/>
                  </a:lnTo>
                  <a:lnTo>
                    <a:pt x="3362866" y="608359"/>
                  </a:lnTo>
                  <a:lnTo>
                    <a:pt x="3297466" y="609872"/>
                  </a:lnTo>
                  <a:lnTo>
                    <a:pt x="3232066" y="611439"/>
                  </a:lnTo>
                  <a:lnTo>
                    <a:pt x="3166666" y="612358"/>
                  </a:lnTo>
                  <a:lnTo>
                    <a:pt x="3101266" y="611066"/>
                  </a:lnTo>
                  <a:lnTo>
                    <a:pt x="3035866" y="607853"/>
                  </a:lnTo>
                  <a:lnTo>
                    <a:pt x="2970466" y="604726"/>
                  </a:lnTo>
                  <a:lnTo>
                    <a:pt x="2905066" y="605794"/>
                  </a:lnTo>
                  <a:lnTo>
                    <a:pt x="2839666" y="611795"/>
                  </a:lnTo>
                  <a:lnTo>
                    <a:pt x="2774266" y="617471"/>
                  </a:lnTo>
                  <a:lnTo>
                    <a:pt x="2708866" y="618415"/>
                  </a:lnTo>
                  <a:lnTo>
                    <a:pt x="2643466" y="615038"/>
                  </a:lnTo>
                  <a:lnTo>
                    <a:pt x="2578066" y="609511"/>
                  </a:lnTo>
                  <a:lnTo>
                    <a:pt x="2512666" y="606262"/>
                  </a:lnTo>
                  <a:lnTo>
                    <a:pt x="2447266" y="610561"/>
                  </a:lnTo>
                  <a:lnTo>
                    <a:pt x="2381866" y="620699"/>
                  </a:lnTo>
                  <a:lnTo>
                    <a:pt x="2316466" y="629356"/>
                  </a:lnTo>
                  <a:lnTo>
                    <a:pt x="2251066" y="628207"/>
                  </a:lnTo>
                  <a:lnTo>
                    <a:pt x="2185666" y="620615"/>
                  </a:lnTo>
                  <a:lnTo>
                    <a:pt x="2120266" y="613805"/>
                  </a:lnTo>
                  <a:lnTo>
                    <a:pt x="2054866" y="611981"/>
                  </a:lnTo>
                  <a:lnTo>
                    <a:pt x="1989466" y="611521"/>
                  </a:lnTo>
                  <a:lnTo>
                    <a:pt x="1924066" y="612388"/>
                  </a:lnTo>
                  <a:lnTo>
                    <a:pt x="1858666" y="613268"/>
                  </a:lnTo>
                  <a:lnTo>
                    <a:pt x="1793266" y="613602"/>
                  </a:lnTo>
                  <a:lnTo>
                    <a:pt x="1727866" y="614446"/>
                  </a:lnTo>
                  <a:lnTo>
                    <a:pt x="1662466" y="615359"/>
                  </a:lnTo>
                  <a:lnTo>
                    <a:pt x="1597066" y="615835"/>
                  </a:lnTo>
                  <a:lnTo>
                    <a:pt x="1531666" y="618010"/>
                  </a:lnTo>
                  <a:lnTo>
                    <a:pt x="1466266" y="621076"/>
                  </a:lnTo>
                  <a:lnTo>
                    <a:pt x="1400866" y="621838"/>
                  </a:lnTo>
                  <a:lnTo>
                    <a:pt x="1335466" y="619515"/>
                  </a:lnTo>
                  <a:lnTo>
                    <a:pt x="1270066" y="615144"/>
                  </a:lnTo>
                  <a:lnTo>
                    <a:pt x="1204666" y="612338"/>
                  </a:lnTo>
                  <a:lnTo>
                    <a:pt x="1139266" y="615299"/>
                  </a:lnTo>
                  <a:lnTo>
                    <a:pt x="1073866" y="619706"/>
                  </a:lnTo>
                  <a:lnTo>
                    <a:pt x="1008466" y="620834"/>
                  </a:lnTo>
                  <a:lnTo>
                    <a:pt x="943066" y="621424"/>
                  </a:lnTo>
                  <a:lnTo>
                    <a:pt x="877666" y="623958"/>
                  </a:lnTo>
                  <a:lnTo>
                    <a:pt x="812266" y="626542"/>
                  </a:lnTo>
                  <a:lnTo>
                    <a:pt x="746866" y="626862"/>
                  </a:lnTo>
                  <a:lnTo>
                    <a:pt x="681466" y="622234"/>
                  </a:lnTo>
                  <a:lnTo>
                    <a:pt x="616066" y="614674"/>
                  </a:lnTo>
                  <a:lnTo>
                    <a:pt x="550666" y="610816"/>
                  </a:lnTo>
                  <a:lnTo>
                    <a:pt x="485266" y="610292"/>
                  </a:lnTo>
                  <a:lnTo>
                    <a:pt x="419866" y="607542"/>
                  </a:lnTo>
                  <a:lnTo>
                    <a:pt x="354466" y="604275"/>
                  </a:lnTo>
                  <a:lnTo>
                    <a:pt x="287916" y="604492"/>
                  </a:lnTo>
                  <a:lnTo>
                    <a:pt x="224975" y="597921"/>
                  </a:lnTo>
                  <a:lnTo>
                    <a:pt x="164311" y="577184"/>
                  </a:lnTo>
                  <a:lnTo>
                    <a:pt x="110599" y="541451"/>
                  </a:lnTo>
                  <a:lnTo>
                    <a:pt x="65567" y="495020"/>
                  </a:lnTo>
                  <a:lnTo>
                    <a:pt x="30459" y="440408"/>
                  </a:lnTo>
                  <a:lnTo>
                    <a:pt x="8994" y="378984"/>
                  </a:lnTo>
                  <a:lnTo>
                    <a:pt x="-1390" y="308833"/>
                  </a:lnTo>
                  <a:lnTo>
                    <a:pt x="2297" y="242943"/>
                  </a:lnTo>
                  <a:lnTo>
                    <a:pt x="21071" y="179128"/>
                  </a:lnTo>
                  <a:lnTo>
                    <a:pt x="55852" y="122359"/>
                  </a:lnTo>
                  <a:lnTo>
                    <a:pt x="104638" y="77818"/>
                  </a:lnTo>
                  <a:lnTo>
                    <a:pt x="160719" y="45332"/>
                  </a:lnTo>
                  <a:lnTo>
                    <a:pt x="219849" y="21583"/>
                  </a:lnTo>
                  <a:lnTo>
                    <a:pt x="282076" y="7943"/>
                  </a:lnTo>
                  <a:lnTo>
                    <a:pt x="308833" y="0"/>
                  </a:lnTo>
                  <a:close/>
                </a:path>
              </a:pathLst>
            </a:custGeom>
            <a:solidFill>
              <a:srgbClr val="F9EACE"/>
            </a:solidFill>
            <a:ln w="10900" cap="flat">
              <a:solidFill>
                <a:srgbClr val="FCF5E8"/>
              </a:solidFill>
              <a:round/>
            </a:ln>
          </p:spPr>
          <p:txBody>
            <a:bodyPr anchor="ctr" lIns="0" wrap="square" rtlCol="0" rIns="0" tIns="0" bIns="11000"/>
            <a:lstStyle/>
            <a:p>
              <a:pPr algn="ctr">
                <a:lnSpc>
                  <a:spcPct val="100000"/>
                </a:lnSpc>
              </a:pPr>
              <a:r>
                <a:rPr sz="1540">
                  <a:solidFill>
                    <a:srgbClr val="000000"/>
                  </a:solidFill>
                  <a:latin typeface="標楷體"/>
                </a:rPr>
                <a:t>標註：</a:t>
              </a:r>
              <a:r>
                <a:rPr sz="1540">
                  <a:solidFill>
                    <a:srgbClr val="2D9F7D"/>
                  </a:solidFill>
                  <a:latin typeface="Arial"/>
                </a:rPr>
                <a:t>賽事心得／萬金石馬拉松 我是豬跑個馬什麼包都有</a:t>
              </a:r>
              <a:r>
                <a:rPr sz="1540">
                  <a:solidFill>
                    <a:srgbClr val="000000"/>
                  </a:solidFill>
                  <a:latin typeface="標楷體"/>
                </a:rPr>
                <a:t>⇨運動賽事</a:t>
              </a:r>
            </a:p>
          </p:txBody>
        </p:sp>
        <p:sp>
          <p:nvSpPr>
            <p:cNvPr id="246" name="SubTopic"/>
            <p:cNvSpPr/>
            <p:nvPr/>
          </p:nvSpPr>
          <p:spPr>
            <a:xfrm>
              <a:off x="3857042" y="4367904"/>
              <a:ext cy="617667" cx="4316121"/>
            </a:xfrm>
            <a:custGeom>
              <a:avLst/>
              <a:gdLst>
                <a:gd fmla="*/ 231298 w 4316121" name="rtl"/>
                <a:gd fmla="*/ 42510 h 617667" name="rtt"/>
                <a:gd fmla="*/ 4102161 w 4316121" name="rtr"/>
                <a:gd fmla="*/ 594777 h 617667" name="rtb"/>
              </a:gdLst>
              <a:ahLst/>
              <a:cxnLst/>
              <a:rect r="rtr" b="rtb" l="rtl" t="rtt"/>
              <a:pathLst>
                <a:path w="4316121" h="617667">
                  <a:moveTo>
                    <a:pt x="308833" y="0"/>
                  </a:moveTo>
                  <a:lnTo>
                    <a:pt x="374233" y="3879"/>
                  </a:lnTo>
                  <a:lnTo>
                    <a:pt x="439633" y="3437"/>
                  </a:lnTo>
                  <a:lnTo>
                    <a:pt x="505033" y="2621"/>
                  </a:lnTo>
                  <a:lnTo>
                    <a:pt x="570433" y="2246"/>
                  </a:lnTo>
                  <a:lnTo>
                    <a:pt x="635833" y="-134"/>
                  </a:lnTo>
                  <a:lnTo>
                    <a:pt x="701233" y="-3583"/>
                  </a:lnTo>
                  <a:lnTo>
                    <a:pt x="766633" y="-4195"/>
                  </a:lnTo>
                  <a:lnTo>
                    <a:pt x="832033" y="-665"/>
                  </a:lnTo>
                  <a:lnTo>
                    <a:pt x="897433" y="2274"/>
                  </a:lnTo>
                  <a:lnTo>
                    <a:pt x="962833" y="3059"/>
                  </a:lnTo>
                  <a:lnTo>
                    <a:pt x="1028233" y="903"/>
                  </a:lnTo>
                  <a:lnTo>
                    <a:pt x="1093633" y="-3915"/>
                  </a:lnTo>
                  <a:lnTo>
                    <a:pt x="1159033" y="-6521"/>
                  </a:lnTo>
                  <a:lnTo>
                    <a:pt x="1224433" y="-5309"/>
                  </a:lnTo>
                  <a:lnTo>
                    <a:pt x="1289833" y="762"/>
                  </a:lnTo>
                  <a:lnTo>
                    <a:pt x="1355233" y="6868"/>
                  </a:lnTo>
                  <a:lnTo>
                    <a:pt x="1420633" y="7758"/>
                  </a:lnTo>
                  <a:lnTo>
                    <a:pt x="1486033" y="3963"/>
                  </a:lnTo>
                  <a:lnTo>
                    <a:pt x="1551433" y="-1349"/>
                  </a:lnTo>
                  <a:lnTo>
                    <a:pt x="1616833" y="-3045"/>
                  </a:lnTo>
                  <a:lnTo>
                    <a:pt x="1682233" y="-2724"/>
                  </a:lnTo>
                  <a:lnTo>
                    <a:pt x="1747633" y="-1886"/>
                  </a:lnTo>
                  <a:lnTo>
                    <a:pt x="1813033" y="-1503"/>
                  </a:lnTo>
                  <a:lnTo>
                    <a:pt x="1878433" y="-625"/>
                  </a:lnTo>
                  <a:lnTo>
                    <a:pt x="1943833" y="3617"/>
                  </a:lnTo>
                  <a:lnTo>
                    <a:pt x="2009233" y="8710"/>
                  </a:lnTo>
                  <a:lnTo>
                    <a:pt x="2074633" y="9775"/>
                  </a:lnTo>
                  <a:lnTo>
                    <a:pt x="2140033" y="7301"/>
                  </a:lnTo>
                  <a:lnTo>
                    <a:pt x="2205433" y="2235"/>
                  </a:lnTo>
                  <a:lnTo>
                    <a:pt x="2270833" y="-687"/>
                  </a:lnTo>
                  <a:lnTo>
                    <a:pt x="2336233" y="-2796"/>
                  </a:lnTo>
                  <a:lnTo>
                    <a:pt x="2401633" y="-8351"/>
                  </a:lnTo>
                  <a:lnTo>
                    <a:pt x="2467033" y="-12808"/>
                  </a:lnTo>
                  <a:lnTo>
                    <a:pt x="2532433" y="-12382"/>
                  </a:lnTo>
                  <a:lnTo>
                    <a:pt x="2597833" y="-9980"/>
                  </a:lnTo>
                  <a:lnTo>
                    <a:pt x="2663233" y="-7345"/>
                  </a:lnTo>
                  <a:lnTo>
                    <a:pt x="2728633" y="-6293"/>
                  </a:lnTo>
                  <a:lnTo>
                    <a:pt x="2794033" y="-383"/>
                  </a:lnTo>
                  <a:lnTo>
                    <a:pt x="2859433" y="7064"/>
                  </a:lnTo>
                  <a:lnTo>
                    <a:pt x="2924833" y="10270"/>
                  </a:lnTo>
                  <a:lnTo>
                    <a:pt x="2990233" y="9931"/>
                  </a:lnTo>
                  <a:lnTo>
                    <a:pt x="3055633" y="8416"/>
                  </a:lnTo>
                  <a:lnTo>
                    <a:pt x="3121033" y="6016"/>
                  </a:lnTo>
                  <a:lnTo>
                    <a:pt x="3186433" y="5750"/>
                  </a:lnTo>
                  <a:lnTo>
                    <a:pt x="3251833" y="4867"/>
                  </a:lnTo>
                  <a:lnTo>
                    <a:pt x="3317233" y="1661"/>
                  </a:lnTo>
                  <a:lnTo>
                    <a:pt x="3382633" y="227"/>
                  </a:lnTo>
                  <a:lnTo>
                    <a:pt x="3448033" y="-1849"/>
                  </a:lnTo>
                  <a:lnTo>
                    <a:pt x="3513433" y="-6529"/>
                  </a:lnTo>
                  <a:lnTo>
                    <a:pt x="3578833" y="-8963"/>
                  </a:lnTo>
                  <a:lnTo>
                    <a:pt x="3644233" y="-8557"/>
                  </a:lnTo>
                  <a:lnTo>
                    <a:pt x="3709633" y="-7556"/>
                  </a:lnTo>
                  <a:lnTo>
                    <a:pt x="3775033" y="-7266"/>
                  </a:lnTo>
                  <a:lnTo>
                    <a:pt x="3840433" y="-6098"/>
                  </a:lnTo>
                  <a:lnTo>
                    <a:pt x="3905833" y="-1355"/>
                  </a:lnTo>
                  <a:lnTo>
                    <a:pt x="3971233" y="1930"/>
                  </a:lnTo>
                  <a:lnTo>
                    <a:pt x="4039683" y="4037"/>
                  </a:lnTo>
                  <a:lnTo>
                    <a:pt x="4104677" y="12570"/>
                  </a:lnTo>
                  <a:lnTo>
                    <a:pt x="4167901" y="34296"/>
                  </a:lnTo>
                  <a:lnTo>
                    <a:pt x="4223276" y="72795"/>
                  </a:lnTo>
                  <a:lnTo>
                    <a:pt x="4266707" y="124414"/>
                  </a:lnTo>
                  <a:lnTo>
                    <a:pt x="4296813" y="184283"/>
                  </a:lnTo>
                  <a:lnTo>
                    <a:pt x="4315261" y="248159"/>
                  </a:lnTo>
                  <a:lnTo>
                    <a:pt x="4321338" y="319919"/>
                  </a:lnTo>
                  <a:lnTo>
                    <a:pt x="4313892" y="386148"/>
                  </a:lnTo>
                  <a:lnTo>
                    <a:pt x="4292844" y="449873"/>
                  </a:lnTo>
                  <a:lnTo>
                    <a:pt x="4257070" y="506927"/>
                  </a:lnTo>
                  <a:lnTo>
                    <a:pt x="4208079" y="552827"/>
                  </a:lnTo>
                  <a:lnTo>
                    <a:pt x="4151309" y="587626"/>
                  </a:lnTo>
                  <a:lnTo>
                    <a:pt x="4089247" y="610719"/>
                  </a:lnTo>
                  <a:lnTo>
                    <a:pt x="4023866" y="619167"/>
                  </a:lnTo>
                  <a:lnTo>
                    <a:pt x="3952787" y="615947"/>
                  </a:lnTo>
                  <a:lnTo>
                    <a:pt x="3887387" y="614849"/>
                  </a:lnTo>
                  <a:lnTo>
                    <a:pt x="3821987" y="614437"/>
                  </a:lnTo>
                  <a:lnTo>
                    <a:pt x="3756587" y="612143"/>
                  </a:lnTo>
                  <a:lnTo>
                    <a:pt x="3691187" y="609160"/>
                  </a:lnTo>
                  <a:lnTo>
                    <a:pt x="3625787" y="608359"/>
                  </a:lnTo>
                  <a:lnTo>
                    <a:pt x="3560387" y="609872"/>
                  </a:lnTo>
                  <a:lnTo>
                    <a:pt x="3494987" y="611439"/>
                  </a:lnTo>
                  <a:lnTo>
                    <a:pt x="3429587" y="612358"/>
                  </a:lnTo>
                  <a:lnTo>
                    <a:pt x="3364187" y="611066"/>
                  </a:lnTo>
                  <a:lnTo>
                    <a:pt x="3298787" y="607853"/>
                  </a:lnTo>
                  <a:lnTo>
                    <a:pt x="3233387" y="604726"/>
                  </a:lnTo>
                  <a:lnTo>
                    <a:pt x="3167987" y="605794"/>
                  </a:lnTo>
                  <a:lnTo>
                    <a:pt x="3102587" y="611795"/>
                  </a:lnTo>
                  <a:lnTo>
                    <a:pt x="3037187" y="617471"/>
                  </a:lnTo>
                  <a:lnTo>
                    <a:pt x="2971787" y="618415"/>
                  </a:lnTo>
                  <a:lnTo>
                    <a:pt x="2906387" y="615038"/>
                  </a:lnTo>
                  <a:lnTo>
                    <a:pt x="2840987" y="609511"/>
                  </a:lnTo>
                  <a:lnTo>
                    <a:pt x="2775587" y="606262"/>
                  </a:lnTo>
                  <a:lnTo>
                    <a:pt x="2710187" y="610561"/>
                  </a:lnTo>
                  <a:lnTo>
                    <a:pt x="2644787" y="620699"/>
                  </a:lnTo>
                  <a:lnTo>
                    <a:pt x="2579387" y="629356"/>
                  </a:lnTo>
                  <a:lnTo>
                    <a:pt x="2513987" y="628207"/>
                  </a:lnTo>
                  <a:lnTo>
                    <a:pt x="2448587" y="620615"/>
                  </a:lnTo>
                  <a:lnTo>
                    <a:pt x="2383187" y="613805"/>
                  </a:lnTo>
                  <a:lnTo>
                    <a:pt x="2317787" y="611981"/>
                  </a:lnTo>
                  <a:lnTo>
                    <a:pt x="2252387" y="611521"/>
                  </a:lnTo>
                  <a:lnTo>
                    <a:pt x="2186987" y="612388"/>
                  </a:lnTo>
                  <a:lnTo>
                    <a:pt x="2121587" y="613268"/>
                  </a:lnTo>
                  <a:lnTo>
                    <a:pt x="2056187" y="613602"/>
                  </a:lnTo>
                  <a:lnTo>
                    <a:pt x="1990787" y="614446"/>
                  </a:lnTo>
                  <a:lnTo>
                    <a:pt x="1925387" y="615359"/>
                  </a:lnTo>
                  <a:lnTo>
                    <a:pt x="1859987" y="615835"/>
                  </a:lnTo>
                  <a:lnTo>
                    <a:pt x="1794587" y="618010"/>
                  </a:lnTo>
                  <a:lnTo>
                    <a:pt x="1729187" y="621076"/>
                  </a:lnTo>
                  <a:lnTo>
                    <a:pt x="1663787" y="621838"/>
                  </a:lnTo>
                  <a:lnTo>
                    <a:pt x="1598387" y="619515"/>
                  </a:lnTo>
                  <a:lnTo>
                    <a:pt x="1532987" y="615144"/>
                  </a:lnTo>
                  <a:lnTo>
                    <a:pt x="1467587" y="612338"/>
                  </a:lnTo>
                  <a:lnTo>
                    <a:pt x="1402187" y="615299"/>
                  </a:lnTo>
                  <a:lnTo>
                    <a:pt x="1336787" y="619706"/>
                  </a:lnTo>
                  <a:lnTo>
                    <a:pt x="1271387" y="620834"/>
                  </a:lnTo>
                  <a:lnTo>
                    <a:pt x="1205987" y="621424"/>
                  </a:lnTo>
                  <a:lnTo>
                    <a:pt x="1140587" y="623958"/>
                  </a:lnTo>
                  <a:lnTo>
                    <a:pt x="1075187" y="626542"/>
                  </a:lnTo>
                  <a:lnTo>
                    <a:pt x="1009787" y="626862"/>
                  </a:lnTo>
                  <a:lnTo>
                    <a:pt x="944387" y="622234"/>
                  </a:lnTo>
                  <a:lnTo>
                    <a:pt x="878987" y="614674"/>
                  </a:lnTo>
                  <a:lnTo>
                    <a:pt x="813587" y="610816"/>
                  </a:lnTo>
                  <a:lnTo>
                    <a:pt x="748187" y="610292"/>
                  </a:lnTo>
                  <a:lnTo>
                    <a:pt x="682787" y="607542"/>
                  </a:lnTo>
                  <a:lnTo>
                    <a:pt x="617387" y="604275"/>
                  </a:lnTo>
                  <a:lnTo>
                    <a:pt x="551987" y="605218"/>
                  </a:lnTo>
                  <a:lnTo>
                    <a:pt x="486587" y="609757"/>
                  </a:lnTo>
                  <a:lnTo>
                    <a:pt x="421187" y="613564"/>
                  </a:lnTo>
                  <a:lnTo>
                    <a:pt x="355787" y="614452"/>
                  </a:lnTo>
                  <a:lnTo>
                    <a:pt x="287225" y="614405"/>
                  </a:lnTo>
                  <a:lnTo>
                    <a:pt x="223055" y="604553"/>
                  </a:lnTo>
                  <a:lnTo>
                    <a:pt x="162822" y="579943"/>
                  </a:lnTo>
                  <a:lnTo>
                    <a:pt x="107610" y="544954"/>
                  </a:lnTo>
                  <a:lnTo>
                    <a:pt x="59891" y="499371"/>
                  </a:lnTo>
                  <a:lnTo>
                    <a:pt x="23466" y="443719"/>
                  </a:lnTo>
                  <a:lnTo>
                    <a:pt x="2769" y="380435"/>
                  </a:lnTo>
                  <a:lnTo>
                    <a:pt x="515" y="308833"/>
                  </a:lnTo>
                  <a:lnTo>
                    <a:pt x="13302" y="245297"/>
                  </a:lnTo>
                  <a:lnTo>
                    <a:pt x="34680" y="185271"/>
                  </a:lnTo>
                  <a:lnTo>
                    <a:pt x="65666" y="129605"/>
                  </a:lnTo>
                  <a:lnTo>
                    <a:pt x="108556" y="82247"/>
                  </a:lnTo>
                  <a:lnTo>
                    <a:pt x="160633" y="45179"/>
                  </a:lnTo>
                  <a:lnTo>
                    <a:pt x="219528" y="20545"/>
                  </a:lnTo>
                  <a:lnTo>
                    <a:pt x="282294" y="10425"/>
                  </a:lnTo>
                  <a:lnTo>
                    <a:pt x="308833" y="0"/>
                  </a:lnTo>
                  <a:close/>
                </a:path>
              </a:pathLst>
            </a:custGeom>
            <a:solidFill>
              <a:srgbClr val="F9EACE"/>
            </a:solidFill>
            <a:ln w="10900" cap="flat">
              <a:solidFill>
                <a:srgbClr val="FCF5E8"/>
              </a:solidFill>
              <a:round/>
            </a:ln>
          </p:spPr>
          <p:txBody>
            <a:bodyPr anchor="ctr" lIns="0" wrap="square" rtlCol="0" rIns="0" tIns="0" bIns="11000"/>
            <a:lstStyle/>
            <a:p>
              <a:pPr algn="ctr">
                <a:lnSpc>
                  <a:spcPct val="100000"/>
                </a:lnSpc>
              </a:pPr>
              <a:r>
                <a:rPr sz="1540">
                  <a:solidFill>
                    <a:srgbClr val="5933B8"/>
                  </a:solidFill>
                  <a:latin typeface="標楷體"/>
                </a:rPr>
                <a:t>推論：</a:t>
              </a:r>
              <a:r>
                <a:rPr sz="1540">
                  <a:solidFill>
                    <a:srgbClr val="2D9F7D"/>
                  </a:solidFill>
                  <a:latin typeface="Arial"/>
                </a:rPr>
                <a:t>瓦格納集團的兇殘之路：被普丁犧牲的送死傭兵？國際能否制裁打擊？</a:t>
              </a:r>
              <a:r>
                <a:rPr sz="1540">
                  <a:solidFill>
                    <a:srgbClr val="000000"/>
                  </a:solidFill>
                  <a:latin typeface="標楷體"/>
                </a:rPr>
                <a:t>⇨？</a:t>
              </a:r>
            </a:p>
          </p:txBody>
        </p:sp>
        <p:sp>
          <p:nvSpPr>
            <p:cNvPr id="185" name="SubTopic"/>
            <p:cNvSpPr/>
            <p:nvPr/>
          </p:nvSpPr>
          <p:spPr>
            <a:xfrm>
              <a:off x="3857042" y="5072771"/>
              <a:ext cy="617667" cx="4263272"/>
            </a:xfrm>
            <a:custGeom>
              <a:avLst/>
              <a:gdLst>
                <a:gd fmla="*/ 231298 w 4263272" name="rtl"/>
                <a:gd fmla="*/ 42510 h 617667" name="rtt"/>
                <a:gd fmla="*/ 4049364 w 4263272" name="rtr"/>
                <a:gd fmla="*/ 594777 h 617667" name="rtb"/>
              </a:gdLst>
              <a:ahLst/>
              <a:cxnLst/>
              <a:rect r="rtr" b="rtb" l="rtl" t="rtt"/>
              <a:pathLst>
                <a:path w="4263272" h="617667">
                  <a:moveTo>
                    <a:pt x="308833" y="0"/>
                  </a:moveTo>
                  <a:lnTo>
                    <a:pt x="374233" y="3879"/>
                  </a:lnTo>
                  <a:lnTo>
                    <a:pt x="439633" y="3437"/>
                  </a:lnTo>
                  <a:lnTo>
                    <a:pt x="505033" y="2621"/>
                  </a:lnTo>
                  <a:lnTo>
                    <a:pt x="570433" y="2246"/>
                  </a:lnTo>
                  <a:lnTo>
                    <a:pt x="635833" y="-134"/>
                  </a:lnTo>
                  <a:lnTo>
                    <a:pt x="701233" y="-3583"/>
                  </a:lnTo>
                  <a:lnTo>
                    <a:pt x="766633" y="-4195"/>
                  </a:lnTo>
                  <a:lnTo>
                    <a:pt x="832033" y="-665"/>
                  </a:lnTo>
                  <a:lnTo>
                    <a:pt x="897433" y="2274"/>
                  </a:lnTo>
                  <a:lnTo>
                    <a:pt x="962833" y="3059"/>
                  </a:lnTo>
                  <a:lnTo>
                    <a:pt x="1028233" y="903"/>
                  </a:lnTo>
                  <a:lnTo>
                    <a:pt x="1093633" y="-3915"/>
                  </a:lnTo>
                  <a:lnTo>
                    <a:pt x="1159033" y="-6521"/>
                  </a:lnTo>
                  <a:lnTo>
                    <a:pt x="1224433" y="-5309"/>
                  </a:lnTo>
                  <a:lnTo>
                    <a:pt x="1289833" y="762"/>
                  </a:lnTo>
                  <a:lnTo>
                    <a:pt x="1355233" y="6868"/>
                  </a:lnTo>
                  <a:lnTo>
                    <a:pt x="1420633" y="7758"/>
                  </a:lnTo>
                  <a:lnTo>
                    <a:pt x="1486033" y="3963"/>
                  </a:lnTo>
                  <a:lnTo>
                    <a:pt x="1551433" y="-1349"/>
                  </a:lnTo>
                  <a:lnTo>
                    <a:pt x="1616833" y="-3045"/>
                  </a:lnTo>
                  <a:lnTo>
                    <a:pt x="1682233" y="-2724"/>
                  </a:lnTo>
                  <a:lnTo>
                    <a:pt x="1747633" y="-1886"/>
                  </a:lnTo>
                  <a:lnTo>
                    <a:pt x="1813033" y="-1503"/>
                  </a:lnTo>
                  <a:lnTo>
                    <a:pt x="1878433" y="-625"/>
                  </a:lnTo>
                  <a:lnTo>
                    <a:pt x="1943833" y="3617"/>
                  </a:lnTo>
                  <a:lnTo>
                    <a:pt x="2009233" y="8710"/>
                  </a:lnTo>
                  <a:lnTo>
                    <a:pt x="2074633" y="9775"/>
                  </a:lnTo>
                  <a:lnTo>
                    <a:pt x="2140033" y="7301"/>
                  </a:lnTo>
                  <a:lnTo>
                    <a:pt x="2205433" y="2235"/>
                  </a:lnTo>
                  <a:lnTo>
                    <a:pt x="2270833" y="-687"/>
                  </a:lnTo>
                  <a:lnTo>
                    <a:pt x="2336233" y="-2796"/>
                  </a:lnTo>
                  <a:lnTo>
                    <a:pt x="2401633" y="-8351"/>
                  </a:lnTo>
                  <a:lnTo>
                    <a:pt x="2467033" y="-12808"/>
                  </a:lnTo>
                  <a:lnTo>
                    <a:pt x="2532433" y="-12382"/>
                  </a:lnTo>
                  <a:lnTo>
                    <a:pt x="2597833" y="-9980"/>
                  </a:lnTo>
                  <a:lnTo>
                    <a:pt x="2663233" y="-7345"/>
                  </a:lnTo>
                  <a:lnTo>
                    <a:pt x="2728633" y="-6293"/>
                  </a:lnTo>
                  <a:lnTo>
                    <a:pt x="2794033" y="-383"/>
                  </a:lnTo>
                  <a:lnTo>
                    <a:pt x="2859433" y="7064"/>
                  </a:lnTo>
                  <a:lnTo>
                    <a:pt x="2924833" y="10270"/>
                  </a:lnTo>
                  <a:lnTo>
                    <a:pt x="2990233" y="9931"/>
                  </a:lnTo>
                  <a:lnTo>
                    <a:pt x="3055633" y="8416"/>
                  </a:lnTo>
                  <a:lnTo>
                    <a:pt x="3121033" y="6016"/>
                  </a:lnTo>
                  <a:lnTo>
                    <a:pt x="3186433" y="5750"/>
                  </a:lnTo>
                  <a:lnTo>
                    <a:pt x="3251833" y="4867"/>
                  </a:lnTo>
                  <a:lnTo>
                    <a:pt x="3317233" y="1661"/>
                  </a:lnTo>
                  <a:lnTo>
                    <a:pt x="3382633" y="227"/>
                  </a:lnTo>
                  <a:lnTo>
                    <a:pt x="3448033" y="-1849"/>
                  </a:lnTo>
                  <a:lnTo>
                    <a:pt x="3513433" y="-6529"/>
                  </a:lnTo>
                  <a:lnTo>
                    <a:pt x="3578833" y="-8963"/>
                  </a:lnTo>
                  <a:lnTo>
                    <a:pt x="3644233" y="-8557"/>
                  </a:lnTo>
                  <a:lnTo>
                    <a:pt x="3709633" y="-7556"/>
                  </a:lnTo>
                  <a:lnTo>
                    <a:pt x="3775033" y="-7266"/>
                  </a:lnTo>
                  <a:lnTo>
                    <a:pt x="3840433" y="-6098"/>
                  </a:lnTo>
                  <a:lnTo>
                    <a:pt x="3905833" y="-1355"/>
                  </a:lnTo>
                  <a:lnTo>
                    <a:pt x="3976087" y="2682"/>
                  </a:lnTo>
                  <a:lnTo>
                    <a:pt x="4039844" y="14401"/>
                  </a:lnTo>
                  <a:lnTo>
                    <a:pt x="4102307" y="34284"/>
                  </a:lnTo>
                  <a:lnTo>
                    <a:pt x="4160719" y="66783"/>
                  </a:lnTo>
                  <a:lnTo>
                    <a:pt x="4208514" y="114361"/>
                  </a:lnTo>
                  <a:lnTo>
                    <a:pt x="4242245" y="172793"/>
                  </a:lnTo>
                  <a:lnTo>
                    <a:pt x="4261321" y="237041"/>
                  </a:lnTo>
                  <a:lnTo>
                    <a:pt x="4268274" y="308833"/>
                  </a:lnTo>
                  <a:lnTo>
                    <a:pt x="4261727" y="374885"/>
                  </a:lnTo>
                  <a:lnTo>
                    <a:pt x="4242714" y="438770"/>
                  </a:lnTo>
                  <a:lnTo>
                    <a:pt x="4210767" y="497779"/>
                  </a:lnTo>
                  <a:lnTo>
                    <a:pt x="4165568" y="547688"/>
                  </a:lnTo>
                  <a:lnTo>
                    <a:pt x="4109307" y="584323"/>
                  </a:lnTo>
                  <a:lnTo>
                    <a:pt x="4047293" y="608593"/>
                  </a:lnTo>
                  <a:lnTo>
                    <a:pt x="3982129" y="620360"/>
                  </a:lnTo>
                  <a:lnTo>
                    <a:pt x="3910839" y="619602"/>
                  </a:lnTo>
                  <a:lnTo>
                    <a:pt x="3845439" y="615947"/>
                  </a:lnTo>
                  <a:lnTo>
                    <a:pt x="3780039" y="614849"/>
                  </a:lnTo>
                  <a:lnTo>
                    <a:pt x="3714639" y="614437"/>
                  </a:lnTo>
                  <a:lnTo>
                    <a:pt x="3649239" y="612143"/>
                  </a:lnTo>
                  <a:lnTo>
                    <a:pt x="3583839" y="609160"/>
                  </a:lnTo>
                  <a:lnTo>
                    <a:pt x="3518439" y="608359"/>
                  </a:lnTo>
                  <a:lnTo>
                    <a:pt x="3453039" y="609872"/>
                  </a:lnTo>
                  <a:lnTo>
                    <a:pt x="3387639" y="611439"/>
                  </a:lnTo>
                  <a:lnTo>
                    <a:pt x="3322239" y="612358"/>
                  </a:lnTo>
                  <a:lnTo>
                    <a:pt x="3256839" y="611066"/>
                  </a:lnTo>
                  <a:lnTo>
                    <a:pt x="3191439" y="607853"/>
                  </a:lnTo>
                  <a:lnTo>
                    <a:pt x="3126039" y="604726"/>
                  </a:lnTo>
                  <a:lnTo>
                    <a:pt x="3060639" y="605794"/>
                  </a:lnTo>
                  <a:lnTo>
                    <a:pt x="2995239" y="611795"/>
                  </a:lnTo>
                  <a:lnTo>
                    <a:pt x="2929839" y="617471"/>
                  </a:lnTo>
                  <a:lnTo>
                    <a:pt x="2864439" y="618415"/>
                  </a:lnTo>
                  <a:lnTo>
                    <a:pt x="2799039" y="615038"/>
                  </a:lnTo>
                  <a:lnTo>
                    <a:pt x="2733639" y="609511"/>
                  </a:lnTo>
                  <a:lnTo>
                    <a:pt x="2668239" y="606262"/>
                  </a:lnTo>
                  <a:lnTo>
                    <a:pt x="2602839" y="610561"/>
                  </a:lnTo>
                  <a:lnTo>
                    <a:pt x="2537439" y="620699"/>
                  </a:lnTo>
                  <a:lnTo>
                    <a:pt x="2472039" y="629356"/>
                  </a:lnTo>
                  <a:lnTo>
                    <a:pt x="2406639" y="628207"/>
                  </a:lnTo>
                  <a:lnTo>
                    <a:pt x="2341239" y="620615"/>
                  </a:lnTo>
                  <a:lnTo>
                    <a:pt x="2275839" y="613805"/>
                  </a:lnTo>
                  <a:lnTo>
                    <a:pt x="2210439" y="611981"/>
                  </a:lnTo>
                  <a:lnTo>
                    <a:pt x="2145039" y="611521"/>
                  </a:lnTo>
                  <a:lnTo>
                    <a:pt x="2079639" y="612388"/>
                  </a:lnTo>
                  <a:lnTo>
                    <a:pt x="2014239" y="613268"/>
                  </a:lnTo>
                  <a:lnTo>
                    <a:pt x="1948839" y="613602"/>
                  </a:lnTo>
                  <a:lnTo>
                    <a:pt x="1883439" y="614446"/>
                  </a:lnTo>
                  <a:lnTo>
                    <a:pt x="1818039" y="615359"/>
                  </a:lnTo>
                  <a:lnTo>
                    <a:pt x="1752639" y="615835"/>
                  </a:lnTo>
                  <a:lnTo>
                    <a:pt x="1687239" y="618010"/>
                  </a:lnTo>
                  <a:lnTo>
                    <a:pt x="1621839" y="621076"/>
                  </a:lnTo>
                  <a:lnTo>
                    <a:pt x="1556439" y="621838"/>
                  </a:lnTo>
                  <a:lnTo>
                    <a:pt x="1491039" y="619515"/>
                  </a:lnTo>
                  <a:lnTo>
                    <a:pt x="1425639" y="615144"/>
                  </a:lnTo>
                  <a:lnTo>
                    <a:pt x="1360239" y="612338"/>
                  </a:lnTo>
                  <a:lnTo>
                    <a:pt x="1294839" y="615299"/>
                  </a:lnTo>
                  <a:lnTo>
                    <a:pt x="1229439" y="619706"/>
                  </a:lnTo>
                  <a:lnTo>
                    <a:pt x="1164039" y="620834"/>
                  </a:lnTo>
                  <a:lnTo>
                    <a:pt x="1098639" y="621424"/>
                  </a:lnTo>
                  <a:lnTo>
                    <a:pt x="1033239" y="623958"/>
                  </a:lnTo>
                  <a:lnTo>
                    <a:pt x="967839" y="626542"/>
                  </a:lnTo>
                  <a:lnTo>
                    <a:pt x="902439" y="626862"/>
                  </a:lnTo>
                  <a:lnTo>
                    <a:pt x="837039" y="622234"/>
                  </a:lnTo>
                  <a:lnTo>
                    <a:pt x="771639" y="614674"/>
                  </a:lnTo>
                  <a:lnTo>
                    <a:pt x="706239" y="610816"/>
                  </a:lnTo>
                  <a:lnTo>
                    <a:pt x="640839" y="610292"/>
                  </a:lnTo>
                  <a:lnTo>
                    <a:pt x="575439" y="607542"/>
                  </a:lnTo>
                  <a:lnTo>
                    <a:pt x="510039" y="604275"/>
                  </a:lnTo>
                  <a:lnTo>
                    <a:pt x="444639" y="605218"/>
                  </a:lnTo>
                  <a:lnTo>
                    <a:pt x="379239" y="609757"/>
                  </a:lnTo>
                  <a:lnTo>
                    <a:pt x="308833" y="613564"/>
                  </a:lnTo>
                  <a:lnTo>
                    <a:pt x="244586" y="607688"/>
                  </a:lnTo>
                  <a:lnTo>
                    <a:pt x="182931" y="588170"/>
                  </a:lnTo>
                  <a:lnTo>
                    <a:pt x="126178" y="556642"/>
                  </a:lnTo>
                  <a:lnTo>
                    <a:pt x="78156" y="512730"/>
                  </a:lnTo>
                  <a:lnTo>
                    <a:pt x="38358" y="460876"/>
                  </a:lnTo>
                  <a:lnTo>
                    <a:pt x="9317" y="401612"/>
                  </a:lnTo>
                  <a:lnTo>
                    <a:pt x="-5512" y="336771"/>
                  </a:lnTo>
                  <a:lnTo>
                    <a:pt x="-2339" y="264618"/>
                  </a:lnTo>
                  <a:lnTo>
                    <a:pt x="19434" y="202247"/>
                  </a:lnTo>
                  <a:lnTo>
                    <a:pt x="53480" y="147104"/>
                  </a:lnTo>
                  <a:lnTo>
                    <a:pt x="94337" y="98182"/>
                  </a:lnTo>
                  <a:lnTo>
                    <a:pt x="142605" y="56584"/>
                  </a:lnTo>
                  <a:lnTo>
                    <a:pt x="199178" y="26919"/>
                  </a:lnTo>
                  <a:lnTo>
                    <a:pt x="260865" y="10221"/>
                  </a:lnTo>
                  <a:lnTo>
                    <a:pt x="308833" y="0"/>
                  </a:lnTo>
                  <a:close/>
                </a:path>
              </a:pathLst>
            </a:custGeom>
            <a:solidFill>
              <a:srgbClr val="F9EACE"/>
            </a:solidFill>
            <a:ln w="10900" cap="flat">
              <a:solidFill>
                <a:srgbClr val="FCF5E8"/>
              </a:solidFill>
              <a:round/>
            </a:ln>
          </p:spPr>
          <p:txBody>
            <a:bodyPr anchor="ctr" lIns="0" wrap="square" rtlCol="0" rIns="0" tIns="0" bIns="11000"/>
            <a:lstStyle/>
            <a:p>
              <a:pPr algn="ctr">
                <a:lnSpc>
                  <a:spcPct val="100000"/>
                </a:lnSpc>
              </a:pPr>
              <a:r>
                <a:rPr sz="1540">
                  <a:solidFill>
                    <a:srgbClr val="5933B8"/>
                  </a:solidFill>
                  <a:latin typeface="標楷體"/>
                </a:rPr>
                <a:t>推論：</a:t>
              </a:r>
              <a:r>
                <a:rPr sz="1540">
                  <a:solidFill>
                    <a:srgbClr val="2D9F7D"/>
                  </a:solidFill>
                  <a:latin typeface="Arial"/>
                </a:rPr>
                <a:t>非洲多國戰亂動盪，人民挨餓成難民</a:t>
              </a:r>
              <a:r>
                <a:rPr sz="1540">
                  <a:solidFill>
                    <a:srgbClr val="000000"/>
                  </a:solidFill>
                  <a:latin typeface="標楷體"/>
                </a:rPr>
                <a:t>⇨？</a:t>
              </a:r>
            </a:p>
          </p:txBody>
        </p:sp>
        <p:sp>
          <p:nvSpPr>
            <p:cNvPr id="235" name="MainTopic"/>
            <p:cNvSpPr/>
            <p:nvPr/>
          </p:nvSpPr>
          <p:spPr>
            <a:xfrm>
              <a:off x="986988" y="959523"/>
              <a:ext cy="472333" cx="3946236"/>
            </a:xfrm>
            <a:custGeom>
              <a:avLst/>
              <a:gdLst>
                <a:gd fmla="*/ 161538 w 3946236" name="rtl"/>
                <a:gd fmla="*/ 107910 h 472333" name="rtt"/>
                <a:gd fmla="*/ 3704038 w 3946236" name="rtr"/>
                <a:gd fmla="*/ 384043 h 472333" name="rtb"/>
              </a:gdLst>
              <a:ahLst/>
              <a:cxnLst/>
              <a:rect r="rtr" b="rtb" l="rtl" t="rtt"/>
              <a:pathLst>
                <a:path w="3946236" h="472333">
                  <a:moveTo>
                    <a:pt x="236167" y="0"/>
                  </a:moveTo>
                  <a:lnTo>
                    <a:pt x="301567" y="3879"/>
                  </a:lnTo>
                  <a:lnTo>
                    <a:pt x="366967" y="3437"/>
                  </a:lnTo>
                  <a:lnTo>
                    <a:pt x="432367" y="2621"/>
                  </a:lnTo>
                  <a:lnTo>
                    <a:pt x="497767" y="2246"/>
                  </a:lnTo>
                  <a:lnTo>
                    <a:pt x="563167" y="-134"/>
                  </a:lnTo>
                  <a:lnTo>
                    <a:pt x="628567" y="-3583"/>
                  </a:lnTo>
                  <a:lnTo>
                    <a:pt x="693967" y="-4195"/>
                  </a:lnTo>
                  <a:lnTo>
                    <a:pt x="759367" y="-665"/>
                  </a:lnTo>
                  <a:lnTo>
                    <a:pt x="824767" y="2274"/>
                  </a:lnTo>
                  <a:lnTo>
                    <a:pt x="890167" y="3059"/>
                  </a:lnTo>
                  <a:lnTo>
                    <a:pt x="955567" y="903"/>
                  </a:lnTo>
                  <a:lnTo>
                    <a:pt x="1020967" y="-3915"/>
                  </a:lnTo>
                  <a:lnTo>
                    <a:pt x="1086367" y="-6521"/>
                  </a:lnTo>
                  <a:lnTo>
                    <a:pt x="1151767" y="-5309"/>
                  </a:lnTo>
                  <a:lnTo>
                    <a:pt x="1217167" y="762"/>
                  </a:lnTo>
                  <a:lnTo>
                    <a:pt x="1282567" y="6868"/>
                  </a:lnTo>
                  <a:lnTo>
                    <a:pt x="1347967" y="7758"/>
                  </a:lnTo>
                  <a:lnTo>
                    <a:pt x="1413367" y="3963"/>
                  </a:lnTo>
                  <a:lnTo>
                    <a:pt x="1478767" y="-1349"/>
                  </a:lnTo>
                  <a:lnTo>
                    <a:pt x="1544167" y="-3045"/>
                  </a:lnTo>
                  <a:lnTo>
                    <a:pt x="1609567" y="-2724"/>
                  </a:lnTo>
                  <a:lnTo>
                    <a:pt x="1674967" y="-1886"/>
                  </a:lnTo>
                  <a:lnTo>
                    <a:pt x="1740367" y="-1503"/>
                  </a:lnTo>
                  <a:lnTo>
                    <a:pt x="1805767" y="-625"/>
                  </a:lnTo>
                  <a:lnTo>
                    <a:pt x="1871167" y="3617"/>
                  </a:lnTo>
                  <a:lnTo>
                    <a:pt x="1936567" y="8710"/>
                  </a:lnTo>
                  <a:lnTo>
                    <a:pt x="2001967" y="9775"/>
                  </a:lnTo>
                  <a:lnTo>
                    <a:pt x="2067367" y="7301"/>
                  </a:lnTo>
                  <a:lnTo>
                    <a:pt x="2132767" y="2235"/>
                  </a:lnTo>
                  <a:lnTo>
                    <a:pt x="2198167" y="-687"/>
                  </a:lnTo>
                  <a:lnTo>
                    <a:pt x="2263567" y="-2796"/>
                  </a:lnTo>
                  <a:lnTo>
                    <a:pt x="2328967" y="-8351"/>
                  </a:lnTo>
                  <a:lnTo>
                    <a:pt x="2394367" y="-12808"/>
                  </a:lnTo>
                  <a:lnTo>
                    <a:pt x="2459767" y="-12382"/>
                  </a:lnTo>
                  <a:lnTo>
                    <a:pt x="2525167" y="-9980"/>
                  </a:lnTo>
                  <a:lnTo>
                    <a:pt x="2590567" y="-7345"/>
                  </a:lnTo>
                  <a:lnTo>
                    <a:pt x="2655967" y="-6293"/>
                  </a:lnTo>
                  <a:lnTo>
                    <a:pt x="2721367" y="-383"/>
                  </a:lnTo>
                  <a:lnTo>
                    <a:pt x="2786767" y="7064"/>
                  </a:lnTo>
                  <a:lnTo>
                    <a:pt x="2852167" y="10270"/>
                  </a:lnTo>
                  <a:lnTo>
                    <a:pt x="2917567" y="9931"/>
                  </a:lnTo>
                  <a:lnTo>
                    <a:pt x="2982967" y="8416"/>
                  </a:lnTo>
                  <a:lnTo>
                    <a:pt x="3048367" y="6016"/>
                  </a:lnTo>
                  <a:lnTo>
                    <a:pt x="3113767" y="5750"/>
                  </a:lnTo>
                  <a:lnTo>
                    <a:pt x="3179167" y="4867"/>
                  </a:lnTo>
                  <a:lnTo>
                    <a:pt x="3244567" y="1661"/>
                  </a:lnTo>
                  <a:lnTo>
                    <a:pt x="3309967" y="227"/>
                  </a:lnTo>
                  <a:lnTo>
                    <a:pt x="3375367" y="-1849"/>
                  </a:lnTo>
                  <a:lnTo>
                    <a:pt x="3440767" y="-6529"/>
                  </a:lnTo>
                  <a:lnTo>
                    <a:pt x="3506167" y="-8963"/>
                  </a:lnTo>
                  <a:lnTo>
                    <a:pt x="3571567" y="-8557"/>
                  </a:lnTo>
                  <a:lnTo>
                    <a:pt x="3636967" y="-7556"/>
                  </a:lnTo>
                  <a:lnTo>
                    <a:pt x="3710069" y="-7266"/>
                  </a:lnTo>
                  <a:lnTo>
                    <a:pt x="3776309" y="3070"/>
                  </a:lnTo>
                  <a:lnTo>
                    <a:pt x="3834996" y="34111"/>
                  </a:lnTo>
                  <a:lnTo>
                    <a:pt x="3883026" y="78198"/>
                  </a:lnTo>
                  <a:lnTo>
                    <a:pt x="3919295" y="131660"/>
                  </a:lnTo>
                  <a:lnTo>
                    <a:pt x="3945079" y="191851"/>
                  </a:lnTo>
                  <a:lnTo>
                    <a:pt x="3954391" y="258772"/>
                  </a:lnTo>
                  <a:lnTo>
                    <a:pt x="3940743" y="325419"/>
                  </a:lnTo>
                  <a:lnTo>
                    <a:pt x="3906180" y="384039"/>
                  </a:lnTo>
                  <a:lnTo>
                    <a:pt x="3856381" y="429489"/>
                  </a:lnTo>
                  <a:lnTo>
                    <a:pt x="3797521" y="460990"/>
                  </a:lnTo>
                  <a:lnTo>
                    <a:pt x="3732763" y="476690"/>
                  </a:lnTo>
                  <a:lnTo>
                    <a:pt x="3666469" y="479628"/>
                  </a:lnTo>
                  <a:lnTo>
                    <a:pt x="3601069" y="481918"/>
                  </a:lnTo>
                  <a:lnTo>
                    <a:pt x="3535669" y="482284"/>
                  </a:lnTo>
                  <a:lnTo>
                    <a:pt x="3470269" y="479479"/>
                  </a:lnTo>
                  <a:lnTo>
                    <a:pt x="3404869" y="477229"/>
                  </a:lnTo>
                  <a:lnTo>
                    <a:pt x="3339469" y="476236"/>
                  </a:lnTo>
                  <a:lnTo>
                    <a:pt x="3274069" y="474268"/>
                  </a:lnTo>
                  <a:lnTo>
                    <a:pt x="3208669" y="470613"/>
                  </a:lnTo>
                  <a:lnTo>
                    <a:pt x="3143269" y="469515"/>
                  </a:lnTo>
                  <a:lnTo>
                    <a:pt x="3077869" y="469103"/>
                  </a:lnTo>
                  <a:lnTo>
                    <a:pt x="3012469" y="466810"/>
                  </a:lnTo>
                  <a:lnTo>
                    <a:pt x="2947069" y="463826"/>
                  </a:lnTo>
                  <a:lnTo>
                    <a:pt x="2881669" y="463026"/>
                  </a:lnTo>
                  <a:lnTo>
                    <a:pt x="2816269" y="464539"/>
                  </a:lnTo>
                  <a:lnTo>
                    <a:pt x="2750869" y="466106"/>
                  </a:lnTo>
                  <a:lnTo>
                    <a:pt x="2685469" y="467024"/>
                  </a:lnTo>
                  <a:lnTo>
                    <a:pt x="2620069" y="465733"/>
                  </a:lnTo>
                  <a:lnTo>
                    <a:pt x="2554669" y="462520"/>
                  </a:lnTo>
                  <a:lnTo>
                    <a:pt x="2489269" y="459392"/>
                  </a:lnTo>
                  <a:lnTo>
                    <a:pt x="2423869" y="460460"/>
                  </a:lnTo>
                  <a:lnTo>
                    <a:pt x="2358469" y="466462"/>
                  </a:lnTo>
                  <a:lnTo>
                    <a:pt x="2293069" y="472137"/>
                  </a:lnTo>
                  <a:lnTo>
                    <a:pt x="2227669" y="473081"/>
                  </a:lnTo>
                  <a:lnTo>
                    <a:pt x="2162269" y="469705"/>
                  </a:lnTo>
                  <a:lnTo>
                    <a:pt x="2096869" y="464178"/>
                  </a:lnTo>
                  <a:lnTo>
                    <a:pt x="2031469" y="460929"/>
                  </a:lnTo>
                  <a:lnTo>
                    <a:pt x="1966069" y="465228"/>
                  </a:lnTo>
                  <a:lnTo>
                    <a:pt x="1900669" y="475366"/>
                  </a:lnTo>
                  <a:lnTo>
                    <a:pt x="1835269" y="484023"/>
                  </a:lnTo>
                  <a:lnTo>
                    <a:pt x="1769869" y="482873"/>
                  </a:lnTo>
                  <a:lnTo>
                    <a:pt x="1704469" y="475282"/>
                  </a:lnTo>
                  <a:lnTo>
                    <a:pt x="1639069" y="468471"/>
                  </a:lnTo>
                  <a:lnTo>
                    <a:pt x="1573669" y="466648"/>
                  </a:lnTo>
                  <a:lnTo>
                    <a:pt x="1508269" y="466188"/>
                  </a:lnTo>
                  <a:lnTo>
                    <a:pt x="1442869" y="467055"/>
                  </a:lnTo>
                  <a:lnTo>
                    <a:pt x="1377469" y="467935"/>
                  </a:lnTo>
                  <a:lnTo>
                    <a:pt x="1312069" y="468269"/>
                  </a:lnTo>
                  <a:lnTo>
                    <a:pt x="1246669" y="469113"/>
                  </a:lnTo>
                  <a:lnTo>
                    <a:pt x="1181269" y="470026"/>
                  </a:lnTo>
                  <a:lnTo>
                    <a:pt x="1115869" y="470502"/>
                  </a:lnTo>
                  <a:lnTo>
                    <a:pt x="1050469" y="472677"/>
                  </a:lnTo>
                  <a:lnTo>
                    <a:pt x="985069" y="475743"/>
                  </a:lnTo>
                  <a:lnTo>
                    <a:pt x="919669" y="476504"/>
                  </a:lnTo>
                  <a:lnTo>
                    <a:pt x="854269" y="474181"/>
                  </a:lnTo>
                  <a:lnTo>
                    <a:pt x="788869" y="469811"/>
                  </a:lnTo>
                  <a:lnTo>
                    <a:pt x="723469" y="467005"/>
                  </a:lnTo>
                  <a:lnTo>
                    <a:pt x="658069" y="469966"/>
                  </a:lnTo>
                  <a:lnTo>
                    <a:pt x="592669" y="474373"/>
                  </a:lnTo>
                  <a:lnTo>
                    <a:pt x="527269" y="475501"/>
                  </a:lnTo>
                  <a:lnTo>
                    <a:pt x="461869" y="476091"/>
                  </a:lnTo>
                  <a:lnTo>
                    <a:pt x="396469" y="478625"/>
                  </a:lnTo>
                  <a:lnTo>
                    <a:pt x="331069" y="481208"/>
                  </a:lnTo>
                  <a:lnTo>
                    <a:pt x="265669" y="481529"/>
                  </a:lnTo>
                  <a:lnTo>
                    <a:pt x="191976" y="472853"/>
                  </a:lnTo>
                  <a:lnTo>
                    <a:pt x="132324" y="445001"/>
                  </a:lnTo>
                  <a:lnTo>
                    <a:pt x="81821" y="405768"/>
                  </a:lnTo>
                  <a:lnTo>
                    <a:pt x="41749" y="356844"/>
                  </a:lnTo>
                  <a:lnTo>
                    <a:pt x="18788" y="298370"/>
                  </a:lnTo>
                  <a:lnTo>
                    <a:pt x="13392" y="236167"/>
                  </a:lnTo>
                  <a:lnTo>
                    <a:pt x="20913" y="174987"/>
                  </a:lnTo>
                  <a:lnTo>
                    <a:pt x="41987" y="116120"/>
                  </a:lnTo>
                  <a:lnTo>
                    <a:pt x="79663" y="64813"/>
                  </a:lnTo>
                  <a:lnTo>
                    <a:pt x="132049" y="27718"/>
                  </a:lnTo>
                  <a:lnTo>
                    <a:pt x="192856" y="6517"/>
                  </a:lnTo>
                  <a:lnTo>
                    <a:pt x="236167" y="0"/>
                  </a:lnTo>
                  <a:close/>
                </a:path>
              </a:pathLst>
            </a:custGeom>
            <a:solidFill>
              <a:srgbClr val="F0C43D"/>
            </a:solidFill>
            <a:ln w="32700" cap="flat">
              <a:solidFill>
                <a:srgbClr val="F0C43D"/>
              </a:solidFill>
              <a:round/>
            </a:ln>
          </p:spPr>
          <p:txBody>
            <a:bodyPr anchor="ctr" lIns="0" wrap="none" rtlCol="0" rIns="0" tIns="0" bIns="11000"/>
            <a:lstStyle/>
            <a:p>
              <a:pPr algn="ctr">
                <a:lnSpc>
                  <a:spcPct val="100000"/>
                </a:lnSpc>
              </a:pPr>
              <a:r>
                <a:rPr b="1" sz="1760">
                  <a:solidFill>
                    <a:srgbClr val="FFFFFF"/>
                  </a:solidFill>
                  <a:latin typeface="標楷體"/>
                </a:rPr>
                <a:t>3.深度學習於自然語言處理應用</a:t>
              </a:r>
            </a:p>
          </p:txBody>
        </p:sp>
        <p:sp>
          <p:nvSpPr>
            <p:cNvPr id="427" name="SubTopic"/>
            <p:cNvSpPr/>
            <p:nvPr/>
          </p:nvSpPr>
          <p:spPr>
            <a:xfrm>
              <a:off x="3857042" y="3822904"/>
              <a:ext cy="457800" cx="3709633"/>
            </a:xfrm>
            <a:custGeom>
              <a:avLst/>
              <a:gdLst>
                <a:gd fmla="*/ 90470 w 3709633" name="rtl"/>
                <a:gd fmla="*/ 30520 h 457800" name="rtt"/>
                <a:gd fmla="*/ 3614803 w 3709633" name="rtr"/>
                <a:gd fmla="*/ 422920 h 457800" name="rtb"/>
              </a:gdLst>
              <a:ahLst/>
              <a:cxnLst/>
              <a:rect r="rtr" b="rtb" l="rtl" t="rtt"/>
              <a:pathLst>
                <a:path w="3709633" h="457800">
                  <a:moveTo>
                    <a:pt x="7486" y="411549"/>
                  </a:moveTo>
                  <a:lnTo>
                    <a:pt x="8293" y="392362"/>
                  </a:lnTo>
                  <a:cubicBezTo>
                    <a:pt x="9218" y="370357"/>
                    <a:pt x="10190" y="348750"/>
                    <a:pt x="11237" y="326947"/>
                  </a:cubicBezTo>
                  <a:cubicBezTo>
                    <a:pt x="12292" y="304975"/>
                    <a:pt x="12861" y="283389"/>
                    <a:pt x="12901" y="261597"/>
                  </a:cubicBezTo>
                  <a:cubicBezTo>
                    <a:pt x="12901" y="239548"/>
                    <a:pt x="12084" y="217916"/>
                    <a:pt x="10815" y="196103"/>
                  </a:cubicBezTo>
                  <a:cubicBezTo>
                    <a:pt x="9536" y="174106"/>
                    <a:pt x="8067" y="152517"/>
                    <a:pt x="6694" y="130723"/>
                  </a:cubicBezTo>
                  <a:cubicBezTo>
                    <a:pt x="5767" y="116023"/>
                    <a:pt x="5068" y="101490"/>
                    <a:pt x="4552" y="86949"/>
                  </a:cubicBezTo>
                  <a:cubicBezTo>
                    <a:pt x="3512" y="57668"/>
                    <a:pt x="-6457" y="18167"/>
                    <a:pt x="20124" y="5844"/>
                  </a:cubicBezTo>
                  <a:cubicBezTo>
                    <a:pt x="20772" y="5543"/>
                    <a:pt x="21441" y="5263"/>
                    <a:pt x="22131" y="5003"/>
                  </a:cubicBezTo>
                  <a:cubicBezTo>
                    <a:pt x="42786" y="-2799"/>
                    <a:pt x="65004" y="465"/>
                    <a:pt x="87238" y="2462"/>
                  </a:cubicBezTo>
                  <a:cubicBezTo>
                    <a:pt x="109153" y="4431"/>
                    <a:pt x="130784" y="3892"/>
                    <a:pt x="152607" y="3346"/>
                  </a:cubicBezTo>
                  <a:cubicBezTo>
                    <a:pt x="174597" y="2797"/>
                    <a:pt x="196200" y="2617"/>
                    <a:pt x="218001" y="2491"/>
                  </a:cubicBezTo>
                  <a:cubicBezTo>
                    <a:pt x="240011" y="2363"/>
                    <a:pt x="261622" y="1995"/>
                    <a:pt x="283426" y="1368"/>
                  </a:cubicBezTo>
                  <a:cubicBezTo>
                    <a:pt x="305444" y="736"/>
                    <a:pt x="327055" y="-221"/>
                    <a:pt x="348859" y="-1312"/>
                  </a:cubicBezTo>
                  <a:cubicBezTo>
                    <a:pt x="370828" y="-2412"/>
                    <a:pt x="392412" y="-3216"/>
                    <a:pt x="414204" y="-3664"/>
                  </a:cubicBezTo>
                  <a:cubicBezTo>
                    <a:pt x="436226" y="-4117"/>
                    <a:pt x="457848" y="-3754"/>
                    <a:pt x="479656" y="-2874"/>
                  </a:cubicBezTo>
                  <a:cubicBezTo>
                    <a:pt x="501657" y="-1987"/>
                    <a:pt x="523251" y="-823"/>
                    <a:pt x="545047" y="259"/>
                  </a:cubicBezTo>
                  <a:cubicBezTo>
                    <a:pt x="567017" y="1350"/>
                    <a:pt x="588608" y="2035"/>
                    <a:pt x="610404" y="2458"/>
                  </a:cubicBezTo>
                  <a:cubicBezTo>
                    <a:pt x="632408" y="2885"/>
                    <a:pt x="654018" y="2744"/>
                    <a:pt x="675821" y="2238"/>
                  </a:cubicBezTo>
                  <a:cubicBezTo>
                    <a:pt x="697870" y="1727"/>
                    <a:pt x="719500" y="633"/>
                    <a:pt x="741312" y="-794"/>
                  </a:cubicBezTo>
                  <a:cubicBezTo>
                    <a:pt x="763278" y="-2232"/>
                    <a:pt x="784852" y="-3592"/>
                    <a:pt x="806639" y="-4674"/>
                  </a:cubicBezTo>
                  <a:cubicBezTo>
                    <a:pt x="828612" y="-5766"/>
                    <a:pt x="850208" y="-6110"/>
                    <a:pt x="872006" y="-5984"/>
                  </a:cubicBezTo>
                  <a:cubicBezTo>
                    <a:pt x="894095" y="-5856"/>
                    <a:pt x="915750" y="-4786"/>
                    <a:pt x="937572" y="-3106"/>
                  </a:cubicBezTo>
                  <a:cubicBezTo>
                    <a:pt x="959600" y="-1411"/>
                    <a:pt x="981195" y="683"/>
                    <a:pt x="1002992" y="2778"/>
                  </a:cubicBezTo>
                  <a:cubicBezTo>
                    <a:pt x="1024888" y="4883"/>
                    <a:pt x="1046432" y="6242"/>
                    <a:pt x="1068208" y="6958"/>
                  </a:cubicBezTo>
                  <a:cubicBezTo>
                    <a:pt x="1090229" y="7682"/>
                    <a:pt x="1111855" y="7301"/>
                    <a:pt x="1133666" y="6346"/>
                  </a:cubicBezTo>
                  <a:cubicBezTo>
                    <a:pt x="1155713" y="5380"/>
                    <a:pt x="1177333" y="3861"/>
                    <a:pt x="1199141" y="2156"/>
                  </a:cubicBezTo>
                  <a:cubicBezTo>
                    <a:pt x="1221077" y="441"/>
                    <a:pt x="1242637" y="-884"/>
                    <a:pt x="1264419" y="-1759"/>
                  </a:cubicBezTo>
                  <a:cubicBezTo>
                    <a:pt x="1286398" y="-2642"/>
                    <a:pt x="1308000" y="-2884"/>
                    <a:pt x="1329800" y="-2889"/>
                  </a:cubicBezTo>
                  <a:cubicBezTo>
                    <a:pt x="1351799" y="-2889"/>
                    <a:pt x="1373403" y="-2693"/>
                    <a:pt x="1395203" y="-2436"/>
                  </a:cubicBezTo>
                  <a:cubicBezTo>
                    <a:pt x="1417199" y="-2177"/>
                    <a:pt x="1438801" y="-1950"/>
                    <a:pt x="1460601" y="-1780"/>
                  </a:cubicBezTo>
                  <a:cubicBezTo>
                    <a:pt x="1482599" y="-1609"/>
                    <a:pt x="1504203" y="-1430"/>
                    <a:pt x="1526004" y="-1185"/>
                  </a:cubicBezTo>
                  <a:cubicBezTo>
                    <a:pt x="1548044" y="-938"/>
                    <a:pt x="1569673" y="-222"/>
                    <a:pt x="1591483" y="925"/>
                  </a:cubicBezTo>
                  <a:cubicBezTo>
                    <a:pt x="1613516" y="2084"/>
                    <a:pt x="1635127" y="3653"/>
                    <a:pt x="1656931" y="5329"/>
                  </a:cubicBezTo>
                  <a:cubicBezTo>
                    <a:pt x="1678864" y="7015"/>
                    <a:pt x="1700426" y="8206"/>
                    <a:pt x="1722209" y="8897"/>
                  </a:cubicBezTo>
                  <a:cubicBezTo>
                    <a:pt x="1744210" y="9595"/>
                    <a:pt x="1765823" y="9435"/>
                    <a:pt x="1787627" y="8842"/>
                  </a:cubicBezTo>
                  <a:cubicBezTo>
                    <a:pt x="1809681" y="8243"/>
                    <a:pt x="1831312" y="7046"/>
                    <a:pt x="1853124" y="5525"/>
                  </a:cubicBezTo>
                  <a:cubicBezTo>
                    <a:pt x="1875089" y="3994"/>
                    <a:pt x="1896661" y="2545"/>
                    <a:pt x="1918449" y="1365"/>
                  </a:cubicBezTo>
                  <a:cubicBezTo>
                    <a:pt x="1940424" y="175"/>
                    <a:pt x="1962023" y="-645"/>
                    <a:pt x="1983823" y="-1380"/>
                  </a:cubicBezTo>
                  <a:cubicBezTo>
                    <a:pt x="2005885" y="-2123"/>
                    <a:pt x="2027528" y="-3237"/>
                    <a:pt x="2049345" y="-4802"/>
                  </a:cubicBezTo>
                  <a:cubicBezTo>
                    <a:pt x="2071336" y="-6379"/>
                    <a:pt x="2092916" y="-8143"/>
                    <a:pt x="2114706" y="-9768"/>
                  </a:cubicBezTo>
                  <a:cubicBezTo>
                    <a:pt x="2136640" y="-11404"/>
                    <a:pt x="2158213" y="-12244"/>
                    <a:pt x="2180001" y="-12481"/>
                  </a:cubicBezTo>
                  <a:cubicBezTo>
                    <a:pt x="2202011" y="-12720"/>
                    <a:pt x="2223623" y="-12248"/>
                    <a:pt x="2245428" y="-11542"/>
                  </a:cubicBezTo>
                  <a:cubicBezTo>
                    <a:pt x="2267431" y="-10830"/>
                    <a:pt x="2289035" y="-9981"/>
                    <a:pt x="2310835" y="-9103"/>
                  </a:cubicBezTo>
                  <a:cubicBezTo>
                    <a:pt x="2332817" y="-8217"/>
                    <a:pt x="2354410" y="-7541"/>
                    <a:pt x="2376207" y="-7059"/>
                  </a:cubicBezTo>
                  <a:cubicBezTo>
                    <a:pt x="2398285" y="-6572"/>
                    <a:pt x="2419938" y="-5653"/>
                    <a:pt x="2441760" y="-4100"/>
                  </a:cubicBezTo>
                  <a:cubicBezTo>
                    <a:pt x="2463843" y="-2530"/>
                    <a:pt x="2485468" y="-286"/>
                    <a:pt x="2507278" y="2146"/>
                  </a:cubicBezTo>
                  <a:cubicBezTo>
                    <a:pt x="2529164" y="4588"/>
                    <a:pt x="2550692" y="6533"/>
                    <a:pt x="2572462" y="7958"/>
                  </a:cubicBezTo>
                  <a:cubicBezTo>
                    <a:pt x="2594411" y="9394"/>
                    <a:pt x="2616003" y="9935"/>
                    <a:pt x="2637800" y="10052"/>
                  </a:cubicBezTo>
                  <a:cubicBezTo>
                    <a:pt x="2659802" y="10169"/>
                    <a:pt x="2681409" y="9855"/>
                    <a:pt x="2703211" y="9404"/>
                  </a:cubicBezTo>
                  <a:cubicBezTo>
                    <a:pt x="2725218" y="8949"/>
                    <a:pt x="2746826" y="8324"/>
                    <a:pt x="2768628" y="7586"/>
                  </a:cubicBezTo>
                  <a:cubicBezTo>
                    <a:pt x="2790612" y="6841"/>
                    <a:pt x="2812205" y="6297"/>
                    <a:pt x="2834001" y="6022"/>
                  </a:cubicBezTo>
                  <a:cubicBezTo>
                    <a:pt x="2855998" y="5744"/>
                    <a:pt x="2877602" y="5621"/>
                    <a:pt x="2899403" y="5410"/>
                  </a:cubicBezTo>
                  <a:cubicBezTo>
                    <a:pt x="2921425" y="5197"/>
                    <a:pt x="2943042" y="4602"/>
                    <a:pt x="2964848" y="3710"/>
                  </a:cubicBezTo>
                  <a:cubicBezTo>
                    <a:pt x="2986831" y="2811"/>
                    <a:pt x="3008419" y="1930"/>
                    <a:pt x="3030213" y="1275"/>
                  </a:cubicBezTo>
                  <a:cubicBezTo>
                    <a:pt x="3052210" y="614"/>
                    <a:pt x="3073818" y="99"/>
                    <a:pt x="3095621" y="-511"/>
                  </a:cubicBezTo>
                  <a:cubicBezTo>
                    <a:pt x="3117664" y="-1127"/>
                    <a:pt x="3139293" y="-2152"/>
                    <a:pt x="3161105" y="-3513"/>
                  </a:cubicBezTo>
                  <a:cubicBezTo>
                    <a:pt x="3183073" y="-4884"/>
                    <a:pt x="3204647" y="-6197"/>
                    <a:pt x="3226435" y="-7228"/>
                  </a:cubicBezTo>
                  <a:cubicBezTo>
                    <a:pt x="3248407" y="-8267"/>
                    <a:pt x="3270002" y="-8674"/>
                    <a:pt x="3291801" y="-8735"/>
                  </a:cubicBezTo>
                  <a:cubicBezTo>
                    <a:pt x="3313799" y="-8797"/>
                    <a:pt x="3335404" y="-8542"/>
                    <a:pt x="3357205" y="-8222"/>
                  </a:cubicBezTo>
                  <a:cubicBezTo>
                    <a:pt x="3379199" y="-7898"/>
                    <a:pt x="3400801" y="-7650"/>
                    <a:pt x="3422601" y="-7491"/>
                  </a:cubicBezTo>
                  <a:cubicBezTo>
                    <a:pt x="3444600" y="-7331"/>
                    <a:pt x="3466205" y="-7140"/>
                    <a:pt x="3488006" y="-6834"/>
                  </a:cubicBezTo>
                  <a:cubicBezTo>
                    <a:pt x="3510057" y="-6524"/>
                    <a:pt x="3531692" y="-5678"/>
                    <a:pt x="3553505" y="-4374"/>
                  </a:cubicBezTo>
                  <a:cubicBezTo>
                    <a:pt x="3575490" y="-3061"/>
                    <a:pt x="3597070" y="-1611"/>
                    <a:pt x="3618860" y="-347"/>
                  </a:cubicBezTo>
                  <a:cubicBezTo>
                    <a:pt x="3635196" y="600"/>
                    <a:pt x="3650945" y="3005"/>
                    <a:pt x="3666334" y="7010"/>
                  </a:cubicBezTo>
                  <a:cubicBezTo>
                    <a:pt x="3687322" y="12473"/>
                    <a:pt x="3700309" y="25761"/>
                    <a:pt x="3706598" y="44141"/>
                  </a:cubicBezTo>
                  <a:cubicBezTo>
                    <a:pt x="3713762" y="65078"/>
                    <a:pt x="3714290" y="87071"/>
                    <a:pt x="3715317" y="109148"/>
                  </a:cubicBezTo>
                  <a:cubicBezTo>
                    <a:pt x="3716341" y="131127"/>
                    <a:pt x="3718038" y="152663"/>
                    <a:pt x="3719185" y="174429"/>
                  </a:cubicBezTo>
                  <a:cubicBezTo>
                    <a:pt x="3720342" y="196402"/>
                    <a:pt x="3720432" y="218009"/>
                    <a:pt x="3720087" y="239812"/>
                  </a:cubicBezTo>
                  <a:cubicBezTo>
                    <a:pt x="3719739" y="261832"/>
                    <a:pt x="3718946" y="283445"/>
                    <a:pt x="3717972" y="305249"/>
                  </a:cubicBezTo>
                  <a:cubicBezTo>
                    <a:pt x="3716990" y="327228"/>
                    <a:pt x="3716158" y="348816"/>
                    <a:pt x="3715565" y="370610"/>
                  </a:cubicBezTo>
                  <a:cubicBezTo>
                    <a:pt x="3715058" y="389215"/>
                    <a:pt x="3712051" y="406835"/>
                    <a:pt x="3706322" y="423803"/>
                  </a:cubicBezTo>
                  <a:cubicBezTo>
                    <a:pt x="3699386" y="444344"/>
                    <a:pt x="3684765" y="456288"/>
                    <a:pt x="3665764" y="461453"/>
                  </a:cubicBezTo>
                  <a:cubicBezTo>
                    <a:pt x="3644495" y="467235"/>
                    <a:pt x="3622617" y="466662"/>
                    <a:pt x="3600618" y="466460"/>
                  </a:cubicBezTo>
                  <a:cubicBezTo>
                    <a:pt x="3578622" y="466257"/>
                    <a:pt x="3557027" y="466925"/>
                    <a:pt x="3535231" y="467340"/>
                  </a:cubicBezTo>
                  <a:cubicBezTo>
                    <a:pt x="3513219" y="467759"/>
                    <a:pt x="3491603" y="467434"/>
                    <a:pt x="3469797" y="466714"/>
                  </a:cubicBezTo>
                  <a:cubicBezTo>
                    <a:pt x="3447800" y="465988"/>
                    <a:pt x="3426203" y="465078"/>
                    <a:pt x="3404406" y="464242"/>
                  </a:cubicBezTo>
                  <a:cubicBezTo>
                    <a:pt x="3382423" y="463400"/>
                    <a:pt x="3360826" y="462828"/>
                    <a:pt x="3339028" y="462407"/>
                  </a:cubicBezTo>
                  <a:cubicBezTo>
                    <a:pt x="3317025" y="461982"/>
                    <a:pt x="3295418" y="461555"/>
                    <a:pt x="3273615" y="460996"/>
                  </a:cubicBezTo>
                  <a:cubicBezTo>
                    <a:pt x="3251592" y="460431"/>
                    <a:pt x="3229975" y="459552"/>
                    <a:pt x="3208169" y="458455"/>
                  </a:cubicBezTo>
                  <a:cubicBezTo>
                    <a:pt x="3186198" y="457350"/>
                    <a:pt x="3164616" y="456430"/>
                    <a:pt x="3142825" y="455832"/>
                  </a:cubicBezTo>
                  <a:cubicBezTo>
                    <a:pt x="3120836" y="455229"/>
                    <a:pt x="3099233" y="455001"/>
                    <a:pt x="3077432" y="454847"/>
                  </a:cubicBezTo>
                  <a:cubicBezTo>
                    <a:pt x="3055423" y="454692"/>
                    <a:pt x="3033813" y="454331"/>
                    <a:pt x="3012009" y="453725"/>
                  </a:cubicBezTo>
                  <a:cubicBezTo>
                    <a:pt x="2989998" y="453114"/>
                    <a:pt x="2968391" y="452235"/>
                    <a:pt x="2946589" y="451269"/>
                  </a:cubicBezTo>
                  <a:cubicBezTo>
                    <a:pt x="2924612" y="450296"/>
                    <a:pt x="2903023" y="449571"/>
                    <a:pt x="2881229" y="449119"/>
                  </a:cubicBezTo>
                  <a:cubicBezTo>
                    <a:pt x="2859231" y="448663"/>
                    <a:pt x="2837625" y="448725"/>
                    <a:pt x="2815823" y="449071"/>
                  </a:cubicBezTo>
                  <a:cubicBezTo>
                    <a:pt x="2793823" y="449421"/>
                    <a:pt x="2772221" y="449965"/>
                    <a:pt x="2750420" y="450512"/>
                  </a:cubicBezTo>
                  <a:cubicBezTo>
                    <a:pt x="2728429" y="451064"/>
                    <a:pt x="2706828" y="451498"/>
                    <a:pt x="2685029" y="451854"/>
                  </a:cubicBezTo>
                  <a:cubicBezTo>
                    <a:pt x="2663031" y="452214"/>
                    <a:pt x="2641427" y="452233"/>
                    <a:pt x="2619626" y="451976"/>
                  </a:cubicBezTo>
                  <a:cubicBezTo>
                    <a:pt x="2597605" y="451715"/>
                    <a:pt x="2575989" y="451011"/>
                    <a:pt x="2554184" y="450067"/>
                  </a:cubicBezTo>
                  <a:cubicBezTo>
                    <a:pt x="2532183" y="449115"/>
                    <a:pt x="2510582" y="448033"/>
                    <a:pt x="2488783" y="446960"/>
                  </a:cubicBezTo>
                  <a:cubicBezTo>
                    <a:pt x="2466811" y="445878"/>
                    <a:pt x="2445223" y="445368"/>
                    <a:pt x="2423429" y="445384"/>
                  </a:cubicBezTo>
                  <a:cubicBezTo>
                    <a:pt x="2401342" y="445384"/>
                    <a:pt x="2379687" y="446435"/>
                    <a:pt x="2357864" y="448100"/>
                  </a:cubicBezTo>
                  <a:cubicBezTo>
                    <a:pt x="2335849" y="449779"/>
                    <a:pt x="2314260" y="451804"/>
                    <a:pt x="2292466" y="453784"/>
                  </a:cubicBezTo>
                  <a:cubicBezTo>
                    <a:pt x="2270559" y="455774"/>
                    <a:pt x="2249005" y="457045"/>
                    <a:pt x="2227225" y="457734"/>
                  </a:cubicBezTo>
                  <a:cubicBezTo>
                    <a:pt x="2205211" y="458431"/>
                    <a:pt x="2183590" y="458123"/>
                    <a:pt x="2161782" y="457286"/>
                  </a:cubicBezTo>
                  <a:cubicBezTo>
                    <a:pt x="2139723" y="456439"/>
                    <a:pt x="2118094" y="454985"/>
                    <a:pt x="2096283" y="453263"/>
                  </a:cubicBezTo>
                  <a:cubicBezTo>
                    <a:pt x="2074328" y="451531"/>
                    <a:pt x="2052760" y="449957"/>
                    <a:pt x="2030974" y="448665"/>
                  </a:cubicBezTo>
                  <a:cubicBezTo>
                    <a:pt x="2008973" y="447360"/>
                    <a:pt x="1987359" y="447265"/>
                    <a:pt x="1965555" y="448116"/>
                  </a:cubicBezTo>
                  <a:cubicBezTo>
                    <a:pt x="1943314" y="448984"/>
                    <a:pt x="1921592" y="451285"/>
                    <a:pt x="1899742" y="454309"/>
                  </a:cubicBezTo>
                  <a:cubicBezTo>
                    <a:pt x="1877764" y="457351"/>
                    <a:pt x="1856221" y="460603"/>
                    <a:pt x="1834443" y="463672"/>
                  </a:cubicBezTo>
                  <a:cubicBezTo>
                    <a:pt x="1812666" y="466741"/>
                    <a:pt x="1791180" y="468339"/>
                    <a:pt x="1769429" y="468727"/>
                  </a:cubicBezTo>
                  <a:cubicBezTo>
                    <a:pt x="1747289" y="469122"/>
                    <a:pt x="1725599" y="467757"/>
                    <a:pt x="1703761" y="465609"/>
                  </a:cubicBezTo>
                  <a:cubicBezTo>
                    <a:pt x="1681752" y="463443"/>
                    <a:pt x="1660179" y="460934"/>
                    <a:pt x="1638391" y="458528"/>
                  </a:cubicBezTo>
                  <a:cubicBezTo>
                    <a:pt x="1616521" y="456114"/>
                    <a:pt x="1594984" y="454512"/>
                    <a:pt x="1573210" y="453518"/>
                  </a:cubicBezTo>
                  <a:cubicBezTo>
                    <a:pt x="1551236" y="452515"/>
                    <a:pt x="1529634" y="452170"/>
                    <a:pt x="1507832" y="451974"/>
                  </a:cubicBezTo>
                  <a:cubicBezTo>
                    <a:pt x="1485835" y="451775"/>
                    <a:pt x="1464231" y="451801"/>
                    <a:pt x="1442430" y="451991"/>
                  </a:cubicBezTo>
                  <a:cubicBezTo>
                    <a:pt x="1420433" y="452183"/>
                    <a:pt x="1398830" y="452494"/>
                    <a:pt x="1377029" y="452804"/>
                  </a:cubicBezTo>
                  <a:cubicBezTo>
                    <a:pt x="1355035" y="453117"/>
                    <a:pt x="1333433" y="453338"/>
                    <a:pt x="1311633" y="453492"/>
                  </a:cubicBezTo>
                  <a:cubicBezTo>
                    <a:pt x="1289635" y="453647"/>
                    <a:pt x="1268031" y="453810"/>
                    <a:pt x="1246230" y="454042"/>
                  </a:cubicBezTo>
                  <a:cubicBezTo>
                    <a:pt x="1224233" y="454276"/>
                    <a:pt x="1202629" y="454574"/>
                    <a:pt x="1180829" y="454881"/>
                  </a:cubicBezTo>
                  <a:cubicBezTo>
                    <a:pt x="1158834" y="455191"/>
                    <a:pt x="1137232" y="455439"/>
                    <a:pt x="1115432" y="455633"/>
                  </a:cubicBezTo>
                  <a:cubicBezTo>
                    <a:pt x="1093425" y="455830"/>
                    <a:pt x="1071815" y="456188"/>
                    <a:pt x="1050012" y="456767"/>
                  </a:cubicBezTo>
                  <a:cubicBezTo>
                    <a:pt x="1027999" y="457352"/>
                    <a:pt x="1006389" y="458213"/>
                    <a:pt x="984586" y="459188"/>
                  </a:cubicBezTo>
                  <a:cubicBezTo>
                    <a:pt x="962611" y="460170"/>
                    <a:pt x="941023" y="460911"/>
                    <a:pt x="919229" y="461364"/>
                  </a:cubicBezTo>
                  <a:cubicBezTo>
                    <a:pt x="897224" y="461821"/>
                    <a:pt x="875613" y="461647"/>
                    <a:pt x="853809" y="461092"/>
                  </a:cubicBezTo>
                  <a:cubicBezTo>
                    <a:pt x="831771" y="460531"/>
                    <a:pt x="810149" y="459457"/>
                    <a:pt x="788340" y="458127"/>
                  </a:cubicBezTo>
                  <a:cubicBezTo>
                    <a:pt x="766365" y="456788"/>
                    <a:pt x="744782" y="455506"/>
                    <a:pt x="722990" y="454419"/>
                  </a:cubicBezTo>
                  <a:cubicBezTo>
                    <a:pt x="701001" y="453322"/>
                    <a:pt x="679397" y="453139"/>
                    <a:pt x="657597" y="453678"/>
                  </a:cubicBezTo>
                  <a:cubicBezTo>
                    <a:pt x="635557" y="454224"/>
                    <a:pt x="613941" y="455486"/>
                    <a:pt x="592135" y="456917"/>
                  </a:cubicBezTo>
                  <a:cubicBezTo>
                    <a:pt x="570184" y="458357"/>
                    <a:pt x="548611" y="459421"/>
                    <a:pt x="526824" y="460076"/>
                  </a:cubicBezTo>
                  <a:cubicBezTo>
                    <a:pt x="504836" y="460737"/>
                    <a:pt x="483233" y="460980"/>
                    <a:pt x="461432" y="461173"/>
                  </a:cubicBezTo>
                  <a:cubicBezTo>
                    <a:pt x="439420" y="461367"/>
                    <a:pt x="417808" y="461799"/>
                    <a:pt x="396004" y="462483"/>
                  </a:cubicBezTo>
                  <a:cubicBezTo>
                    <a:pt x="374001" y="463173"/>
                    <a:pt x="352399" y="464053"/>
                    <a:pt x="330599" y="464938"/>
                  </a:cubicBezTo>
                  <a:cubicBezTo>
                    <a:pt x="308621" y="465831"/>
                    <a:pt x="287028" y="466402"/>
                    <a:pt x="265232" y="466691"/>
                  </a:cubicBezTo>
                  <a:cubicBezTo>
                    <a:pt x="243184" y="466985"/>
                    <a:pt x="221550" y="466437"/>
                    <a:pt x="199736" y="465266"/>
                  </a:cubicBezTo>
                  <a:cubicBezTo>
                    <a:pt x="177625" y="464080"/>
                    <a:pt x="155974" y="462093"/>
                    <a:pt x="134153" y="459741"/>
                  </a:cubicBezTo>
                  <a:cubicBezTo>
                    <a:pt x="112247" y="457380"/>
                    <a:pt x="90717" y="455303"/>
                    <a:pt x="68947" y="453685"/>
                  </a:cubicBezTo>
                  <a:cubicBezTo>
                    <a:pt x="39728" y="451513"/>
                    <a:pt x="6255" y="440822"/>
                    <a:pt x="7486" y="411549"/>
                  </a:cubicBezTo>
                  <a:close/>
                </a:path>
              </a:pathLst>
            </a:custGeom>
            <a:solidFill>
              <a:srgbClr val="AED7C6"/>
            </a:solidFill>
            <a:ln w="10900" cap="flat">
              <a:solidFill>
                <a:srgbClr val="FCF5E8"/>
              </a:solidFill>
              <a:round/>
            </a:ln>
          </p:spPr>
          <p:txBody>
            <a:bodyPr anchor="ctr" lIns="0" wrap="none" rtlCol="0" rIns="0" tIns="0" bIns="11000"/>
            <a:lstStyle/>
            <a:p>
              <a:pPr algn="ctr"/>
              <a:r>
                <a:rPr sz="2200">
                  <a:solidFill>
                    <a:srgbClr val="B15547"/>
                  </a:solidFill>
                  <a:latin typeface="Yu Gothic UI Semibold"/>
                </a:rPr>
                <a:t>GPU訓練，並落地部署模型</a:t>
              </a:r>
            </a:p>
          </p:txBody>
        </p:sp>
      </p:grpSp>
    </p:spTree>
  </p:cSld>
  <p:clrMapOvr>
    <a:masterClrMapping/>
  </p:clrMapOvr>
</p:sld>
</file>

<file path=ppt/slides/slide5.xml><?xml version="1.0" encoding="utf-8"?>
<p:sld xmlns:r="http://schemas.openxmlformats.org/officeDocument/2006/relationships" xmlns:a="http://schemas.openxmlformats.org/drawingml/2006/main" xmlns:p="http://schemas.openxmlformats.org/presentationml/2006/main">
  <p:cSld>
    <p:spTree>
      <p:nvGrpSpPr>
        <p:cNvPr id="300000100" name="Page-1"/>
        <p:cNvGrpSpPr/>
        <p:nvPr/>
      </p:nvGrpSpPr>
      <p:grpSpPr>
        <a:xfrm>
          <a:off x="0" y="0"/>
          <a:ext cy="0" cx="0"/>
          <a:chOff x="0" y="0"/>
          <a:chExt cy="0" cx="0"/>
        </a:xfrm>
      </p:grpSpPr>
      <p:pic>
        <p:nvPicPr>
          <p:cNvPr id="0" name="Image"/>
          <p:cNvPicPr>
            <a:picLocks noChangeAspect="1"/>
          </p:cNvPicPr>
          <p:nvPr/>
        </p:nvPicPr>
        <p:blipFill>
          <a:blip r:embed="rId2"/>
          <a:stretch>
            <a:fillRect/>
          </a:stretch>
        </p:blipFill>
        <p:spPr>
          <a:xfrm>
            <a:off x="0" y="0"/>
            <a:ext cy="6860000" cx="9140000"/>
          </a:xfrm>
          <a:prstGeom prst="rect">
            <a:avLst/>
          </a:prstGeom>
        </p:spPr>
      </p:pic>
      <p:grpSp>
        <p:nvGrpSpPr>
          <p:cNvPr id="460" name="Group460"/>
          <p:cNvGrpSpPr/>
          <p:nvPr/>
        </p:nvGrpSpPr>
        <p:grpSpPr>
          <a:xfrm>
            <a:off x="600958" y="404156"/>
            <a:ext cy="6038800" cx="7927788"/>
            <a:chOff x="600958" y="404156"/>
            <a:chExt cy="6038800" cx="7927788"/>
          </a:xfrm>
        </p:grpSpPr>
        <p:sp>
          <p:nvSpPr>
            <p:cNvPr id="316" name="Summary"/>
            <p:cNvSpPr/>
            <p:nvPr/>
          </p:nvSpPr>
          <p:spPr>
            <a:xfrm>
              <a:off x="662958" y="6334899"/>
              <a:ext cy="148800" cx="2703200"/>
            </a:xfrm>
            <a:custGeom>
              <a:avLst/>
              <a:gdLst/>
              <a:ahLst/>
              <a:cxnLst/>
              <a:pathLst>
                <a:path fill="none" w="2703200" h="148800">
                  <a:moveTo>
                    <a:pt x="0" y="1049"/>
                  </a:moveTo>
                  <a:lnTo>
                    <a:pt x="44941" y="57133"/>
                  </a:lnTo>
                  <a:lnTo>
                    <a:pt x="118447" y="73512"/>
                  </a:lnTo>
                  <a:lnTo>
                    <a:pt x="195548" y="75838"/>
                  </a:lnTo>
                  <a:lnTo>
                    <a:pt x="269948" y="75411"/>
                  </a:lnTo>
                  <a:lnTo>
                    <a:pt x="344348" y="72704"/>
                  </a:lnTo>
                  <a:lnTo>
                    <a:pt x="418748" y="68781"/>
                  </a:lnTo>
                  <a:lnTo>
                    <a:pt x="493148" y="68084"/>
                  </a:lnTo>
                  <a:lnTo>
                    <a:pt x="567548" y="72100"/>
                  </a:lnTo>
                  <a:lnTo>
                    <a:pt x="641948" y="75444"/>
                  </a:lnTo>
                  <a:lnTo>
                    <a:pt x="716348" y="76337"/>
                  </a:lnTo>
                  <a:lnTo>
                    <a:pt x="790748" y="73884"/>
                  </a:lnTo>
                  <a:lnTo>
                    <a:pt x="865148" y="68403"/>
                  </a:lnTo>
                  <a:lnTo>
                    <a:pt x="939548" y="65439"/>
                  </a:lnTo>
                  <a:lnTo>
                    <a:pt x="1013948" y="66817"/>
                  </a:lnTo>
                  <a:lnTo>
                    <a:pt x="1088348" y="73724"/>
                  </a:lnTo>
                  <a:lnTo>
                    <a:pt x="1162748" y="80670"/>
                  </a:lnTo>
                  <a:lnTo>
                    <a:pt x="1240756" y="86851"/>
                  </a:lnTo>
                  <a:lnTo>
                    <a:pt x="1311075" y="104474"/>
                  </a:lnTo>
                  <a:lnTo>
                    <a:pt x="1353105" y="136225"/>
                  </a:lnTo>
                  <a:lnTo>
                    <a:pt x="1410335" y="88965"/>
                  </a:lnTo>
                  <a:lnTo>
                    <a:pt x="1483256" y="71472"/>
                  </a:lnTo>
                  <a:lnTo>
                    <a:pt x="1559600" y="70711"/>
                  </a:lnTo>
                  <a:lnTo>
                    <a:pt x="1634000" y="71147"/>
                  </a:lnTo>
                  <a:lnTo>
                    <a:pt x="1708400" y="72146"/>
                  </a:lnTo>
                  <a:lnTo>
                    <a:pt x="1782800" y="76971"/>
                  </a:lnTo>
                  <a:lnTo>
                    <a:pt x="1857200" y="82765"/>
                  </a:lnTo>
                  <a:lnTo>
                    <a:pt x="1931600" y="83977"/>
                  </a:lnTo>
                  <a:lnTo>
                    <a:pt x="2006000" y="81163"/>
                  </a:lnTo>
                  <a:lnTo>
                    <a:pt x="2080400" y="75399"/>
                  </a:lnTo>
                  <a:lnTo>
                    <a:pt x="2154800" y="72075"/>
                  </a:lnTo>
                  <a:lnTo>
                    <a:pt x="2229200" y="69676"/>
                  </a:lnTo>
                  <a:lnTo>
                    <a:pt x="2303600" y="63357"/>
                  </a:lnTo>
                  <a:lnTo>
                    <a:pt x="2378000" y="58286"/>
                  </a:lnTo>
                  <a:lnTo>
                    <a:pt x="2452400" y="58771"/>
                  </a:lnTo>
                  <a:lnTo>
                    <a:pt x="2532354" y="61503"/>
                  </a:lnTo>
                  <a:lnTo>
                    <a:pt x="2604903" y="57284"/>
                  </a:lnTo>
                  <a:lnTo>
                    <a:pt x="2672580" y="35547"/>
                  </a:lnTo>
                  <a:lnTo>
                    <a:pt x="2703200" y="0"/>
                  </a:lnTo>
                </a:path>
              </a:pathLst>
            </a:custGeom>
            <a:solidFill>
              <a:srgbClr val="00B050">
                <a:alpha val="0"/>
              </a:srgbClr>
            </a:solidFill>
            <a:ln w="12400" cap="flat">
              <a:solidFill>
                <a:srgbClr val="00B050">
                  <a:alpha val="0"/>
                </a:srgbClr>
              </a:solidFill>
              <a:round/>
            </a:ln>
          </p:spPr>
        </p:sp>
        <p:sp>
          <p:nvSpPr>
            <p:cNvPr id="248" name="MMConnector"/>
            <p:cNvSpPr/>
            <p:nvPr/>
          </p:nvSpPr>
          <p:spPr>
            <a:xfrm>
              <a:off x="3302105" y="1771699"/>
              <a:ext cy="446400" cx="2575094"/>
            </a:xfrm>
            <a:custGeom>
              <a:avLst/>
              <a:gdLst/>
              <a:pathLst>
                <a:path fill="none" w="2575094" h="446400">
                  <a:moveTo>
                    <a:pt x="1287547" y="-223200"/>
                  </a:moveTo>
                  <a:lnTo>
                    <a:pt x="1283134" y="-148800"/>
                  </a:lnTo>
                  <a:lnTo>
                    <a:pt x="1283637" y="-74400"/>
                  </a:lnTo>
                  <a:lnTo>
                    <a:pt x="1287547" y="3219"/>
                  </a:lnTo>
                  <a:lnTo>
                    <a:pt x="1213147" y="3645"/>
                  </a:lnTo>
                  <a:lnTo>
                    <a:pt x="1138747" y="6353"/>
                  </a:lnTo>
                  <a:lnTo>
                    <a:pt x="1064347" y="10276"/>
                  </a:lnTo>
                  <a:lnTo>
                    <a:pt x="989947" y="10972"/>
                  </a:lnTo>
                  <a:lnTo>
                    <a:pt x="915547" y="6957"/>
                  </a:lnTo>
                  <a:lnTo>
                    <a:pt x="841147" y="3613"/>
                  </a:lnTo>
                  <a:lnTo>
                    <a:pt x="766747" y="2720"/>
                  </a:lnTo>
                  <a:lnTo>
                    <a:pt x="692347" y="5172"/>
                  </a:lnTo>
                  <a:lnTo>
                    <a:pt x="617947" y="10653"/>
                  </a:lnTo>
                  <a:lnTo>
                    <a:pt x="543547" y="13618"/>
                  </a:lnTo>
                  <a:lnTo>
                    <a:pt x="469147" y="12239"/>
                  </a:lnTo>
                  <a:lnTo>
                    <a:pt x="394747" y="5333"/>
                  </a:lnTo>
                  <a:lnTo>
                    <a:pt x="320347" y="-1613"/>
                  </a:lnTo>
                  <a:lnTo>
                    <a:pt x="245947" y="-2626"/>
                  </a:lnTo>
                  <a:lnTo>
                    <a:pt x="171547" y="1692"/>
                  </a:lnTo>
                  <a:lnTo>
                    <a:pt x="97147" y="7735"/>
                  </a:lnTo>
                  <a:lnTo>
                    <a:pt x="22747" y="9664"/>
                  </a:lnTo>
                  <a:lnTo>
                    <a:pt x="-51653" y="9299"/>
                  </a:lnTo>
                  <a:lnTo>
                    <a:pt x="-126053" y="8345"/>
                  </a:lnTo>
                  <a:lnTo>
                    <a:pt x="-200453" y="7910"/>
                  </a:lnTo>
                  <a:lnTo>
                    <a:pt x="-274853" y="6911"/>
                  </a:lnTo>
                  <a:lnTo>
                    <a:pt x="-349253" y="2085"/>
                  </a:lnTo>
                  <a:lnTo>
                    <a:pt x="-423653" y="-3708"/>
                  </a:lnTo>
                  <a:lnTo>
                    <a:pt x="-498053" y="-4920"/>
                  </a:lnTo>
                  <a:lnTo>
                    <a:pt x="-572453" y="-2106"/>
                  </a:lnTo>
                  <a:lnTo>
                    <a:pt x="-646853" y="3658"/>
                  </a:lnTo>
                  <a:lnTo>
                    <a:pt x="-721253" y="6982"/>
                  </a:lnTo>
                  <a:lnTo>
                    <a:pt x="-795653" y="9380"/>
                  </a:lnTo>
                  <a:lnTo>
                    <a:pt x="-870053" y="15700"/>
                  </a:lnTo>
                  <a:lnTo>
                    <a:pt x="-944453" y="20770"/>
                  </a:lnTo>
                  <a:lnTo>
                    <a:pt x="-1018853" y="20286"/>
                  </a:lnTo>
                  <a:lnTo>
                    <a:pt x="-1093253" y="17554"/>
                  </a:lnTo>
                  <a:lnTo>
                    <a:pt x="-1167653" y="14556"/>
                  </a:lnTo>
                  <a:lnTo>
                    <a:pt x="-1245376" y="21580"/>
                  </a:lnTo>
                  <a:lnTo>
                    <a:pt x="-1287111" y="80600"/>
                  </a:lnTo>
                  <a:lnTo>
                    <a:pt x="-1295583" y="155000"/>
                  </a:lnTo>
                  <a:lnTo>
                    <a:pt x="-1299230" y="223200"/>
                  </a:lnTo>
                </a:path>
              </a:pathLst>
            </a:custGeom>
            <a:noFill/>
            <a:ln w="12400" cap="rnd">
              <a:solidFill>
                <a:srgbClr val="191919"/>
              </a:solidFill>
              <a:round/>
            </a:ln>
          </p:spPr>
        </p:sp>
        <p:sp>
          <p:nvSpPr>
            <p:cNvPr id="251" name="MMConnector"/>
            <p:cNvSpPr/>
            <p:nvPr/>
          </p:nvSpPr>
          <p:spPr>
            <a:xfrm>
              <a:off x="5321252" y="1771699"/>
              <a:ext cy="217000" cx="1463200"/>
            </a:xfrm>
            <a:custGeom>
              <a:avLst/>
              <a:gdLst/>
              <a:pathLst>
                <a:path fill="none" w="1463200" h="217000">
                  <a:moveTo>
                    <a:pt x="-731600" y="6200"/>
                  </a:moveTo>
                  <a:lnTo>
                    <a:pt x="-657200" y="10613"/>
                  </a:lnTo>
                  <a:lnTo>
                    <a:pt x="-582800" y="10110"/>
                  </a:lnTo>
                  <a:lnTo>
                    <a:pt x="-508400" y="9181"/>
                  </a:lnTo>
                  <a:lnTo>
                    <a:pt x="-434000" y="8755"/>
                  </a:lnTo>
                  <a:lnTo>
                    <a:pt x="-359600" y="6047"/>
                  </a:lnTo>
                  <a:lnTo>
                    <a:pt x="-285200" y="2124"/>
                  </a:lnTo>
                  <a:lnTo>
                    <a:pt x="-210800" y="1428"/>
                  </a:lnTo>
                  <a:lnTo>
                    <a:pt x="-136400" y="5443"/>
                  </a:lnTo>
                  <a:lnTo>
                    <a:pt x="-62000" y="8787"/>
                  </a:lnTo>
                  <a:lnTo>
                    <a:pt x="12400" y="9680"/>
                  </a:lnTo>
                  <a:lnTo>
                    <a:pt x="86800" y="7228"/>
                  </a:lnTo>
                  <a:lnTo>
                    <a:pt x="161200" y="1747"/>
                  </a:lnTo>
                  <a:lnTo>
                    <a:pt x="235600" y="-1218"/>
                  </a:lnTo>
                  <a:lnTo>
                    <a:pt x="310000" y="161"/>
                  </a:lnTo>
                  <a:lnTo>
                    <a:pt x="384400" y="7067"/>
                  </a:lnTo>
                  <a:lnTo>
                    <a:pt x="458800" y="14013"/>
                  </a:lnTo>
                  <a:lnTo>
                    <a:pt x="533200" y="15026"/>
                  </a:lnTo>
                  <a:lnTo>
                    <a:pt x="607600" y="10708"/>
                  </a:lnTo>
                  <a:lnTo>
                    <a:pt x="682048" y="8829"/>
                  </a:lnTo>
                  <a:lnTo>
                    <a:pt x="732892" y="62276"/>
                  </a:lnTo>
                  <a:lnTo>
                    <a:pt x="734699" y="142600"/>
                  </a:lnTo>
                  <a:lnTo>
                    <a:pt x="733745" y="223200"/>
                  </a:lnTo>
                </a:path>
              </a:pathLst>
            </a:custGeom>
            <a:noFill/>
            <a:ln w="12400" cap="rnd">
              <a:solidFill>
                <a:srgbClr val="191919"/>
              </a:solidFill>
              <a:round/>
            </a:ln>
          </p:spPr>
        </p:sp>
        <p:sp>
          <p:nvSpPr>
            <p:cNvPr id="311" name="MMConnector"/>
            <p:cNvSpPr/>
            <p:nvPr/>
          </p:nvSpPr>
          <p:spPr>
            <a:xfrm>
              <a:off x="2014558" y="3003432"/>
              <a:ext cy="744000" cx="12400"/>
            </a:xfrm>
            <a:custGeom>
              <a:avLst/>
              <a:gdLst/>
              <a:pathLst>
                <a:path fill="none" w="12400" h="744000">
                  <a:moveTo>
                    <a:pt x="0" y="-372000"/>
                  </a:moveTo>
                  <a:lnTo>
                    <a:pt x="-4413" y="-297600"/>
                  </a:lnTo>
                  <a:lnTo>
                    <a:pt x="-3910" y="-223200"/>
                  </a:lnTo>
                  <a:lnTo>
                    <a:pt x="-2981" y="-148800"/>
                  </a:lnTo>
                  <a:lnTo>
                    <a:pt x="-2555" y="-74400"/>
                  </a:lnTo>
                  <a:lnTo>
                    <a:pt x="153" y="8680"/>
                  </a:lnTo>
                  <a:lnTo>
                    <a:pt x="4076" y="83080"/>
                  </a:lnTo>
                  <a:lnTo>
                    <a:pt x="4772" y="157480"/>
                  </a:lnTo>
                  <a:lnTo>
                    <a:pt x="757" y="231880"/>
                  </a:lnTo>
                  <a:lnTo>
                    <a:pt x="-2587" y="306280"/>
                  </a:lnTo>
                  <a:lnTo>
                    <a:pt x="-3480" y="372000"/>
                  </a:lnTo>
                </a:path>
              </a:pathLst>
            </a:custGeom>
            <a:noFill/>
            <a:ln w="12400" cap="rnd">
              <a:solidFill>
                <a:srgbClr val="191919"/>
              </a:solidFill>
              <a:round/>
            </a:ln>
          </p:spPr>
        </p:sp>
        <p:sp>
          <p:nvSpPr>
            <p:cNvPr id="315" name="MMConnector"/>
            <p:cNvSpPr/>
            <p:nvPr/>
          </p:nvSpPr>
          <p:spPr>
            <a:xfrm>
              <a:off x="6052852" y="3003432"/>
              <a:ext cy="744000" cx="12400"/>
            </a:xfrm>
            <a:custGeom>
              <a:avLst/>
              <a:gdLst/>
              <a:pathLst>
                <a:path fill="none" w="12400" h="744000">
                  <a:moveTo>
                    <a:pt x="0" y="-372000"/>
                  </a:moveTo>
                  <a:lnTo>
                    <a:pt x="-4413" y="-297600"/>
                  </a:lnTo>
                  <a:lnTo>
                    <a:pt x="-3910" y="-223200"/>
                  </a:lnTo>
                  <a:lnTo>
                    <a:pt x="-2981" y="-148800"/>
                  </a:lnTo>
                  <a:lnTo>
                    <a:pt x="-2555" y="-74400"/>
                  </a:lnTo>
                  <a:lnTo>
                    <a:pt x="153" y="8680"/>
                  </a:lnTo>
                  <a:lnTo>
                    <a:pt x="4076" y="83080"/>
                  </a:lnTo>
                  <a:lnTo>
                    <a:pt x="4772" y="157480"/>
                  </a:lnTo>
                  <a:lnTo>
                    <a:pt x="757" y="231880"/>
                  </a:lnTo>
                  <a:lnTo>
                    <a:pt x="-2587" y="306280"/>
                  </a:lnTo>
                  <a:lnTo>
                    <a:pt x="0" y="372000"/>
                  </a:lnTo>
                </a:path>
              </a:pathLst>
            </a:custGeom>
            <a:noFill/>
            <a:ln w="12400" cap="rnd">
              <a:solidFill>
                <a:srgbClr val="191919"/>
              </a:solidFill>
              <a:round/>
            </a:ln>
          </p:spPr>
        </p:sp>
        <p:sp>
          <p:nvSpPr>
            <p:cNvPr id="229" name="MainTopic"/>
            <p:cNvSpPr/>
            <p:nvPr/>
          </p:nvSpPr>
          <p:spPr>
            <a:xfrm>
              <a:off x="3163404" y="1011165"/>
              <a:ext cy="537333" cx="2852496"/>
            </a:xfrm>
            <a:custGeom>
              <a:avLst/>
              <a:gdLst>
                <a:gd fmla="*/ 183768 w 2852496" name="rtl"/>
                <a:gd fmla="*/ 122760 h 537333" name="rtt"/>
                <a:gd fmla="*/ 2576968 w 2852496" name="rtr"/>
                <a:gd fmla="*/ 436893 h 537333" name="rtb"/>
              </a:gdLst>
              <a:ahLst/>
              <a:cxnLst/>
              <a:rect r="rtr" b="rtb" l="rtl" t="rtt"/>
              <a:pathLst>
                <a:path w="2852496" h="537333">
                  <a:moveTo>
                    <a:pt x="268667" y="0"/>
                  </a:moveTo>
                  <a:lnTo>
                    <a:pt x="343067" y="4413"/>
                  </a:lnTo>
                  <a:lnTo>
                    <a:pt x="417467" y="3910"/>
                  </a:lnTo>
                  <a:lnTo>
                    <a:pt x="491867" y="2981"/>
                  </a:lnTo>
                  <a:lnTo>
                    <a:pt x="566267" y="2555"/>
                  </a:lnTo>
                  <a:lnTo>
                    <a:pt x="640667" y="-153"/>
                  </a:lnTo>
                  <a:lnTo>
                    <a:pt x="715067" y="-4076"/>
                  </a:lnTo>
                  <a:lnTo>
                    <a:pt x="789467" y="-4772"/>
                  </a:lnTo>
                  <a:lnTo>
                    <a:pt x="863867" y="-757"/>
                  </a:lnTo>
                  <a:lnTo>
                    <a:pt x="938267" y="2587"/>
                  </a:lnTo>
                  <a:lnTo>
                    <a:pt x="1012667" y="3480"/>
                  </a:lnTo>
                  <a:lnTo>
                    <a:pt x="1087067" y="1028"/>
                  </a:lnTo>
                  <a:lnTo>
                    <a:pt x="1161467" y="-4453"/>
                  </a:lnTo>
                  <a:lnTo>
                    <a:pt x="1235867" y="-7418"/>
                  </a:lnTo>
                  <a:lnTo>
                    <a:pt x="1310267" y="-6039"/>
                  </a:lnTo>
                  <a:lnTo>
                    <a:pt x="1384667" y="867"/>
                  </a:lnTo>
                  <a:lnTo>
                    <a:pt x="1459067" y="7813"/>
                  </a:lnTo>
                  <a:lnTo>
                    <a:pt x="1533467" y="8826"/>
                  </a:lnTo>
                  <a:lnTo>
                    <a:pt x="1607867" y="4508"/>
                  </a:lnTo>
                  <a:lnTo>
                    <a:pt x="1682267" y="-1535"/>
                  </a:lnTo>
                  <a:lnTo>
                    <a:pt x="1756667" y="-3464"/>
                  </a:lnTo>
                  <a:lnTo>
                    <a:pt x="1831067" y="-3099"/>
                  </a:lnTo>
                  <a:lnTo>
                    <a:pt x="1905467" y="-2145"/>
                  </a:lnTo>
                  <a:lnTo>
                    <a:pt x="1979867" y="-1710"/>
                  </a:lnTo>
                  <a:lnTo>
                    <a:pt x="2054267" y="-711"/>
                  </a:lnTo>
                  <a:lnTo>
                    <a:pt x="2128667" y="4115"/>
                  </a:lnTo>
                  <a:lnTo>
                    <a:pt x="2203067" y="9908"/>
                  </a:lnTo>
                  <a:lnTo>
                    <a:pt x="2277467" y="11120"/>
                  </a:lnTo>
                  <a:lnTo>
                    <a:pt x="2351867" y="8306"/>
                  </a:lnTo>
                  <a:lnTo>
                    <a:pt x="2426267" y="2542"/>
                  </a:lnTo>
                  <a:lnTo>
                    <a:pt x="2500667" y="-782"/>
                  </a:lnTo>
                  <a:lnTo>
                    <a:pt x="2583829" y="-3180"/>
                  </a:lnTo>
                  <a:lnTo>
                    <a:pt x="2659884" y="1027"/>
                  </a:lnTo>
                  <a:lnTo>
                    <a:pt x="2732809" y="27730"/>
                  </a:lnTo>
                  <a:lnTo>
                    <a:pt x="2792606" y="77975"/>
                  </a:lnTo>
                  <a:lnTo>
                    <a:pt x="2834387" y="143503"/>
                  </a:lnTo>
                  <a:lnTo>
                    <a:pt x="2856103" y="217330"/>
                  </a:lnTo>
                  <a:lnTo>
                    <a:pt x="2858499" y="294084"/>
                  </a:lnTo>
                  <a:lnTo>
                    <a:pt x="2834870" y="365797"/>
                  </a:lnTo>
                  <a:lnTo>
                    <a:pt x="2791953" y="425580"/>
                  </a:lnTo>
                  <a:lnTo>
                    <a:pt x="2738912" y="473602"/>
                  </a:lnTo>
                  <a:lnTo>
                    <a:pt x="2677153" y="508598"/>
                  </a:lnTo>
                  <a:lnTo>
                    <a:pt x="2608186" y="526630"/>
                  </a:lnTo>
                  <a:lnTo>
                    <a:pt x="2534229" y="530489"/>
                  </a:lnTo>
                  <a:lnTo>
                    <a:pt x="2459829" y="530792"/>
                  </a:lnTo>
                  <a:lnTo>
                    <a:pt x="2385429" y="531797"/>
                  </a:lnTo>
                  <a:lnTo>
                    <a:pt x="2311029" y="535444"/>
                  </a:lnTo>
                  <a:lnTo>
                    <a:pt x="2236629" y="537075"/>
                  </a:lnTo>
                  <a:lnTo>
                    <a:pt x="2162229" y="539436"/>
                  </a:lnTo>
                  <a:lnTo>
                    <a:pt x="2087829" y="544761"/>
                  </a:lnTo>
                  <a:lnTo>
                    <a:pt x="2013429" y="547529"/>
                  </a:lnTo>
                  <a:lnTo>
                    <a:pt x="1939029" y="547068"/>
                  </a:lnTo>
                  <a:lnTo>
                    <a:pt x="1864629" y="545929"/>
                  </a:lnTo>
                  <a:lnTo>
                    <a:pt x="1790229" y="545600"/>
                  </a:lnTo>
                  <a:lnTo>
                    <a:pt x="1715829" y="544270"/>
                  </a:lnTo>
                  <a:lnTo>
                    <a:pt x="1641429" y="538875"/>
                  </a:lnTo>
                  <a:lnTo>
                    <a:pt x="1567029" y="535137"/>
                  </a:lnTo>
                  <a:lnTo>
                    <a:pt x="1492629" y="534665"/>
                  </a:lnTo>
                  <a:lnTo>
                    <a:pt x="1418229" y="540681"/>
                  </a:lnTo>
                  <a:lnTo>
                    <a:pt x="1343829" y="547780"/>
                  </a:lnTo>
                  <a:lnTo>
                    <a:pt x="1269429" y="549970"/>
                  </a:lnTo>
                  <a:lnTo>
                    <a:pt x="1195029" y="548062"/>
                  </a:lnTo>
                  <a:lnTo>
                    <a:pt x="1120629" y="544461"/>
                  </a:lnTo>
                  <a:lnTo>
                    <a:pt x="1046229" y="543023"/>
                  </a:lnTo>
                  <a:lnTo>
                    <a:pt x="971829" y="543487"/>
                  </a:lnTo>
                  <a:lnTo>
                    <a:pt x="897429" y="545632"/>
                  </a:lnTo>
                  <a:lnTo>
                    <a:pt x="823029" y="548237"/>
                  </a:lnTo>
                  <a:lnTo>
                    <a:pt x="748629" y="548653"/>
                  </a:lnTo>
                  <a:lnTo>
                    <a:pt x="674229" y="545463"/>
                  </a:lnTo>
                  <a:lnTo>
                    <a:pt x="599829" y="542903"/>
                  </a:lnTo>
                  <a:lnTo>
                    <a:pt x="525429" y="541773"/>
                  </a:lnTo>
                  <a:lnTo>
                    <a:pt x="451029" y="539535"/>
                  </a:lnTo>
                  <a:lnTo>
                    <a:pt x="376629" y="535377"/>
                  </a:lnTo>
                  <a:lnTo>
                    <a:pt x="302229" y="534128"/>
                  </a:lnTo>
                  <a:lnTo>
                    <a:pt x="220013" y="529203"/>
                  </a:lnTo>
                  <a:lnTo>
                    <a:pt x="151817" y="503662"/>
                  </a:lnTo>
                  <a:lnTo>
                    <a:pt x="94349" y="460215"/>
                  </a:lnTo>
                  <a:lnTo>
                    <a:pt x="49361" y="404789"/>
                  </a:lnTo>
                  <a:lnTo>
                    <a:pt x="18824" y="340158"/>
                  </a:lnTo>
                  <a:lnTo>
                    <a:pt x="7085" y="268667"/>
                  </a:lnTo>
                  <a:lnTo>
                    <a:pt x="15977" y="196852"/>
                  </a:lnTo>
                  <a:lnTo>
                    <a:pt x="46499" y="131315"/>
                  </a:lnTo>
                  <a:lnTo>
                    <a:pt x="95008" y="78528"/>
                  </a:lnTo>
                  <a:lnTo>
                    <a:pt x="155173" y="41427"/>
                  </a:lnTo>
                  <a:lnTo>
                    <a:pt x="221357" y="17881"/>
                  </a:lnTo>
                  <a:lnTo>
                    <a:pt x="268667" y="0"/>
                  </a:lnTo>
                  <a:close/>
                </a:path>
              </a:pathLst>
            </a:custGeom>
            <a:solidFill>
              <a:srgbClr val="FF6991"/>
            </a:solidFill>
            <a:ln w="37200" cap="flat">
              <a:solidFill>
                <a:srgbClr val="FF6991"/>
              </a:solidFill>
              <a:round/>
            </a:ln>
          </p:spPr>
          <p:txBody>
            <a:bodyPr anchor="ctr" lIns="0" wrap="none" rtlCol="0" rIns="0" tIns="0" bIns="11000"/>
            <a:lstStyle/>
            <a:p>
              <a:pPr algn="ctr">
                <a:lnSpc>
                  <a:spcPct val="100000"/>
                </a:lnSpc>
              </a:pPr>
              <a:r>
                <a:rPr b="1" sz="2000">
                  <a:solidFill>
                    <a:srgbClr val="FFFFFF"/>
                  </a:solidFill>
                  <a:latin typeface="標楷體"/>
                </a:rPr>
                <a:t>4.預訓練語言模型</a:t>
              </a:r>
            </a:p>
          </p:txBody>
        </p:sp>
        <p:sp>
          <p:nvSpPr>
            <p:cNvPr id="236" name="SubTopic"/>
            <p:cNvSpPr/>
            <p:nvPr/>
          </p:nvSpPr>
          <p:spPr>
            <a:xfrm>
              <a:off x="899634" y="1994899"/>
              <a:ext cy="636533" cx="2229849"/>
            </a:xfrm>
            <a:custGeom>
              <a:avLst/>
              <a:gdLst>
                <a:gd fmla="*/ 102920 w 2229849" name="rtl"/>
                <a:gd fmla="*/ 48360 h 636533" name="rtt"/>
                <a:gd fmla="*/ 2146724 w 2229849" name="rtr"/>
                <a:gd fmla="*/ 610493 h 636533" name="rtb"/>
              </a:gdLst>
              <a:ahLst/>
              <a:cxnLst/>
              <a:rect r="rtr" b="rtb" l="rtl" t="rtt"/>
              <a:pathLst>
                <a:path w="2229849" h="636533">
                  <a:moveTo>
                    <a:pt x="0" y="0"/>
                  </a:moveTo>
                  <a:lnTo>
                    <a:pt x="74400" y="4413"/>
                  </a:lnTo>
                  <a:lnTo>
                    <a:pt x="148800" y="3910"/>
                  </a:lnTo>
                  <a:lnTo>
                    <a:pt x="223200" y="2981"/>
                  </a:lnTo>
                  <a:lnTo>
                    <a:pt x="297600" y="2555"/>
                  </a:lnTo>
                  <a:lnTo>
                    <a:pt x="372000" y="-153"/>
                  </a:lnTo>
                  <a:lnTo>
                    <a:pt x="446400" y="-4076"/>
                  </a:lnTo>
                  <a:lnTo>
                    <a:pt x="520800" y="-4772"/>
                  </a:lnTo>
                  <a:lnTo>
                    <a:pt x="595200" y="-757"/>
                  </a:lnTo>
                  <a:lnTo>
                    <a:pt x="669600" y="2587"/>
                  </a:lnTo>
                  <a:lnTo>
                    <a:pt x="744000" y="3480"/>
                  </a:lnTo>
                  <a:lnTo>
                    <a:pt x="818400" y="1028"/>
                  </a:lnTo>
                  <a:lnTo>
                    <a:pt x="892800" y="-4453"/>
                  </a:lnTo>
                  <a:lnTo>
                    <a:pt x="967200" y="-7418"/>
                  </a:lnTo>
                  <a:lnTo>
                    <a:pt x="1041600" y="-6039"/>
                  </a:lnTo>
                  <a:lnTo>
                    <a:pt x="1116000" y="867"/>
                  </a:lnTo>
                  <a:lnTo>
                    <a:pt x="1190400" y="7813"/>
                  </a:lnTo>
                  <a:lnTo>
                    <a:pt x="1264800" y="8826"/>
                  </a:lnTo>
                  <a:lnTo>
                    <a:pt x="1339200" y="4508"/>
                  </a:lnTo>
                  <a:lnTo>
                    <a:pt x="1413600" y="-1535"/>
                  </a:lnTo>
                  <a:lnTo>
                    <a:pt x="1488000" y="-3464"/>
                  </a:lnTo>
                  <a:lnTo>
                    <a:pt x="1562400" y="-3099"/>
                  </a:lnTo>
                  <a:lnTo>
                    <a:pt x="1636800" y="-2145"/>
                  </a:lnTo>
                  <a:lnTo>
                    <a:pt x="1711200" y="-1710"/>
                  </a:lnTo>
                  <a:lnTo>
                    <a:pt x="1785600" y="-711"/>
                  </a:lnTo>
                  <a:lnTo>
                    <a:pt x="1860000" y="4115"/>
                  </a:lnTo>
                  <a:lnTo>
                    <a:pt x="1934400" y="9908"/>
                  </a:lnTo>
                  <a:lnTo>
                    <a:pt x="2008800" y="11120"/>
                  </a:lnTo>
                  <a:lnTo>
                    <a:pt x="2083200" y="8306"/>
                  </a:lnTo>
                  <a:lnTo>
                    <a:pt x="2157600" y="2542"/>
                  </a:lnTo>
                  <a:lnTo>
                    <a:pt x="2230630" y="12400"/>
                  </a:lnTo>
                  <a:lnTo>
                    <a:pt x="2233029" y="86800"/>
                  </a:lnTo>
                  <a:lnTo>
                    <a:pt x="2239348" y="161200"/>
                  </a:lnTo>
                  <a:lnTo>
                    <a:pt x="2244419" y="235600"/>
                  </a:lnTo>
                  <a:lnTo>
                    <a:pt x="2243934" y="310000"/>
                  </a:lnTo>
                  <a:lnTo>
                    <a:pt x="2241202" y="384400"/>
                  </a:lnTo>
                  <a:lnTo>
                    <a:pt x="2238204" y="458800"/>
                  </a:lnTo>
                  <a:lnTo>
                    <a:pt x="2237008" y="533200"/>
                  </a:lnTo>
                  <a:lnTo>
                    <a:pt x="2230284" y="607600"/>
                  </a:lnTo>
                  <a:lnTo>
                    <a:pt x="2180249" y="628497"/>
                  </a:lnTo>
                  <a:lnTo>
                    <a:pt x="2105849" y="624850"/>
                  </a:lnTo>
                  <a:lnTo>
                    <a:pt x="2031449" y="625236"/>
                  </a:lnTo>
                  <a:lnTo>
                    <a:pt x="1957049" y="626959"/>
                  </a:lnTo>
                  <a:lnTo>
                    <a:pt x="1882649" y="629689"/>
                  </a:lnTo>
                  <a:lnTo>
                    <a:pt x="1808249" y="629992"/>
                  </a:lnTo>
                  <a:lnTo>
                    <a:pt x="1733849" y="630997"/>
                  </a:lnTo>
                  <a:lnTo>
                    <a:pt x="1659449" y="634644"/>
                  </a:lnTo>
                  <a:lnTo>
                    <a:pt x="1585049" y="636275"/>
                  </a:lnTo>
                  <a:lnTo>
                    <a:pt x="1510649" y="638636"/>
                  </a:lnTo>
                  <a:lnTo>
                    <a:pt x="1436249" y="643961"/>
                  </a:lnTo>
                  <a:lnTo>
                    <a:pt x="1361849" y="646729"/>
                  </a:lnTo>
                  <a:lnTo>
                    <a:pt x="1287449" y="646268"/>
                  </a:lnTo>
                  <a:lnTo>
                    <a:pt x="1213049" y="645129"/>
                  </a:lnTo>
                  <a:lnTo>
                    <a:pt x="1138649" y="644800"/>
                  </a:lnTo>
                  <a:lnTo>
                    <a:pt x="1064249" y="643470"/>
                  </a:lnTo>
                  <a:lnTo>
                    <a:pt x="989849" y="638075"/>
                  </a:lnTo>
                  <a:lnTo>
                    <a:pt x="915449" y="634337"/>
                  </a:lnTo>
                  <a:lnTo>
                    <a:pt x="841049" y="633865"/>
                  </a:lnTo>
                  <a:lnTo>
                    <a:pt x="766649" y="639881"/>
                  </a:lnTo>
                  <a:lnTo>
                    <a:pt x="692249" y="646980"/>
                  </a:lnTo>
                  <a:lnTo>
                    <a:pt x="617849" y="649170"/>
                  </a:lnTo>
                  <a:lnTo>
                    <a:pt x="543449" y="647262"/>
                  </a:lnTo>
                  <a:lnTo>
                    <a:pt x="469049" y="643661"/>
                  </a:lnTo>
                  <a:lnTo>
                    <a:pt x="394649" y="642223"/>
                  </a:lnTo>
                  <a:lnTo>
                    <a:pt x="320249" y="642687"/>
                  </a:lnTo>
                  <a:lnTo>
                    <a:pt x="245849" y="644832"/>
                  </a:lnTo>
                  <a:lnTo>
                    <a:pt x="171449" y="647437"/>
                  </a:lnTo>
                  <a:lnTo>
                    <a:pt x="97049" y="647853"/>
                  </a:lnTo>
                  <a:lnTo>
                    <a:pt x="22649" y="644663"/>
                  </a:lnTo>
                  <a:lnTo>
                    <a:pt x="-5569" y="574533"/>
                  </a:lnTo>
                  <a:lnTo>
                    <a:pt x="-4439" y="500133"/>
                  </a:lnTo>
                  <a:lnTo>
                    <a:pt x="-2201" y="425733"/>
                  </a:lnTo>
                  <a:lnTo>
                    <a:pt x="1957" y="351333"/>
                  </a:lnTo>
                  <a:lnTo>
                    <a:pt x="3206" y="276933"/>
                  </a:lnTo>
                  <a:lnTo>
                    <a:pt x="3674" y="202533"/>
                  </a:lnTo>
                  <a:lnTo>
                    <a:pt x="6284" y="128133"/>
                  </a:lnTo>
                  <a:lnTo>
                    <a:pt x="9678" y="53733"/>
                  </a:lnTo>
                  <a:lnTo>
                    <a:pt x="0" y="0"/>
                  </a:lnTo>
                  <a:close/>
                </a:path>
              </a:pathLst>
            </a:custGeom>
            <a:solidFill>
              <a:srgbClr val="B9D4FF"/>
            </a:solidFill>
            <a:ln w="12400" cap="flat">
              <a:solidFill>
                <a:srgbClr val="4B80BC"/>
              </a:solidFill>
              <a:round/>
            </a:ln>
          </p:spPr>
          <p:txBody>
            <a:bodyPr anchor="ctr" lIns="0" wrap="square" rtlCol="0" rIns="0" tIns="0" bIns="11000"/>
            <a:lstStyle/>
            <a:p>
              <a:pPr algn="ctr">
                <a:lnSpc>
                  <a:spcPct val="100000"/>
                </a:lnSpc>
              </a:pPr>
              <a:r>
                <a:rPr sz="1750">
                  <a:solidFill>
                    <a:srgbClr val="000000"/>
                  </a:solidFill>
                  <a:latin typeface="標楷體"/>
                </a:rPr>
                <a:t>用途：讓電腦可以＂</a:t>
              </a:r>
              <a:r>
                <a:rPr b="1" sz="1750">
                  <a:solidFill>
                    <a:srgbClr val="C00000"/>
                  </a:solidFill>
                  <a:latin typeface="標楷體"/>
                </a:rPr>
                <a:t>加減乘除</a:t>
              </a:r>
              <a:r>
                <a:rPr sz="1750">
                  <a:solidFill>
                    <a:srgbClr val="000000"/>
                  </a:solidFill>
                  <a:latin typeface="標楷體"/>
                </a:rPr>
                <a:t>＂文字</a:t>
              </a:r>
            </a:p>
          </p:txBody>
        </p:sp>
        <p:sp>
          <p:nvSpPr>
            <p:cNvPr id="250" name="SubTopic"/>
            <p:cNvSpPr/>
            <p:nvPr/>
          </p:nvSpPr>
          <p:spPr>
            <a:xfrm>
              <a:off x="5446412" y="1994899"/>
              <a:ext cy="636533" cx="1212880"/>
            </a:xfrm>
            <a:custGeom>
              <a:avLst/>
              <a:gdLst>
                <a:gd fmla="*/ 102920 w 1212880" name="rtl"/>
                <a:gd fmla="*/ 48360 h 636533" name="rtt"/>
                <a:gd fmla="*/ 1129795 w 1212880" name="rtr"/>
                <a:gd fmla="*/ 610493 h 636533" name="rtb"/>
              </a:gdLst>
              <a:ahLst/>
              <a:cxnLst/>
              <a:rect r="rtr" b="rtb" l="rtl" t="rtt"/>
              <a:pathLst>
                <a:path w="1212880" h="636533">
                  <a:moveTo>
                    <a:pt x="16119" y="8013"/>
                  </a:moveTo>
                  <a:cubicBezTo>
                    <a:pt x="18886" y="6750"/>
                    <a:pt x="21863" y="5719"/>
                    <a:pt x="25020" y="4915"/>
                  </a:cubicBezTo>
                  <a:cubicBezTo>
                    <a:pt x="49313" y="-1272"/>
                    <a:pt x="74198" y="1501"/>
                    <a:pt x="99223" y="3161"/>
                  </a:cubicBezTo>
                  <a:cubicBezTo>
                    <a:pt x="124197" y="4816"/>
                    <a:pt x="148792" y="4293"/>
                    <a:pt x="173606" y="3754"/>
                  </a:cubicBezTo>
                  <a:cubicBezTo>
                    <a:pt x="198624" y="3210"/>
                    <a:pt x="223200" y="2995"/>
                    <a:pt x="248001" y="2840"/>
                  </a:cubicBezTo>
                  <a:cubicBezTo>
                    <a:pt x="273040" y="2684"/>
                    <a:pt x="297625" y="2268"/>
                    <a:pt x="322430" y="1556"/>
                  </a:cubicBezTo>
                  <a:cubicBezTo>
                    <a:pt x="347478" y="837"/>
                    <a:pt x="372063" y="-251"/>
                    <a:pt x="396867" y="-1493"/>
                  </a:cubicBezTo>
                  <a:cubicBezTo>
                    <a:pt x="421860" y="-2744"/>
                    <a:pt x="446413" y="-3658"/>
                    <a:pt x="471204" y="-4168"/>
                  </a:cubicBezTo>
                  <a:cubicBezTo>
                    <a:pt x="496257" y="-4684"/>
                    <a:pt x="520855" y="-4270"/>
                    <a:pt x="545664" y="-3270"/>
                  </a:cubicBezTo>
                  <a:cubicBezTo>
                    <a:pt x="570692" y="-2260"/>
                    <a:pt x="595258" y="-936"/>
                    <a:pt x="620053" y="295"/>
                  </a:cubicBezTo>
                  <a:cubicBezTo>
                    <a:pt x="645047" y="1536"/>
                    <a:pt x="669610" y="2316"/>
                    <a:pt x="694405" y="2797"/>
                  </a:cubicBezTo>
                  <a:cubicBezTo>
                    <a:pt x="719437" y="3282"/>
                    <a:pt x="744020" y="3122"/>
                    <a:pt x="768823" y="2546"/>
                  </a:cubicBezTo>
                  <a:cubicBezTo>
                    <a:pt x="793908" y="1964"/>
                    <a:pt x="818514" y="721"/>
                    <a:pt x="843327" y="-903"/>
                  </a:cubicBezTo>
                  <a:cubicBezTo>
                    <a:pt x="868317" y="-2539"/>
                    <a:pt x="892859" y="-4086"/>
                    <a:pt x="917645" y="-5318"/>
                  </a:cubicBezTo>
                  <a:cubicBezTo>
                    <a:pt x="942641" y="-6560"/>
                    <a:pt x="967209" y="-6951"/>
                    <a:pt x="992006" y="-6807"/>
                  </a:cubicBezTo>
                  <a:cubicBezTo>
                    <a:pt x="1017135" y="-6662"/>
                    <a:pt x="1041771" y="-5444"/>
                    <a:pt x="1066596" y="-3534"/>
                  </a:cubicBezTo>
                  <a:cubicBezTo>
                    <a:pt x="1091655" y="-1605"/>
                    <a:pt x="1116222" y="777"/>
                    <a:pt x="1141019" y="3160"/>
                  </a:cubicBezTo>
                  <a:cubicBezTo>
                    <a:pt x="1157759" y="4769"/>
                    <a:pt x="1171189" y="9955"/>
                    <a:pt x="1181435" y="18850"/>
                  </a:cubicBezTo>
                  <a:cubicBezTo>
                    <a:pt x="1200507" y="35410"/>
                    <a:pt x="1204204" y="60978"/>
                    <a:pt x="1205716" y="86872"/>
                  </a:cubicBezTo>
                  <a:cubicBezTo>
                    <a:pt x="1207180" y="111934"/>
                    <a:pt x="1208692" y="136540"/>
                    <a:pt x="1210503" y="161355"/>
                  </a:cubicBezTo>
                  <a:cubicBezTo>
                    <a:pt x="1212324" y="186319"/>
                    <a:pt x="1213854" y="210844"/>
                    <a:pt x="1214869" y="235623"/>
                  </a:cubicBezTo>
                  <a:cubicBezTo>
                    <a:pt x="1215893" y="260625"/>
                    <a:pt x="1216166" y="285200"/>
                    <a:pt x="1216169" y="310000"/>
                  </a:cubicBezTo>
                  <a:cubicBezTo>
                    <a:pt x="1216169" y="335026"/>
                    <a:pt x="1215944" y="359603"/>
                    <a:pt x="1215651" y="384404"/>
                  </a:cubicBezTo>
                  <a:cubicBezTo>
                    <a:pt x="1215356" y="409426"/>
                    <a:pt x="1215098" y="434001"/>
                    <a:pt x="1214905" y="458801"/>
                  </a:cubicBezTo>
                  <a:cubicBezTo>
                    <a:pt x="1214710" y="483826"/>
                    <a:pt x="1214507" y="508403"/>
                    <a:pt x="1214228" y="533204"/>
                  </a:cubicBezTo>
                  <a:cubicBezTo>
                    <a:pt x="1214021" y="551715"/>
                    <a:pt x="1211552" y="569425"/>
                    <a:pt x="1206788" y="586593"/>
                  </a:cubicBezTo>
                  <a:cubicBezTo>
                    <a:pt x="1200211" y="610289"/>
                    <a:pt x="1184327" y="623277"/>
                    <a:pt x="1163103" y="627419"/>
                  </a:cubicBezTo>
                  <a:cubicBezTo>
                    <a:pt x="1138508" y="632220"/>
                    <a:pt x="1113764" y="629203"/>
                    <a:pt x="1088835" y="627180"/>
                  </a:cubicBezTo>
                  <a:cubicBezTo>
                    <a:pt x="1063872" y="625154"/>
                    <a:pt x="1039266" y="625522"/>
                    <a:pt x="1014445" y="626365"/>
                  </a:cubicBezTo>
                  <a:cubicBezTo>
                    <a:pt x="989361" y="627217"/>
                    <a:pt x="964754" y="628554"/>
                    <a:pt x="939939" y="630262"/>
                  </a:cubicBezTo>
                  <a:cubicBezTo>
                    <a:pt x="914951" y="631982"/>
                    <a:pt x="890410" y="633633"/>
                    <a:pt x="865625" y="634979"/>
                  </a:cubicBezTo>
                  <a:cubicBezTo>
                    <a:pt x="840625" y="636336"/>
                    <a:pt x="816054" y="637268"/>
                    <a:pt x="791254" y="638103"/>
                  </a:cubicBezTo>
                  <a:cubicBezTo>
                    <a:pt x="766156" y="638948"/>
                    <a:pt x="741535" y="640216"/>
                    <a:pt x="716715" y="641996"/>
                  </a:cubicBezTo>
                  <a:cubicBezTo>
                    <a:pt x="691698" y="643790"/>
                    <a:pt x="667148" y="645796"/>
                    <a:pt x="642359" y="647645"/>
                  </a:cubicBezTo>
                  <a:cubicBezTo>
                    <a:pt x="617406" y="649507"/>
                    <a:pt x="592865" y="650463"/>
                    <a:pt x="568079" y="650732"/>
                  </a:cubicBezTo>
                  <a:cubicBezTo>
                    <a:pt x="543040" y="651004"/>
                    <a:pt x="518453" y="650467"/>
                    <a:pt x="493648" y="649664"/>
                  </a:cubicBezTo>
                  <a:cubicBezTo>
                    <a:pt x="468617" y="648854"/>
                    <a:pt x="444041" y="647888"/>
                    <a:pt x="419240" y="646889"/>
                  </a:cubicBezTo>
                  <a:cubicBezTo>
                    <a:pt x="394233" y="645881"/>
                    <a:pt x="369668" y="645112"/>
                    <a:pt x="344872" y="644564"/>
                  </a:cubicBezTo>
                  <a:cubicBezTo>
                    <a:pt x="319756" y="644009"/>
                    <a:pt x="295122" y="642964"/>
                    <a:pt x="270298" y="641198"/>
                  </a:cubicBezTo>
                  <a:cubicBezTo>
                    <a:pt x="245176" y="639411"/>
                    <a:pt x="220575" y="636859"/>
                    <a:pt x="195763" y="634092"/>
                  </a:cubicBezTo>
                  <a:cubicBezTo>
                    <a:pt x="170866" y="631315"/>
                    <a:pt x="146375" y="629102"/>
                    <a:pt x="121609" y="627481"/>
                  </a:cubicBezTo>
                  <a:cubicBezTo>
                    <a:pt x="101215" y="626146"/>
                    <a:pt x="81092" y="625387"/>
                    <a:pt x="60891" y="624909"/>
                  </a:cubicBezTo>
                  <a:cubicBezTo>
                    <a:pt x="37001" y="624343"/>
                    <a:pt x="21681" y="615830"/>
                    <a:pt x="14638" y="598776"/>
                  </a:cubicBezTo>
                  <a:cubicBezTo>
                    <a:pt x="5048" y="575553"/>
                    <a:pt x="6700" y="550236"/>
                    <a:pt x="7571" y="524911"/>
                  </a:cubicBezTo>
                  <a:cubicBezTo>
                    <a:pt x="8431" y="499901"/>
                    <a:pt x="7552" y="475330"/>
                    <a:pt x="7004" y="450530"/>
                  </a:cubicBezTo>
                  <a:cubicBezTo>
                    <a:pt x="6450" y="425511"/>
                    <a:pt x="6344" y="400932"/>
                    <a:pt x="6134" y="376130"/>
                  </a:cubicBezTo>
                  <a:cubicBezTo>
                    <a:pt x="5923" y="351077"/>
                    <a:pt x="5242" y="326485"/>
                    <a:pt x="4223" y="301678"/>
                  </a:cubicBezTo>
                  <a:cubicBezTo>
                    <a:pt x="3197" y="276670"/>
                    <a:pt x="2195" y="252112"/>
                    <a:pt x="1450" y="227319"/>
                  </a:cubicBezTo>
                  <a:cubicBezTo>
                    <a:pt x="698" y="202294"/>
                    <a:pt x="112" y="177713"/>
                    <a:pt x="-581" y="152910"/>
                  </a:cubicBezTo>
                  <a:cubicBezTo>
                    <a:pt x="-1096" y="134478"/>
                    <a:pt x="-1863" y="116301"/>
                    <a:pt x="-2847" y="98109"/>
                  </a:cubicBezTo>
                  <a:cubicBezTo>
                    <a:pt x="-4649" y="64827"/>
                    <a:pt x="-14207" y="21845"/>
                    <a:pt x="16119" y="8013"/>
                  </a:cubicBezTo>
                  <a:close/>
                </a:path>
              </a:pathLst>
            </a:custGeom>
            <a:solidFill>
              <a:srgbClr val="FFEBEE"/>
            </a:solidFill>
            <a:ln w="12400" cap="flat">
              <a:solidFill>
                <a:srgbClr val="00B050"/>
              </a:solidFill>
              <a:round/>
            </a:ln>
          </p:spPr>
          <p:txBody>
            <a:bodyPr anchor="ctr" lIns="0" wrap="square" rtlCol="0" rIns="0" tIns="0" bIns="11000"/>
            <a:lstStyle/>
            <a:p>
              <a:pPr algn="ctr">
                <a:lnSpc>
                  <a:spcPct val="100000"/>
                </a:lnSpc>
              </a:pPr>
              <a:r>
                <a:rPr sz="1750">
                  <a:solidFill>
                    <a:srgbClr val="000000"/>
                  </a:solidFill>
                  <a:latin typeface="標楷體"/>
                </a:rPr>
                <a:t>部份語言模型族譜</a:t>
              </a:r>
            </a:p>
          </p:txBody>
        </p:sp>
        <p:grpSp>
          <p:nvGrpSpPr>
            <p:cNvPr id="461" name="Group 461"/>
            <p:cNvGrpSpPr/>
            <p:nvPr/>
          </p:nvGrpSpPr>
          <p:grpSpPr>
            <a:xfrm>
              <a:off x="3589358" y="3375432"/>
              <a:ext cy="3183107" cx="4926988"/>
              <a:chOff x="3589358" y="3375432"/>
              <a:chExt cy="3183107" cx="4926988"/>
            </a:xfrm>
          </p:grpSpPr>
          <p:sp>
            <p:nvSpPr>
              <p:cNvPr id="260" name="SubTopic"/>
              <p:cNvSpPr/>
              <p:nvPr/>
            </p:nvSpPr>
            <p:spPr>
              <a:xfrm>
                <a:off x="3589358" y="3375432"/>
                <a:ext cy="3183107" cx="4926988"/>
              </a:xfrm>
              <a:custGeom>
                <a:avLst/>
                <a:gdLst/>
                <a:ahLst/>
                <a:cxnLst/>
                <a:pathLst>
                  <a:path w="4926988" h="3183107">
                    <a:moveTo>
                      <a:pt x="0" y="0"/>
                    </a:moveTo>
                    <a:lnTo>
                      <a:pt x="74400" y="4413"/>
                    </a:lnTo>
                    <a:lnTo>
                      <a:pt x="148800" y="3910"/>
                    </a:lnTo>
                    <a:lnTo>
                      <a:pt x="223200" y="2981"/>
                    </a:lnTo>
                    <a:lnTo>
                      <a:pt x="297600" y="2555"/>
                    </a:lnTo>
                    <a:lnTo>
                      <a:pt x="372000" y="-153"/>
                    </a:lnTo>
                    <a:lnTo>
                      <a:pt x="446400" y="-4076"/>
                    </a:lnTo>
                    <a:lnTo>
                      <a:pt x="520800" y="-4772"/>
                    </a:lnTo>
                    <a:lnTo>
                      <a:pt x="595200" y="-757"/>
                    </a:lnTo>
                    <a:lnTo>
                      <a:pt x="669600" y="2587"/>
                    </a:lnTo>
                    <a:lnTo>
                      <a:pt x="744000" y="3480"/>
                    </a:lnTo>
                    <a:lnTo>
                      <a:pt x="818400" y="1028"/>
                    </a:lnTo>
                    <a:lnTo>
                      <a:pt x="892800" y="-4453"/>
                    </a:lnTo>
                    <a:lnTo>
                      <a:pt x="967200" y="-7418"/>
                    </a:lnTo>
                    <a:lnTo>
                      <a:pt x="1041600" y="-6039"/>
                    </a:lnTo>
                    <a:lnTo>
                      <a:pt x="1116000" y="867"/>
                    </a:lnTo>
                    <a:lnTo>
                      <a:pt x="1190400" y="7813"/>
                    </a:lnTo>
                    <a:lnTo>
                      <a:pt x="1264800" y="8826"/>
                    </a:lnTo>
                    <a:lnTo>
                      <a:pt x="1339200" y="4508"/>
                    </a:lnTo>
                    <a:lnTo>
                      <a:pt x="1413600" y="-1535"/>
                    </a:lnTo>
                    <a:lnTo>
                      <a:pt x="1488000" y="-3464"/>
                    </a:lnTo>
                    <a:lnTo>
                      <a:pt x="1562400" y="-3099"/>
                    </a:lnTo>
                    <a:lnTo>
                      <a:pt x="1636800" y="-2145"/>
                    </a:lnTo>
                    <a:lnTo>
                      <a:pt x="1711200" y="-1710"/>
                    </a:lnTo>
                    <a:lnTo>
                      <a:pt x="1785600" y="-711"/>
                    </a:lnTo>
                    <a:lnTo>
                      <a:pt x="1860000" y="4115"/>
                    </a:lnTo>
                    <a:lnTo>
                      <a:pt x="1934400" y="9908"/>
                    </a:lnTo>
                    <a:lnTo>
                      <a:pt x="2008800" y="11120"/>
                    </a:lnTo>
                    <a:lnTo>
                      <a:pt x="2083200" y="8306"/>
                    </a:lnTo>
                    <a:lnTo>
                      <a:pt x="2157600" y="2542"/>
                    </a:lnTo>
                    <a:lnTo>
                      <a:pt x="2232000" y="-782"/>
                    </a:lnTo>
                    <a:lnTo>
                      <a:pt x="2306400" y="-3180"/>
                    </a:lnTo>
                    <a:lnTo>
                      <a:pt x="2380800" y="-9500"/>
                    </a:lnTo>
                    <a:lnTo>
                      <a:pt x="2455200" y="-14570"/>
                    </a:lnTo>
                    <a:lnTo>
                      <a:pt x="2529600" y="-14086"/>
                    </a:lnTo>
                    <a:lnTo>
                      <a:pt x="2604000" y="-11354"/>
                    </a:lnTo>
                    <a:lnTo>
                      <a:pt x="2678400" y="-8356"/>
                    </a:lnTo>
                    <a:lnTo>
                      <a:pt x="2752800" y="-7159"/>
                    </a:lnTo>
                    <a:lnTo>
                      <a:pt x="2827200" y="-436"/>
                    </a:lnTo>
                    <a:lnTo>
                      <a:pt x="2901600" y="8036"/>
                    </a:lnTo>
                    <a:lnTo>
                      <a:pt x="2976000" y="11683"/>
                    </a:lnTo>
                    <a:lnTo>
                      <a:pt x="3050400" y="11298"/>
                    </a:lnTo>
                    <a:lnTo>
                      <a:pt x="3124800" y="9574"/>
                    </a:lnTo>
                    <a:lnTo>
                      <a:pt x="3199200" y="6844"/>
                    </a:lnTo>
                    <a:lnTo>
                      <a:pt x="3273600" y="6541"/>
                    </a:lnTo>
                    <a:lnTo>
                      <a:pt x="3348000" y="5537"/>
                    </a:lnTo>
                    <a:lnTo>
                      <a:pt x="3422400" y="1890"/>
                    </a:lnTo>
                    <a:lnTo>
                      <a:pt x="3496800" y="258"/>
                    </a:lnTo>
                    <a:lnTo>
                      <a:pt x="3571200" y="-2103"/>
                    </a:lnTo>
                    <a:lnTo>
                      <a:pt x="3645600" y="-7428"/>
                    </a:lnTo>
                    <a:lnTo>
                      <a:pt x="3720000" y="-10196"/>
                    </a:lnTo>
                    <a:lnTo>
                      <a:pt x="3794400" y="-9735"/>
                    </a:lnTo>
                    <a:lnTo>
                      <a:pt x="3868800" y="-8596"/>
                    </a:lnTo>
                    <a:lnTo>
                      <a:pt x="3943200" y="-8266"/>
                    </a:lnTo>
                    <a:lnTo>
                      <a:pt x="4017600" y="-6937"/>
                    </a:lnTo>
                    <a:lnTo>
                      <a:pt x="4092000" y="-1542"/>
                    </a:lnTo>
                    <a:lnTo>
                      <a:pt x="4166400" y="2196"/>
                    </a:lnTo>
                    <a:lnTo>
                      <a:pt x="4240800" y="2668"/>
                    </a:lnTo>
                    <a:lnTo>
                      <a:pt x="4315200" y="-3347"/>
                    </a:lnTo>
                    <a:lnTo>
                      <a:pt x="4389600" y="-10447"/>
                    </a:lnTo>
                    <a:lnTo>
                      <a:pt x="4464000" y="-12636"/>
                    </a:lnTo>
                    <a:lnTo>
                      <a:pt x="4538400" y="-10729"/>
                    </a:lnTo>
                    <a:lnTo>
                      <a:pt x="4612800" y="-7127"/>
                    </a:lnTo>
                    <a:lnTo>
                      <a:pt x="4687200" y="-5690"/>
                    </a:lnTo>
                    <a:lnTo>
                      <a:pt x="4761600" y="-6154"/>
                    </a:lnTo>
                    <a:lnTo>
                      <a:pt x="4836000" y="-8299"/>
                    </a:lnTo>
                    <a:lnTo>
                      <a:pt x="4910400" y="-10904"/>
                    </a:lnTo>
                    <a:lnTo>
                      <a:pt x="4938308" y="62000"/>
                    </a:lnTo>
                    <a:lnTo>
                      <a:pt x="4935118" y="136400"/>
                    </a:lnTo>
                    <a:lnTo>
                      <a:pt x="4932557" y="210800"/>
                    </a:lnTo>
                    <a:lnTo>
                      <a:pt x="4931427" y="285200"/>
                    </a:lnTo>
                    <a:lnTo>
                      <a:pt x="4929189" y="359600"/>
                    </a:lnTo>
                    <a:lnTo>
                      <a:pt x="4925031" y="434000"/>
                    </a:lnTo>
                    <a:lnTo>
                      <a:pt x="4923782" y="508400"/>
                    </a:lnTo>
                    <a:lnTo>
                      <a:pt x="4923314" y="582800"/>
                    </a:lnTo>
                    <a:lnTo>
                      <a:pt x="4920704" y="657200"/>
                    </a:lnTo>
                    <a:lnTo>
                      <a:pt x="4917310" y="731600"/>
                    </a:lnTo>
                    <a:lnTo>
                      <a:pt x="4916400" y="806000"/>
                    </a:lnTo>
                    <a:lnTo>
                      <a:pt x="4918121" y="880400"/>
                    </a:lnTo>
                    <a:lnTo>
                      <a:pt x="4919903" y="954800"/>
                    </a:lnTo>
                    <a:lnTo>
                      <a:pt x="4920948" y="1029200"/>
                    </a:lnTo>
                    <a:lnTo>
                      <a:pt x="4919479" y="1103600"/>
                    </a:lnTo>
                    <a:lnTo>
                      <a:pt x="4915824" y="1178000"/>
                    </a:lnTo>
                    <a:lnTo>
                      <a:pt x="4912266" y="1252400"/>
                    </a:lnTo>
                    <a:lnTo>
                      <a:pt x="4913481" y="1326800"/>
                    </a:lnTo>
                    <a:lnTo>
                      <a:pt x="4920308" y="1401200"/>
                    </a:lnTo>
                    <a:lnTo>
                      <a:pt x="4926765" y="1475600"/>
                    </a:lnTo>
                    <a:lnTo>
                      <a:pt x="4927839" y="1550000"/>
                    </a:lnTo>
                    <a:lnTo>
                      <a:pt x="4923998" y="1624400"/>
                    </a:lnTo>
                    <a:lnTo>
                      <a:pt x="4917710" y="1698800"/>
                    </a:lnTo>
                    <a:lnTo>
                      <a:pt x="4914014" y="1773200"/>
                    </a:lnTo>
                    <a:lnTo>
                      <a:pt x="4918904" y="1847600"/>
                    </a:lnTo>
                    <a:lnTo>
                      <a:pt x="4930438" y="1922000"/>
                    </a:lnTo>
                    <a:lnTo>
                      <a:pt x="4940286" y="1996400"/>
                    </a:lnTo>
                    <a:lnTo>
                      <a:pt x="4938979" y="2070800"/>
                    </a:lnTo>
                    <a:lnTo>
                      <a:pt x="4930343" y="2145200"/>
                    </a:lnTo>
                    <a:lnTo>
                      <a:pt x="4922594" y="2219600"/>
                    </a:lnTo>
                    <a:lnTo>
                      <a:pt x="4920520" y="2294000"/>
                    </a:lnTo>
                    <a:lnTo>
                      <a:pt x="4919996" y="2368400"/>
                    </a:lnTo>
                    <a:lnTo>
                      <a:pt x="4920983" y="2442800"/>
                    </a:lnTo>
                    <a:lnTo>
                      <a:pt x="4921984" y="2517200"/>
                    </a:lnTo>
                    <a:lnTo>
                      <a:pt x="4922364" y="2591600"/>
                    </a:lnTo>
                    <a:lnTo>
                      <a:pt x="4923324" y="2666000"/>
                    </a:lnTo>
                    <a:lnTo>
                      <a:pt x="4924363" y="2740400"/>
                    </a:lnTo>
                    <a:lnTo>
                      <a:pt x="4924904" y="2814800"/>
                    </a:lnTo>
                    <a:lnTo>
                      <a:pt x="4927378" y="2889200"/>
                    </a:lnTo>
                    <a:lnTo>
                      <a:pt x="4930867" y="2963600"/>
                    </a:lnTo>
                    <a:lnTo>
                      <a:pt x="4931733" y="3038000"/>
                    </a:lnTo>
                    <a:lnTo>
                      <a:pt x="4929090" y="3112400"/>
                    </a:lnTo>
                    <a:lnTo>
                      <a:pt x="4914588" y="3180237"/>
                    </a:lnTo>
                    <a:lnTo>
                      <a:pt x="4840188" y="3177045"/>
                    </a:lnTo>
                    <a:lnTo>
                      <a:pt x="4765788" y="3180413"/>
                    </a:lnTo>
                    <a:lnTo>
                      <a:pt x="4691388" y="3185426"/>
                    </a:lnTo>
                    <a:lnTo>
                      <a:pt x="4616988" y="3186710"/>
                    </a:lnTo>
                    <a:lnTo>
                      <a:pt x="4542588" y="3187381"/>
                    </a:lnTo>
                    <a:lnTo>
                      <a:pt x="4468188" y="3190264"/>
                    </a:lnTo>
                    <a:lnTo>
                      <a:pt x="4393788" y="3193203"/>
                    </a:lnTo>
                    <a:lnTo>
                      <a:pt x="4319388" y="3193567"/>
                    </a:lnTo>
                    <a:lnTo>
                      <a:pt x="4244988" y="3188302"/>
                    </a:lnTo>
                    <a:lnTo>
                      <a:pt x="4170588" y="3179702"/>
                    </a:lnTo>
                    <a:lnTo>
                      <a:pt x="4096188" y="3175313"/>
                    </a:lnTo>
                    <a:lnTo>
                      <a:pt x="4021788" y="3174717"/>
                    </a:lnTo>
                    <a:lnTo>
                      <a:pt x="3947388" y="3171589"/>
                    </a:lnTo>
                    <a:lnTo>
                      <a:pt x="3872988" y="3167872"/>
                    </a:lnTo>
                    <a:lnTo>
                      <a:pt x="3798588" y="3168945"/>
                    </a:lnTo>
                    <a:lnTo>
                      <a:pt x="3724188" y="3174108"/>
                    </a:lnTo>
                    <a:lnTo>
                      <a:pt x="3649788" y="3178440"/>
                    </a:lnTo>
                    <a:lnTo>
                      <a:pt x="3575388" y="3179449"/>
                    </a:lnTo>
                    <a:lnTo>
                      <a:pt x="3500988" y="3180249"/>
                    </a:lnTo>
                    <a:lnTo>
                      <a:pt x="3426588" y="3181963"/>
                    </a:lnTo>
                    <a:lnTo>
                      <a:pt x="3352188" y="3182007"/>
                    </a:lnTo>
                    <a:lnTo>
                      <a:pt x="3277788" y="3184688"/>
                    </a:lnTo>
                    <a:lnTo>
                      <a:pt x="3203388" y="3188385"/>
                    </a:lnTo>
                    <a:lnTo>
                      <a:pt x="3128988" y="3190765"/>
                    </a:lnTo>
                    <a:lnTo>
                      <a:pt x="3054588" y="3189278"/>
                    </a:lnTo>
                    <a:lnTo>
                      <a:pt x="2980188" y="3182520"/>
                    </a:lnTo>
                    <a:lnTo>
                      <a:pt x="2905788" y="3175583"/>
                    </a:lnTo>
                    <a:lnTo>
                      <a:pt x="2831388" y="3173779"/>
                    </a:lnTo>
                    <a:lnTo>
                      <a:pt x="2756988" y="3175400"/>
                    </a:lnTo>
                    <a:lnTo>
                      <a:pt x="2682588" y="3175794"/>
                    </a:lnTo>
                    <a:lnTo>
                      <a:pt x="2608188" y="3175782"/>
                    </a:lnTo>
                    <a:lnTo>
                      <a:pt x="2533788" y="3175015"/>
                    </a:lnTo>
                    <a:lnTo>
                      <a:pt x="2459388" y="3172565"/>
                    </a:lnTo>
                    <a:lnTo>
                      <a:pt x="2384988" y="3170621"/>
                    </a:lnTo>
                    <a:lnTo>
                      <a:pt x="2310588" y="3172677"/>
                    </a:lnTo>
                    <a:lnTo>
                      <a:pt x="2236188" y="3182190"/>
                    </a:lnTo>
                    <a:lnTo>
                      <a:pt x="2161788" y="3190031"/>
                    </a:lnTo>
                    <a:lnTo>
                      <a:pt x="2087388" y="3191785"/>
                    </a:lnTo>
                    <a:lnTo>
                      <a:pt x="2012988" y="3193364"/>
                    </a:lnTo>
                    <a:lnTo>
                      <a:pt x="1938588" y="3193003"/>
                    </a:lnTo>
                    <a:lnTo>
                      <a:pt x="1864188" y="3191569"/>
                    </a:lnTo>
                    <a:lnTo>
                      <a:pt x="1789788" y="3188770"/>
                    </a:lnTo>
                    <a:lnTo>
                      <a:pt x="1715388" y="3181944"/>
                    </a:lnTo>
                    <a:lnTo>
                      <a:pt x="1640988" y="3177744"/>
                    </a:lnTo>
                    <a:lnTo>
                      <a:pt x="1566588" y="3177549"/>
                    </a:lnTo>
                    <a:lnTo>
                      <a:pt x="1492188" y="3178648"/>
                    </a:lnTo>
                    <a:lnTo>
                      <a:pt x="1417788" y="3181290"/>
                    </a:lnTo>
                    <a:lnTo>
                      <a:pt x="1343388" y="3181708"/>
                    </a:lnTo>
                    <a:lnTo>
                      <a:pt x="1268988" y="3180330"/>
                    </a:lnTo>
                    <a:lnTo>
                      <a:pt x="1194588" y="3181117"/>
                    </a:lnTo>
                    <a:lnTo>
                      <a:pt x="1120188" y="3182132"/>
                    </a:lnTo>
                    <a:lnTo>
                      <a:pt x="1045788" y="3182575"/>
                    </a:lnTo>
                    <a:lnTo>
                      <a:pt x="971388" y="3184855"/>
                    </a:lnTo>
                    <a:lnTo>
                      <a:pt x="896988" y="3187141"/>
                    </a:lnTo>
                    <a:lnTo>
                      <a:pt x="822588" y="3186231"/>
                    </a:lnTo>
                    <a:lnTo>
                      <a:pt x="748188" y="3180902"/>
                    </a:lnTo>
                    <a:lnTo>
                      <a:pt x="673788" y="3177781"/>
                    </a:lnTo>
                    <a:lnTo>
                      <a:pt x="599388" y="3177351"/>
                    </a:lnTo>
                    <a:lnTo>
                      <a:pt x="524988" y="3177133"/>
                    </a:lnTo>
                    <a:lnTo>
                      <a:pt x="450588" y="3180096"/>
                    </a:lnTo>
                    <a:lnTo>
                      <a:pt x="376188" y="3182432"/>
                    </a:lnTo>
                    <a:lnTo>
                      <a:pt x="301788" y="3183326"/>
                    </a:lnTo>
                    <a:lnTo>
                      <a:pt x="227388" y="3184003"/>
                    </a:lnTo>
                    <a:lnTo>
                      <a:pt x="152988" y="3182640"/>
                    </a:lnTo>
                    <a:lnTo>
                      <a:pt x="78588" y="3183039"/>
                    </a:lnTo>
                    <a:lnTo>
                      <a:pt x="-2358" y="3183107"/>
                    </a:lnTo>
                    <a:lnTo>
                      <a:pt x="-3278" y="3108707"/>
                    </a:lnTo>
                    <a:lnTo>
                      <a:pt x="-3190" y="3034307"/>
                    </a:lnTo>
                    <a:lnTo>
                      <a:pt x="1249" y="2959907"/>
                    </a:lnTo>
                    <a:lnTo>
                      <a:pt x="8389" y="2885507"/>
                    </a:lnTo>
                    <a:lnTo>
                      <a:pt x="11417" y="2811107"/>
                    </a:lnTo>
                    <a:lnTo>
                      <a:pt x="12839" y="2736707"/>
                    </a:lnTo>
                    <a:lnTo>
                      <a:pt x="13711" y="2662307"/>
                    </a:lnTo>
                    <a:lnTo>
                      <a:pt x="12316" y="2587907"/>
                    </a:lnTo>
                    <a:lnTo>
                      <a:pt x="9787" y="2513507"/>
                    </a:lnTo>
                    <a:lnTo>
                      <a:pt x="153" y="2439107"/>
                    </a:lnTo>
                    <a:lnTo>
                      <a:pt x="-8938" y="2364707"/>
                    </a:lnTo>
                    <a:lnTo>
                      <a:pt x="-10840" y="2290307"/>
                    </a:lnTo>
                    <a:lnTo>
                      <a:pt x="-8571" y="2215907"/>
                    </a:lnTo>
                    <a:lnTo>
                      <a:pt x="-4589" y="2141507"/>
                    </a:lnTo>
                    <a:lnTo>
                      <a:pt x="-1758" y="2067107"/>
                    </a:lnTo>
                    <a:lnTo>
                      <a:pt x="-3292" y="1992707"/>
                    </a:lnTo>
                    <a:lnTo>
                      <a:pt x="-3856" y="1918307"/>
                    </a:lnTo>
                    <a:lnTo>
                      <a:pt x="-2665" y="1843907"/>
                    </a:lnTo>
                    <a:lnTo>
                      <a:pt x="-1340" y="1769507"/>
                    </a:lnTo>
                    <a:lnTo>
                      <a:pt x="4001" y="1695107"/>
                    </a:lnTo>
                    <a:lnTo>
                      <a:pt x="11111" y="1620707"/>
                    </a:lnTo>
                    <a:lnTo>
                      <a:pt x="12998" y="1546307"/>
                    </a:lnTo>
                    <a:lnTo>
                      <a:pt x="11332" y="1471907"/>
                    </a:lnTo>
                    <a:lnTo>
                      <a:pt x="8096" y="1397507"/>
                    </a:lnTo>
                    <a:lnTo>
                      <a:pt x="5975" y="1323107"/>
                    </a:lnTo>
                    <a:lnTo>
                      <a:pt x="6201" y="1248707"/>
                    </a:lnTo>
                    <a:lnTo>
                      <a:pt x="4880" y="1174307"/>
                    </a:lnTo>
                    <a:lnTo>
                      <a:pt x="2106" y="1099907"/>
                    </a:lnTo>
                    <a:lnTo>
                      <a:pt x="1221" y="1025507"/>
                    </a:lnTo>
                    <a:lnTo>
                      <a:pt x="-2235" y="951107"/>
                    </a:lnTo>
                    <a:lnTo>
                      <a:pt x="-4922" y="876707"/>
                    </a:lnTo>
                    <a:lnTo>
                      <a:pt x="-5091" y="802307"/>
                    </a:lnTo>
                    <a:lnTo>
                      <a:pt x="-3038" y="727907"/>
                    </a:lnTo>
                    <a:lnTo>
                      <a:pt x="745" y="653507"/>
                    </a:lnTo>
                    <a:lnTo>
                      <a:pt x="1767" y="579107"/>
                    </a:lnTo>
                    <a:lnTo>
                      <a:pt x="469" y="504707"/>
                    </a:lnTo>
                    <a:lnTo>
                      <a:pt x="-3539" y="430307"/>
                    </a:lnTo>
                    <a:lnTo>
                      <a:pt x="-7001" y="355907"/>
                    </a:lnTo>
                    <a:lnTo>
                      <a:pt x="-7564" y="281507"/>
                    </a:lnTo>
                    <a:lnTo>
                      <a:pt x="-9739" y="207107"/>
                    </a:lnTo>
                    <a:lnTo>
                      <a:pt x="-11808" y="132707"/>
                    </a:lnTo>
                    <a:lnTo>
                      <a:pt x="-11595" y="58307"/>
                    </a:lnTo>
                    <a:lnTo>
                      <a:pt x="0" y="0"/>
                    </a:lnTo>
                    <a:close/>
                  </a:path>
                </a:pathLst>
              </a:custGeom>
              <a:solidFill>
                <a:srgbClr val="FFEBEE"/>
              </a:solidFill>
              <a:ln w="12400" cap="flat">
                <a:solidFill>
                  <a:srgbClr val="00B0F0"/>
                </a:solidFill>
                <a:round/>
              </a:ln>
            </p:spPr>
          </p:sp>
          <p:pic>
            <p:nvPicPr>
              <p:cNvPr id="262" name="Image"/>
              <p:cNvPicPr>
                <a:picLocks noChangeAspect="1"/>
              </p:cNvPicPr>
              <p:nvPr/>
            </p:nvPicPr>
            <p:blipFill>
              <a:blip r:embed="rId3"/>
              <a:stretch>
                <a:fillRect/>
              </a:stretch>
            </p:blipFill>
            <p:spPr>
              <a:xfrm>
                <a:off x="3700958" y="3413872"/>
                <a:ext cy="2707773" cx="4716188"/>
              </a:xfrm>
              <a:prstGeom prst="rect">
                <a:avLst/>
              </a:prstGeom>
            </p:spPr>
          </p:pic>
          <p:sp>
            <p:nvSpPr>
              <p:cNvPr id="462" name="Text 462"/>
              <p:cNvSpPr txBox="1"/>
              <p:nvPr/>
            </p:nvSpPr>
            <p:spPr>
              <a:xfrm>
                <a:off x="5232385" y="6210925"/>
                <a:ext cy="314133" cx="1603733"/>
              </a:xfrm>
              <a:prstGeom prst="rect">
                <a:avLst/>
              </a:prstGeom>
              <a:noFill/>
            </p:spPr>
            <p:txBody>
              <a:bodyPr anchor="ctr" lIns="0" wrap="none" rtlCol="0" rIns="0" tIns="0" bIns="11000"/>
              <a:lstStyle/>
              <a:p>
                <a:pPr algn="ctr">
                  <a:lnSpc>
                    <a:spcPct val="100000"/>
                  </a:lnSpc>
                </a:pPr>
                <a:r>
                  <a:rPr sz="1750">
                    <a:solidFill>
                      <a:srgbClr val="454545"/>
                    </a:solidFill>
                    <a:latin typeface="Arial"/>
                  </a:rPr>
                  <a:t>Bert、GPT、...</a:t>
                </a:r>
              </a:p>
            </p:txBody>
          </p:sp>
        </p:grpSp>
        <p:grpSp>
          <p:nvGrpSpPr>
            <p:cNvPr id="463" name="Group 463"/>
            <p:cNvGrpSpPr/>
            <p:nvPr/>
          </p:nvGrpSpPr>
          <p:grpSpPr>
            <a:xfrm>
              <a:off x="662958" y="3375432"/>
              <a:ext cy="2897467" cx="2703200"/>
              <a:chOff x="662958" y="3375432"/>
              <a:chExt cy="2897467" cx="2703200"/>
            </a:xfrm>
          </p:grpSpPr>
          <p:sp>
            <p:nvSpPr>
              <p:cNvPr id="310" name="SubTopic"/>
              <p:cNvSpPr/>
              <p:nvPr/>
            </p:nvSpPr>
            <p:spPr>
              <a:xfrm>
                <a:off x="662958" y="3375432"/>
                <a:ext cy="2897467" cx="2703200"/>
              </a:xfrm>
              <a:custGeom>
                <a:avLst/>
                <a:gdLst/>
                <a:ahLst/>
                <a:cxnLst/>
                <a:pathLst>
                  <a:path w="2703200" h="2897467">
                    <a:moveTo>
                      <a:pt x="0" y="0"/>
                    </a:moveTo>
                    <a:lnTo>
                      <a:pt x="74400" y="4413"/>
                    </a:lnTo>
                    <a:lnTo>
                      <a:pt x="148800" y="3910"/>
                    </a:lnTo>
                    <a:lnTo>
                      <a:pt x="223200" y="2981"/>
                    </a:lnTo>
                    <a:lnTo>
                      <a:pt x="297600" y="2555"/>
                    </a:lnTo>
                    <a:lnTo>
                      <a:pt x="372000" y="-153"/>
                    </a:lnTo>
                    <a:lnTo>
                      <a:pt x="446400" y="-4076"/>
                    </a:lnTo>
                    <a:lnTo>
                      <a:pt x="520800" y="-4772"/>
                    </a:lnTo>
                    <a:lnTo>
                      <a:pt x="595200" y="-757"/>
                    </a:lnTo>
                    <a:lnTo>
                      <a:pt x="669600" y="2587"/>
                    </a:lnTo>
                    <a:lnTo>
                      <a:pt x="744000" y="3480"/>
                    </a:lnTo>
                    <a:lnTo>
                      <a:pt x="818400" y="1028"/>
                    </a:lnTo>
                    <a:lnTo>
                      <a:pt x="892800" y="-4453"/>
                    </a:lnTo>
                    <a:lnTo>
                      <a:pt x="967200" y="-7418"/>
                    </a:lnTo>
                    <a:lnTo>
                      <a:pt x="1041600" y="-6039"/>
                    </a:lnTo>
                    <a:lnTo>
                      <a:pt x="1116000" y="867"/>
                    </a:lnTo>
                    <a:lnTo>
                      <a:pt x="1190400" y="7813"/>
                    </a:lnTo>
                    <a:lnTo>
                      <a:pt x="1264800" y="8826"/>
                    </a:lnTo>
                    <a:lnTo>
                      <a:pt x="1339200" y="4508"/>
                    </a:lnTo>
                    <a:lnTo>
                      <a:pt x="1413600" y="-1535"/>
                    </a:lnTo>
                    <a:lnTo>
                      <a:pt x="1488000" y="-3464"/>
                    </a:lnTo>
                    <a:lnTo>
                      <a:pt x="1562400" y="-3099"/>
                    </a:lnTo>
                    <a:lnTo>
                      <a:pt x="1636800" y="-2145"/>
                    </a:lnTo>
                    <a:lnTo>
                      <a:pt x="1711200" y="-1710"/>
                    </a:lnTo>
                    <a:lnTo>
                      <a:pt x="1785600" y="-711"/>
                    </a:lnTo>
                    <a:lnTo>
                      <a:pt x="1860000" y="4115"/>
                    </a:lnTo>
                    <a:lnTo>
                      <a:pt x="1934400" y="9908"/>
                    </a:lnTo>
                    <a:lnTo>
                      <a:pt x="2008800" y="11120"/>
                    </a:lnTo>
                    <a:lnTo>
                      <a:pt x="2083200" y="8306"/>
                    </a:lnTo>
                    <a:lnTo>
                      <a:pt x="2157600" y="2542"/>
                    </a:lnTo>
                    <a:lnTo>
                      <a:pt x="2232000" y="-782"/>
                    </a:lnTo>
                    <a:lnTo>
                      <a:pt x="2306400" y="-3180"/>
                    </a:lnTo>
                    <a:lnTo>
                      <a:pt x="2380800" y="-9500"/>
                    </a:lnTo>
                    <a:lnTo>
                      <a:pt x="2455200" y="-14570"/>
                    </a:lnTo>
                    <a:lnTo>
                      <a:pt x="2529600" y="-14086"/>
                    </a:lnTo>
                    <a:lnTo>
                      <a:pt x="2604000" y="-11354"/>
                    </a:lnTo>
                    <a:lnTo>
                      <a:pt x="2678400" y="-8356"/>
                    </a:lnTo>
                    <a:lnTo>
                      <a:pt x="2710359" y="49600"/>
                    </a:lnTo>
                    <a:lnTo>
                      <a:pt x="2703636" y="124000"/>
                    </a:lnTo>
                    <a:lnTo>
                      <a:pt x="2695164" y="198400"/>
                    </a:lnTo>
                    <a:lnTo>
                      <a:pt x="2691517" y="272800"/>
                    </a:lnTo>
                    <a:lnTo>
                      <a:pt x="2691902" y="347200"/>
                    </a:lnTo>
                    <a:lnTo>
                      <a:pt x="2693626" y="421600"/>
                    </a:lnTo>
                    <a:lnTo>
                      <a:pt x="2696356" y="496000"/>
                    </a:lnTo>
                    <a:lnTo>
                      <a:pt x="2696659" y="570400"/>
                    </a:lnTo>
                    <a:lnTo>
                      <a:pt x="2697663" y="644800"/>
                    </a:lnTo>
                    <a:lnTo>
                      <a:pt x="2701310" y="719200"/>
                    </a:lnTo>
                    <a:lnTo>
                      <a:pt x="2702942" y="793600"/>
                    </a:lnTo>
                    <a:lnTo>
                      <a:pt x="2705303" y="868000"/>
                    </a:lnTo>
                    <a:lnTo>
                      <a:pt x="2710628" y="942400"/>
                    </a:lnTo>
                    <a:lnTo>
                      <a:pt x="2713396" y="1016800"/>
                    </a:lnTo>
                    <a:lnTo>
                      <a:pt x="2712935" y="1091200"/>
                    </a:lnTo>
                    <a:lnTo>
                      <a:pt x="2711796" y="1165600"/>
                    </a:lnTo>
                    <a:lnTo>
                      <a:pt x="2711466" y="1240000"/>
                    </a:lnTo>
                    <a:lnTo>
                      <a:pt x="2710137" y="1314400"/>
                    </a:lnTo>
                    <a:lnTo>
                      <a:pt x="2704742" y="1388800"/>
                    </a:lnTo>
                    <a:lnTo>
                      <a:pt x="2701004" y="1463200"/>
                    </a:lnTo>
                    <a:lnTo>
                      <a:pt x="2700532" y="1537600"/>
                    </a:lnTo>
                    <a:lnTo>
                      <a:pt x="2706547" y="1612000"/>
                    </a:lnTo>
                    <a:lnTo>
                      <a:pt x="2713647" y="1686400"/>
                    </a:lnTo>
                    <a:lnTo>
                      <a:pt x="2715836" y="1760800"/>
                    </a:lnTo>
                    <a:lnTo>
                      <a:pt x="2713929" y="1835200"/>
                    </a:lnTo>
                    <a:lnTo>
                      <a:pt x="2710327" y="1909600"/>
                    </a:lnTo>
                    <a:lnTo>
                      <a:pt x="2708890" y="1984000"/>
                    </a:lnTo>
                    <a:lnTo>
                      <a:pt x="2709354" y="2058400"/>
                    </a:lnTo>
                    <a:lnTo>
                      <a:pt x="2711499" y="2132800"/>
                    </a:lnTo>
                    <a:lnTo>
                      <a:pt x="2714104" y="2207200"/>
                    </a:lnTo>
                    <a:lnTo>
                      <a:pt x="2714520" y="2281600"/>
                    </a:lnTo>
                    <a:lnTo>
                      <a:pt x="2711330" y="2356000"/>
                    </a:lnTo>
                    <a:lnTo>
                      <a:pt x="2708769" y="2430400"/>
                    </a:lnTo>
                    <a:lnTo>
                      <a:pt x="2707639" y="2504800"/>
                    </a:lnTo>
                    <a:lnTo>
                      <a:pt x="2705401" y="2579200"/>
                    </a:lnTo>
                    <a:lnTo>
                      <a:pt x="2701243" y="2653600"/>
                    </a:lnTo>
                    <a:lnTo>
                      <a:pt x="2699994" y="2728000"/>
                    </a:lnTo>
                    <a:lnTo>
                      <a:pt x="2699526" y="2802400"/>
                    </a:lnTo>
                    <a:lnTo>
                      <a:pt x="2696916" y="2876800"/>
                    </a:lnTo>
                    <a:lnTo>
                      <a:pt x="2641200" y="2887789"/>
                    </a:lnTo>
                    <a:lnTo>
                      <a:pt x="2566800" y="2886879"/>
                    </a:lnTo>
                    <a:lnTo>
                      <a:pt x="2492400" y="2888600"/>
                    </a:lnTo>
                    <a:lnTo>
                      <a:pt x="2418000" y="2890382"/>
                    </a:lnTo>
                    <a:lnTo>
                      <a:pt x="2343600" y="2891427"/>
                    </a:lnTo>
                    <a:lnTo>
                      <a:pt x="2269200" y="2889958"/>
                    </a:lnTo>
                    <a:lnTo>
                      <a:pt x="2194800" y="2886303"/>
                    </a:lnTo>
                    <a:lnTo>
                      <a:pt x="2120400" y="2882745"/>
                    </a:lnTo>
                    <a:lnTo>
                      <a:pt x="2046000" y="2883960"/>
                    </a:lnTo>
                    <a:lnTo>
                      <a:pt x="1971600" y="2890787"/>
                    </a:lnTo>
                    <a:lnTo>
                      <a:pt x="1897200" y="2897244"/>
                    </a:lnTo>
                    <a:lnTo>
                      <a:pt x="1822800" y="2898318"/>
                    </a:lnTo>
                    <a:lnTo>
                      <a:pt x="1748400" y="2894477"/>
                    </a:lnTo>
                    <a:lnTo>
                      <a:pt x="1674000" y="2888189"/>
                    </a:lnTo>
                    <a:lnTo>
                      <a:pt x="1599600" y="2884492"/>
                    </a:lnTo>
                    <a:lnTo>
                      <a:pt x="1525200" y="2889383"/>
                    </a:lnTo>
                    <a:lnTo>
                      <a:pt x="1450800" y="2900916"/>
                    </a:lnTo>
                    <a:lnTo>
                      <a:pt x="1376400" y="2910765"/>
                    </a:lnTo>
                    <a:lnTo>
                      <a:pt x="1302000" y="2909457"/>
                    </a:lnTo>
                    <a:lnTo>
                      <a:pt x="1227600" y="2900821"/>
                    </a:lnTo>
                    <a:lnTo>
                      <a:pt x="1153200" y="2893073"/>
                    </a:lnTo>
                    <a:lnTo>
                      <a:pt x="1078800" y="2890999"/>
                    </a:lnTo>
                    <a:lnTo>
                      <a:pt x="1004400" y="2890475"/>
                    </a:lnTo>
                    <a:lnTo>
                      <a:pt x="930000" y="2891462"/>
                    </a:lnTo>
                    <a:lnTo>
                      <a:pt x="855600" y="2892463"/>
                    </a:lnTo>
                    <a:lnTo>
                      <a:pt x="781200" y="2892842"/>
                    </a:lnTo>
                    <a:lnTo>
                      <a:pt x="706800" y="2893803"/>
                    </a:lnTo>
                    <a:lnTo>
                      <a:pt x="632400" y="2894842"/>
                    </a:lnTo>
                    <a:lnTo>
                      <a:pt x="558000" y="2895383"/>
                    </a:lnTo>
                    <a:lnTo>
                      <a:pt x="483600" y="2897857"/>
                    </a:lnTo>
                    <a:lnTo>
                      <a:pt x="409200" y="2901346"/>
                    </a:lnTo>
                    <a:lnTo>
                      <a:pt x="334800" y="2902212"/>
                    </a:lnTo>
                    <a:lnTo>
                      <a:pt x="260400" y="2899569"/>
                    </a:lnTo>
                    <a:lnTo>
                      <a:pt x="186000" y="2894597"/>
                    </a:lnTo>
                    <a:lnTo>
                      <a:pt x="111600" y="2891405"/>
                    </a:lnTo>
                    <a:lnTo>
                      <a:pt x="37200" y="2894774"/>
                    </a:lnTo>
                    <a:lnTo>
                      <a:pt x="-2320" y="2860267"/>
                    </a:lnTo>
                    <a:lnTo>
                      <a:pt x="-3603" y="2785867"/>
                    </a:lnTo>
                    <a:lnTo>
                      <a:pt x="-4275" y="2711467"/>
                    </a:lnTo>
                    <a:lnTo>
                      <a:pt x="-7157" y="2637067"/>
                    </a:lnTo>
                    <a:lnTo>
                      <a:pt x="-10096" y="2562667"/>
                    </a:lnTo>
                    <a:lnTo>
                      <a:pt x="-10461" y="2488267"/>
                    </a:lnTo>
                    <a:lnTo>
                      <a:pt x="-5196" y="2413867"/>
                    </a:lnTo>
                    <a:lnTo>
                      <a:pt x="3405" y="2339467"/>
                    </a:lnTo>
                    <a:lnTo>
                      <a:pt x="7794" y="2265067"/>
                    </a:lnTo>
                    <a:lnTo>
                      <a:pt x="8390" y="2190667"/>
                    </a:lnTo>
                    <a:lnTo>
                      <a:pt x="11518" y="2116267"/>
                    </a:lnTo>
                    <a:lnTo>
                      <a:pt x="15235" y="2041867"/>
                    </a:lnTo>
                    <a:lnTo>
                      <a:pt x="14162" y="1967467"/>
                    </a:lnTo>
                    <a:lnTo>
                      <a:pt x="8998" y="1893067"/>
                    </a:lnTo>
                    <a:lnTo>
                      <a:pt x="4667" y="1818667"/>
                    </a:lnTo>
                    <a:lnTo>
                      <a:pt x="3658" y="1744267"/>
                    </a:lnTo>
                    <a:lnTo>
                      <a:pt x="2858" y="1669867"/>
                    </a:lnTo>
                    <a:lnTo>
                      <a:pt x="1143" y="1595467"/>
                    </a:lnTo>
                    <a:lnTo>
                      <a:pt x="1100" y="1521067"/>
                    </a:lnTo>
                    <a:lnTo>
                      <a:pt x="-1581" y="1446667"/>
                    </a:lnTo>
                    <a:lnTo>
                      <a:pt x="-5279" y="1372267"/>
                    </a:lnTo>
                    <a:lnTo>
                      <a:pt x="-7659" y="1297867"/>
                    </a:lnTo>
                    <a:lnTo>
                      <a:pt x="-6172" y="1223467"/>
                    </a:lnTo>
                    <a:lnTo>
                      <a:pt x="586" y="1149067"/>
                    </a:lnTo>
                    <a:lnTo>
                      <a:pt x="7524" y="1074667"/>
                    </a:lnTo>
                    <a:lnTo>
                      <a:pt x="9327" y="1000267"/>
                    </a:lnTo>
                    <a:lnTo>
                      <a:pt x="7707" y="925867"/>
                    </a:lnTo>
                    <a:lnTo>
                      <a:pt x="7313" y="851467"/>
                    </a:lnTo>
                    <a:lnTo>
                      <a:pt x="7324" y="777067"/>
                    </a:lnTo>
                    <a:lnTo>
                      <a:pt x="8092" y="702667"/>
                    </a:lnTo>
                    <a:lnTo>
                      <a:pt x="10541" y="628267"/>
                    </a:lnTo>
                    <a:lnTo>
                      <a:pt x="12486" y="553867"/>
                    </a:lnTo>
                    <a:lnTo>
                      <a:pt x="10430" y="479467"/>
                    </a:lnTo>
                    <a:lnTo>
                      <a:pt x="916" y="405067"/>
                    </a:lnTo>
                    <a:lnTo>
                      <a:pt x="-6925" y="330667"/>
                    </a:lnTo>
                    <a:lnTo>
                      <a:pt x="-8679" y="256267"/>
                    </a:lnTo>
                    <a:lnTo>
                      <a:pt x="-10257" y="181867"/>
                    </a:lnTo>
                    <a:lnTo>
                      <a:pt x="-9897" y="107467"/>
                    </a:lnTo>
                    <a:lnTo>
                      <a:pt x="-8463" y="33067"/>
                    </a:lnTo>
                    <a:lnTo>
                      <a:pt x="0" y="0"/>
                    </a:lnTo>
                    <a:close/>
                  </a:path>
                </a:pathLst>
              </a:custGeom>
              <a:solidFill>
                <a:srgbClr val="FFEBEE"/>
              </a:solidFill>
              <a:ln w="12400" cap="flat">
                <a:solidFill>
                  <a:srgbClr val="00B0F0"/>
                </a:solidFill>
                <a:round/>
              </a:ln>
            </p:spPr>
          </p:sp>
          <p:pic>
            <p:nvPicPr>
              <p:cNvPr id="312" name="Image"/>
              <p:cNvPicPr>
                <a:picLocks noChangeAspect="1"/>
              </p:cNvPicPr>
              <p:nvPr/>
            </p:nvPicPr>
            <p:blipFill>
              <a:blip r:embed="rId4"/>
              <a:stretch>
                <a:fillRect/>
              </a:stretch>
            </p:blipFill>
            <p:spPr>
              <a:xfrm>
                <a:off x="774558" y="3413872"/>
                <a:ext cy="2455200" cx="2492400"/>
              </a:xfrm>
              <a:prstGeom prst="rect">
                <a:avLst/>
              </a:prstGeom>
            </p:spPr>
          </p:pic>
          <p:sp>
            <p:nvSpPr>
              <p:cNvPr id="464" name="Text 464"/>
              <p:cNvSpPr txBox="1"/>
              <p:nvPr/>
            </p:nvSpPr>
            <p:spPr>
              <a:xfrm>
                <a:off x="871691" y="5965792"/>
                <a:ext cy="281067" cx="2248533"/>
              </a:xfrm>
              <a:prstGeom prst="rect">
                <a:avLst/>
              </a:prstGeom>
              <a:noFill/>
            </p:spPr>
            <p:txBody>
              <a:bodyPr anchor="ctr" lIns="0" wrap="none" rtlCol="0" rIns="0" tIns="0" bIns="11000"/>
              <a:lstStyle/>
              <a:p>
                <a:pPr algn="ctr">
                  <a:lnSpc>
                    <a:spcPct val="100000"/>
                  </a:lnSpc>
                </a:pPr>
                <a:r>
                  <a:rPr sz="1750">
                    <a:solidFill>
                      <a:srgbClr val="000000"/>
                    </a:solidFill>
                    <a:latin typeface="標楷體"/>
                  </a:rPr>
                  <a:t>國王-男人+女人=皇后</a:t>
                </a:r>
              </a:p>
            </p:txBody>
          </p:sp>
        </p:grpSp>
        <p:sp>
          <p:nvSpPr>
            <p:cNvPr id="317" name="SummaryTopic"/>
            <p:cNvSpPr/>
            <p:nvPr/>
          </p:nvSpPr>
          <p:spPr>
            <a:xfrm>
              <a:off x="1328425" y="6595299"/>
              <a:ext cy="405067" cx="1372267"/>
            </a:xfrm>
            <a:custGeom>
              <a:avLst/>
              <a:gdLst>
                <a:gd fmla="*/ 65720 w 1372267" name="rtl"/>
                <a:gd fmla="*/ 73160 h 405067" name="rtt"/>
                <a:gd fmla="*/ 1313987 w 1372267" name="rtr"/>
                <a:gd fmla="*/ 354227 h 405067" name="rtb"/>
              </a:gdLst>
              <a:ahLst/>
              <a:cxnLst/>
              <a:rect r="rtr" b="rtb" l="rtl" t="rtt"/>
              <a:pathLst>
                <a:path w="1372267" h="405067">
                  <a:moveTo>
                    <a:pt x="20577" y="7356"/>
                  </a:moveTo>
                  <a:cubicBezTo>
                    <a:pt x="22016" y="6657"/>
                    <a:pt x="23533" y="6038"/>
                    <a:pt x="25128" y="5499"/>
                  </a:cubicBezTo>
                  <a:cubicBezTo>
                    <a:pt x="48907" y="-2535"/>
                    <a:pt x="74040" y="853"/>
                    <a:pt x="99236" y="2920"/>
                  </a:cubicBezTo>
                  <a:cubicBezTo>
                    <a:pt x="124182" y="4966"/>
                    <a:pt x="148785" y="4383"/>
                    <a:pt x="173607" y="3789"/>
                  </a:cubicBezTo>
                  <a:cubicBezTo>
                    <a:pt x="198624" y="3191"/>
                    <a:pt x="223200" y="2983"/>
                    <a:pt x="248001" y="2836"/>
                  </a:cubicBezTo>
                  <a:cubicBezTo>
                    <a:pt x="273040" y="2687"/>
                    <a:pt x="297625" y="2269"/>
                    <a:pt x="322430" y="1557"/>
                  </a:cubicBezTo>
                  <a:cubicBezTo>
                    <a:pt x="347477" y="837"/>
                    <a:pt x="372063" y="-251"/>
                    <a:pt x="396867" y="-1493"/>
                  </a:cubicBezTo>
                  <a:cubicBezTo>
                    <a:pt x="421860" y="-2744"/>
                    <a:pt x="446413" y="-3658"/>
                    <a:pt x="471204" y="-4168"/>
                  </a:cubicBezTo>
                  <a:cubicBezTo>
                    <a:pt x="496257" y="-4684"/>
                    <a:pt x="520855" y="-4270"/>
                    <a:pt x="545664" y="-3270"/>
                  </a:cubicBezTo>
                  <a:cubicBezTo>
                    <a:pt x="570692" y="-2260"/>
                    <a:pt x="595258" y="-936"/>
                    <a:pt x="620053" y="295"/>
                  </a:cubicBezTo>
                  <a:cubicBezTo>
                    <a:pt x="645047" y="1536"/>
                    <a:pt x="669610" y="2316"/>
                    <a:pt x="694405" y="2797"/>
                  </a:cubicBezTo>
                  <a:cubicBezTo>
                    <a:pt x="719437" y="3282"/>
                    <a:pt x="744020" y="3122"/>
                    <a:pt x="768823" y="2546"/>
                  </a:cubicBezTo>
                  <a:cubicBezTo>
                    <a:pt x="793908" y="1964"/>
                    <a:pt x="818514" y="721"/>
                    <a:pt x="843327" y="-903"/>
                  </a:cubicBezTo>
                  <a:cubicBezTo>
                    <a:pt x="868317" y="-2539"/>
                    <a:pt x="892859" y="-4086"/>
                    <a:pt x="917645" y="-5318"/>
                  </a:cubicBezTo>
                  <a:cubicBezTo>
                    <a:pt x="942641" y="-6560"/>
                    <a:pt x="967209" y="-6951"/>
                    <a:pt x="992006" y="-6807"/>
                  </a:cubicBezTo>
                  <a:cubicBezTo>
                    <a:pt x="1017135" y="-6662"/>
                    <a:pt x="1041771" y="-5444"/>
                    <a:pt x="1066596" y="-3534"/>
                  </a:cubicBezTo>
                  <a:cubicBezTo>
                    <a:pt x="1091655" y="-1605"/>
                    <a:pt x="1116222" y="777"/>
                    <a:pt x="1141019" y="3160"/>
                  </a:cubicBezTo>
                  <a:cubicBezTo>
                    <a:pt x="1165927" y="5555"/>
                    <a:pt x="1190436" y="7101"/>
                    <a:pt x="1215209" y="7915"/>
                  </a:cubicBezTo>
                  <a:cubicBezTo>
                    <a:pt x="1240260" y="8739"/>
                    <a:pt x="1264862" y="8306"/>
                    <a:pt x="1289675" y="7219"/>
                  </a:cubicBezTo>
                  <a:cubicBezTo>
                    <a:pt x="1307622" y="6433"/>
                    <a:pt x="1323487" y="9456"/>
                    <a:pt x="1337478" y="16551"/>
                  </a:cubicBezTo>
                  <a:cubicBezTo>
                    <a:pt x="1359826" y="27884"/>
                    <a:pt x="1369340" y="50047"/>
                    <a:pt x="1373053" y="74508"/>
                  </a:cubicBezTo>
                  <a:cubicBezTo>
                    <a:pt x="1376810" y="99261"/>
                    <a:pt x="1376389" y="123932"/>
                    <a:pt x="1375877" y="148804"/>
                  </a:cubicBezTo>
                  <a:cubicBezTo>
                    <a:pt x="1375362" y="173824"/>
                    <a:pt x="1375214" y="198402"/>
                    <a:pt x="1374992" y="223203"/>
                  </a:cubicBezTo>
                  <a:cubicBezTo>
                    <a:pt x="1374768" y="248226"/>
                    <a:pt x="1374500" y="272801"/>
                    <a:pt x="1374297" y="297601"/>
                  </a:cubicBezTo>
                  <a:cubicBezTo>
                    <a:pt x="1374122" y="319082"/>
                    <a:pt x="1371254" y="339632"/>
                    <a:pt x="1365557" y="359658"/>
                  </a:cubicBezTo>
                  <a:cubicBezTo>
                    <a:pt x="1358846" y="383251"/>
                    <a:pt x="1343423" y="396526"/>
                    <a:pt x="1322488" y="401032"/>
                  </a:cubicBezTo>
                  <a:cubicBezTo>
                    <a:pt x="1297900" y="406325"/>
                    <a:pt x="1273044" y="402865"/>
                    <a:pt x="1248047" y="399736"/>
                  </a:cubicBezTo>
                  <a:cubicBezTo>
                    <a:pt x="1223213" y="396628"/>
                    <a:pt x="1198660" y="395457"/>
                    <a:pt x="1173859" y="394837"/>
                  </a:cubicBezTo>
                  <a:cubicBezTo>
                    <a:pt x="1148826" y="394211"/>
                    <a:pt x="1124240" y="394370"/>
                    <a:pt x="1099436" y="395022"/>
                  </a:cubicBezTo>
                  <a:cubicBezTo>
                    <a:pt x="1074346" y="395682"/>
                    <a:pt x="1049739" y="397046"/>
                    <a:pt x="1024925" y="398779"/>
                  </a:cubicBezTo>
                  <a:cubicBezTo>
                    <a:pt x="999938" y="400524"/>
                    <a:pt x="975397" y="402172"/>
                    <a:pt x="950611" y="403514"/>
                  </a:cubicBezTo>
                  <a:cubicBezTo>
                    <a:pt x="925612" y="404868"/>
                    <a:pt x="901040" y="405801"/>
                    <a:pt x="876241" y="406636"/>
                  </a:cubicBezTo>
                  <a:cubicBezTo>
                    <a:pt x="851142" y="407482"/>
                    <a:pt x="826521" y="408749"/>
                    <a:pt x="801702" y="410529"/>
                  </a:cubicBezTo>
                  <a:cubicBezTo>
                    <a:pt x="776685" y="412323"/>
                    <a:pt x="752135" y="414330"/>
                    <a:pt x="727346" y="416179"/>
                  </a:cubicBezTo>
                  <a:cubicBezTo>
                    <a:pt x="702393" y="418040"/>
                    <a:pt x="677852" y="418996"/>
                    <a:pt x="653066" y="419265"/>
                  </a:cubicBezTo>
                  <a:cubicBezTo>
                    <a:pt x="628027" y="419537"/>
                    <a:pt x="603440" y="419000"/>
                    <a:pt x="578635" y="418197"/>
                  </a:cubicBezTo>
                  <a:cubicBezTo>
                    <a:pt x="553604" y="417387"/>
                    <a:pt x="529027" y="416422"/>
                    <a:pt x="504226" y="415422"/>
                  </a:cubicBezTo>
                  <a:cubicBezTo>
                    <a:pt x="479220" y="414414"/>
                    <a:pt x="454655" y="413645"/>
                    <a:pt x="429859" y="413097"/>
                  </a:cubicBezTo>
                  <a:cubicBezTo>
                    <a:pt x="404742" y="412543"/>
                    <a:pt x="380109" y="411497"/>
                    <a:pt x="355285" y="409731"/>
                  </a:cubicBezTo>
                  <a:cubicBezTo>
                    <a:pt x="330163" y="407944"/>
                    <a:pt x="305562" y="405392"/>
                    <a:pt x="280750" y="402625"/>
                  </a:cubicBezTo>
                  <a:cubicBezTo>
                    <a:pt x="255853" y="399848"/>
                    <a:pt x="231362" y="397635"/>
                    <a:pt x="206596" y="396014"/>
                  </a:cubicBezTo>
                  <a:cubicBezTo>
                    <a:pt x="181626" y="394380"/>
                    <a:pt x="157063" y="393764"/>
                    <a:pt x="132266" y="393632"/>
                  </a:cubicBezTo>
                  <a:cubicBezTo>
                    <a:pt x="107399" y="393499"/>
                    <a:pt x="83080" y="395024"/>
                    <a:pt x="58654" y="397921"/>
                  </a:cubicBezTo>
                  <a:cubicBezTo>
                    <a:pt x="35214" y="400702"/>
                    <a:pt x="20061" y="394974"/>
                    <a:pt x="12778" y="379566"/>
                  </a:cubicBezTo>
                  <a:cubicBezTo>
                    <a:pt x="2034" y="356834"/>
                    <a:pt x="4085" y="331316"/>
                    <a:pt x="5683" y="305843"/>
                  </a:cubicBezTo>
                  <a:cubicBezTo>
                    <a:pt x="7250" y="280864"/>
                    <a:pt x="6824" y="256273"/>
                    <a:pt x="6324" y="231460"/>
                  </a:cubicBezTo>
                  <a:cubicBezTo>
                    <a:pt x="5819" y="206412"/>
                    <a:pt x="5178" y="181820"/>
                    <a:pt x="4198" y="157013"/>
                  </a:cubicBezTo>
                  <a:cubicBezTo>
                    <a:pt x="3430" y="137568"/>
                    <a:pt x="2651" y="118397"/>
                    <a:pt x="1989" y="99176"/>
                  </a:cubicBezTo>
                  <a:cubicBezTo>
                    <a:pt x="843" y="65864"/>
                    <a:pt x="-9406" y="21915"/>
                    <a:pt x="20577" y="7356"/>
                  </a:cubicBezTo>
                  <a:close/>
                </a:path>
              </a:pathLst>
            </a:custGeom>
            <a:solidFill>
              <a:srgbClr val="FFD4DC"/>
            </a:solidFill>
            <a:ln w="12400" cap="flat">
              <a:solidFill>
                <a:srgbClr val="00B050"/>
              </a:solidFill>
              <a:round/>
            </a:ln>
          </p:spPr>
          <p:txBody>
            <a:bodyPr anchor="ctr" lIns="0" wrap="none" rtlCol="0" rIns="0" tIns="0" bIns="11000"/>
            <a:lstStyle/>
            <a:p>
              <a:pPr algn="ctr">
                <a:lnSpc>
                  <a:spcPct val="100000"/>
                </a:lnSpc>
              </a:pPr>
              <a:r>
                <a:rPr b="1" sz="1750">
                  <a:solidFill>
                    <a:srgbClr val="C00000"/>
                  </a:solidFill>
                  <a:latin typeface="標楷體"/>
                </a:rPr>
                <a:t>文字向量化</a:t>
              </a:r>
            </a:p>
          </p:txBody>
        </p:sp>
      </p:grpSp>
    </p:spTree>
  </p:cSld>
  <p:clrMapOvr>
    <a:masterClrMapping/>
  </p:clrMapOvr>
</p:sld>
</file>

<file path=ppt/slides/slide6.xml><?xml version="1.0" encoding="utf-8"?>
<p:sld xmlns:r="http://schemas.openxmlformats.org/officeDocument/2006/relationships" xmlns:a="http://schemas.openxmlformats.org/drawingml/2006/main" xmlns:p="http://schemas.openxmlformats.org/presentationml/2006/main">
  <p:cSld>
    <p:spTree>
      <p:nvGrpSpPr>
        <p:cNvPr id="300000100" name="Page-1"/>
        <p:cNvGrpSpPr/>
        <p:nvPr/>
      </p:nvGrpSpPr>
      <p:grpSpPr>
        <a:xfrm>
          <a:off x="0" y="0"/>
          <a:ext cy="0" cx="0"/>
          <a:chOff x="0" y="0"/>
          <a:chExt cy="0" cx="0"/>
        </a:xfrm>
      </p:grpSpPr>
      <p:pic>
        <p:nvPicPr>
          <p:cNvPr id="0" name="Image"/>
          <p:cNvPicPr>
            <a:picLocks noChangeAspect="1"/>
          </p:cNvPicPr>
          <p:nvPr/>
        </p:nvPicPr>
        <p:blipFill>
          <a:blip r:embed="rId2"/>
          <a:stretch>
            <a:fillRect/>
          </a:stretch>
        </p:blipFill>
        <p:spPr>
          <a:xfrm>
            <a:off x="0" y="0"/>
            <a:ext cy="6860000" cx="9140000"/>
          </a:xfrm>
          <a:prstGeom prst="rect">
            <a:avLst/>
          </a:prstGeom>
        </p:spPr>
      </p:pic>
      <p:grpSp>
        <p:nvGrpSpPr>
          <p:cNvPr id="461" name="Group461"/>
          <p:cNvGrpSpPr/>
          <p:nvPr/>
        </p:nvGrpSpPr>
        <p:grpSpPr>
          <a:xfrm>
            <a:off x="324223" y="1237301"/>
            <a:ext cy="4403867" cx="8535224"/>
            <a:chOff x="324223" y="1237301"/>
            <a:chExt cy="4403867" cx="8535224"/>
          </a:xfrm>
        </p:grpSpPr>
        <p:sp>
          <p:nvSpPr>
            <p:cNvPr id="304" name="Summary"/>
            <p:cNvSpPr/>
            <p:nvPr/>
          </p:nvSpPr>
          <p:spPr>
            <a:xfrm>
              <a:off x="372223" y="5576637"/>
              <a:ext cy="108000" cx="8439224"/>
            </a:xfrm>
            <a:custGeom>
              <a:avLst/>
              <a:gdLst/>
              <a:ahLst/>
              <a:cxnLst/>
              <a:pathLst>
                <a:path fill="none" w="8439224" h="108000">
                  <a:moveTo>
                    <a:pt x="0" y="762"/>
                  </a:moveTo>
                  <a:lnTo>
                    <a:pt x="45022" y="27597"/>
                  </a:lnTo>
                  <a:lnTo>
                    <a:pt x="98598" y="36216"/>
                  </a:lnTo>
                  <a:lnTo>
                    <a:pt x="152458" y="41309"/>
                  </a:lnTo>
                  <a:lnTo>
                    <a:pt x="206369" y="45135"/>
                  </a:lnTo>
                  <a:lnTo>
                    <a:pt x="260408" y="46264"/>
                  </a:lnTo>
                  <a:lnTo>
                    <a:pt x="314462" y="45755"/>
                  </a:lnTo>
                  <a:lnTo>
                    <a:pt x="368418" y="46996"/>
                  </a:lnTo>
                  <a:lnTo>
                    <a:pt x="422318" y="51165"/>
                  </a:lnTo>
                  <a:lnTo>
                    <a:pt x="476281" y="54405"/>
                  </a:lnTo>
                  <a:lnTo>
                    <a:pt x="533065" y="55406"/>
                  </a:lnTo>
                  <a:lnTo>
                    <a:pt x="587065" y="53626"/>
                  </a:lnTo>
                  <a:lnTo>
                    <a:pt x="641065" y="49648"/>
                  </a:lnTo>
                  <a:lnTo>
                    <a:pt x="695065" y="47496"/>
                  </a:lnTo>
                  <a:lnTo>
                    <a:pt x="749065" y="48497"/>
                  </a:lnTo>
                  <a:lnTo>
                    <a:pt x="803065" y="53509"/>
                  </a:lnTo>
                  <a:lnTo>
                    <a:pt x="857065" y="58551"/>
                  </a:lnTo>
                  <a:lnTo>
                    <a:pt x="911065" y="59286"/>
                  </a:lnTo>
                  <a:lnTo>
                    <a:pt x="965065" y="56152"/>
                  </a:lnTo>
                  <a:lnTo>
                    <a:pt x="1019065" y="51766"/>
                  </a:lnTo>
                  <a:lnTo>
                    <a:pt x="1073065" y="50366"/>
                  </a:lnTo>
                  <a:lnTo>
                    <a:pt x="1127065" y="50631"/>
                  </a:lnTo>
                  <a:lnTo>
                    <a:pt x="1181065" y="51323"/>
                  </a:lnTo>
                  <a:lnTo>
                    <a:pt x="1235065" y="51639"/>
                  </a:lnTo>
                  <a:lnTo>
                    <a:pt x="1289065" y="52364"/>
                  </a:lnTo>
                  <a:lnTo>
                    <a:pt x="1343065" y="55866"/>
                  </a:lnTo>
                  <a:lnTo>
                    <a:pt x="1397065" y="60072"/>
                  </a:lnTo>
                  <a:lnTo>
                    <a:pt x="1451065" y="60951"/>
                  </a:lnTo>
                  <a:lnTo>
                    <a:pt x="1505065" y="58908"/>
                  </a:lnTo>
                  <a:lnTo>
                    <a:pt x="1559065" y="54725"/>
                  </a:lnTo>
                  <a:lnTo>
                    <a:pt x="1613065" y="52313"/>
                  </a:lnTo>
                  <a:lnTo>
                    <a:pt x="1667065" y="50572"/>
                  </a:lnTo>
                  <a:lnTo>
                    <a:pt x="1721065" y="45985"/>
                  </a:lnTo>
                  <a:lnTo>
                    <a:pt x="1775065" y="42305"/>
                  </a:lnTo>
                  <a:lnTo>
                    <a:pt x="1829065" y="42656"/>
                  </a:lnTo>
                  <a:lnTo>
                    <a:pt x="1883065" y="44639"/>
                  </a:lnTo>
                  <a:lnTo>
                    <a:pt x="1937065" y="46815"/>
                  </a:lnTo>
                  <a:lnTo>
                    <a:pt x="1991065" y="47684"/>
                  </a:lnTo>
                  <a:lnTo>
                    <a:pt x="2045065" y="52564"/>
                  </a:lnTo>
                  <a:lnTo>
                    <a:pt x="2099065" y="58713"/>
                  </a:lnTo>
                  <a:lnTo>
                    <a:pt x="2153065" y="61360"/>
                  </a:lnTo>
                  <a:lnTo>
                    <a:pt x="2207065" y="61080"/>
                  </a:lnTo>
                  <a:lnTo>
                    <a:pt x="2261065" y="59829"/>
                  </a:lnTo>
                  <a:lnTo>
                    <a:pt x="2315065" y="57847"/>
                  </a:lnTo>
                  <a:lnTo>
                    <a:pt x="2369065" y="57628"/>
                  </a:lnTo>
                  <a:lnTo>
                    <a:pt x="2423065" y="56899"/>
                  </a:lnTo>
                  <a:lnTo>
                    <a:pt x="2477065" y="54252"/>
                  </a:lnTo>
                  <a:lnTo>
                    <a:pt x="2531065" y="53067"/>
                  </a:lnTo>
                  <a:lnTo>
                    <a:pt x="2585065" y="51353"/>
                  </a:lnTo>
                  <a:lnTo>
                    <a:pt x="2639065" y="47489"/>
                  </a:lnTo>
                  <a:lnTo>
                    <a:pt x="2693065" y="45480"/>
                  </a:lnTo>
                  <a:lnTo>
                    <a:pt x="2747065" y="45814"/>
                  </a:lnTo>
                  <a:lnTo>
                    <a:pt x="2801065" y="46641"/>
                  </a:lnTo>
                  <a:lnTo>
                    <a:pt x="2855065" y="46880"/>
                  </a:lnTo>
                  <a:lnTo>
                    <a:pt x="2909065" y="47845"/>
                  </a:lnTo>
                  <a:lnTo>
                    <a:pt x="2963065" y="51761"/>
                  </a:lnTo>
                  <a:lnTo>
                    <a:pt x="3017065" y="54474"/>
                  </a:lnTo>
                  <a:lnTo>
                    <a:pt x="3071065" y="54817"/>
                  </a:lnTo>
                  <a:lnTo>
                    <a:pt x="3125065" y="50451"/>
                  </a:lnTo>
                  <a:lnTo>
                    <a:pt x="3179065" y="45297"/>
                  </a:lnTo>
                  <a:lnTo>
                    <a:pt x="3233065" y="43708"/>
                  </a:lnTo>
                  <a:lnTo>
                    <a:pt x="3287065" y="45093"/>
                  </a:lnTo>
                  <a:lnTo>
                    <a:pt x="3341065" y="47707"/>
                  </a:lnTo>
                  <a:lnTo>
                    <a:pt x="3395065" y="48750"/>
                  </a:lnTo>
                  <a:lnTo>
                    <a:pt x="3449065" y="48414"/>
                  </a:lnTo>
                  <a:lnTo>
                    <a:pt x="3503065" y="46857"/>
                  </a:lnTo>
                  <a:lnTo>
                    <a:pt x="3557065" y="44966"/>
                  </a:lnTo>
                  <a:lnTo>
                    <a:pt x="3611065" y="44664"/>
                  </a:lnTo>
                  <a:lnTo>
                    <a:pt x="3665065" y="46979"/>
                  </a:lnTo>
                  <a:lnTo>
                    <a:pt x="3719065" y="48838"/>
                  </a:lnTo>
                  <a:lnTo>
                    <a:pt x="3781889" y="50088"/>
                  </a:lnTo>
                  <a:lnTo>
                    <a:pt x="3835835" y="53417"/>
                  </a:lnTo>
                  <a:lnTo>
                    <a:pt x="3889665" y="58661"/>
                  </a:lnTo>
                  <a:lnTo>
                    <a:pt x="3943525" y="62356"/>
                  </a:lnTo>
                  <a:lnTo>
                    <a:pt x="3997355" y="66165"/>
                  </a:lnTo>
                  <a:lnTo>
                    <a:pt x="4050950" y="72422"/>
                  </a:lnTo>
                  <a:lnTo>
                    <a:pt x="4104200" y="80561"/>
                  </a:lnTo>
                  <a:lnTo>
                    <a:pt x="4157013" y="89232"/>
                  </a:lnTo>
                  <a:lnTo>
                    <a:pt x="4206930" y="102489"/>
                  </a:lnTo>
                  <a:lnTo>
                    <a:pt x="4260159" y="93176"/>
                  </a:lnTo>
                  <a:lnTo>
                    <a:pt x="4312488" y="82174"/>
                  </a:lnTo>
                  <a:lnTo>
                    <a:pt x="4365977" y="76402"/>
                  </a:lnTo>
                  <a:lnTo>
                    <a:pt x="4419819" y="73935"/>
                  </a:lnTo>
                  <a:lnTo>
                    <a:pt x="4473702" y="72501"/>
                  </a:lnTo>
                  <a:lnTo>
                    <a:pt x="4527419" y="68408"/>
                  </a:lnTo>
                  <a:lnTo>
                    <a:pt x="4581040" y="60879"/>
                  </a:lnTo>
                  <a:lnTo>
                    <a:pt x="4634801" y="54172"/>
                  </a:lnTo>
                  <a:lnTo>
                    <a:pt x="4693414" y="52262"/>
                  </a:lnTo>
                  <a:lnTo>
                    <a:pt x="4747414" y="55050"/>
                  </a:lnTo>
                  <a:lnTo>
                    <a:pt x="4801414" y="59614"/>
                  </a:lnTo>
                  <a:lnTo>
                    <a:pt x="4855414" y="62297"/>
                  </a:lnTo>
                  <a:lnTo>
                    <a:pt x="4909414" y="58747"/>
                  </a:lnTo>
                  <a:lnTo>
                    <a:pt x="4963414" y="50376"/>
                  </a:lnTo>
                  <a:lnTo>
                    <a:pt x="5017414" y="43228"/>
                  </a:lnTo>
                  <a:lnTo>
                    <a:pt x="5071414" y="44177"/>
                  </a:lnTo>
                  <a:lnTo>
                    <a:pt x="5125414" y="50445"/>
                  </a:lnTo>
                  <a:lnTo>
                    <a:pt x="5179414" y="56069"/>
                  </a:lnTo>
                  <a:lnTo>
                    <a:pt x="5233414" y="57574"/>
                  </a:lnTo>
                  <a:lnTo>
                    <a:pt x="5287414" y="57954"/>
                  </a:lnTo>
                  <a:lnTo>
                    <a:pt x="5341414" y="57238"/>
                  </a:lnTo>
                  <a:lnTo>
                    <a:pt x="5395414" y="56512"/>
                  </a:lnTo>
                  <a:lnTo>
                    <a:pt x="5449414" y="56236"/>
                  </a:lnTo>
                  <a:lnTo>
                    <a:pt x="5503414" y="55539"/>
                  </a:lnTo>
                  <a:lnTo>
                    <a:pt x="5557414" y="54785"/>
                  </a:lnTo>
                  <a:lnTo>
                    <a:pt x="5611414" y="54392"/>
                  </a:lnTo>
                  <a:lnTo>
                    <a:pt x="5665414" y="52597"/>
                  </a:lnTo>
                  <a:lnTo>
                    <a:pt x="5719414" y="50065"/>
                  </a:lnTo>
                  <a:lnTo>
                    <a:pt x="5773414" y="49436"/>
                  </a:lnTo>
                  <a:lnTo>
                    <a:pt x="5827414" y="51354"/>
                  </a:lnTo>
                  <a:lnTo>
                    <a:pt x="5881414" y="54963"/>
                  </a:lnTo>
                  <a:lnTo>
                    <a:pt x="5935414" y="57280"/>
                  </a:lnTo>
                  <a:lnTo>
                    <a:pt x="5989414" y="54835"/>
                  </a:lnTo>
                  <a:lnTo>
                    <a:pt x="6043414" y="51196"/>
                  </a:lnTo>
                  <a:lnTo>
                    <a:pt x="6097414" y="50265"/>
                  </a:lnTo>
                  <a:lnTo>
                    <a:pt x="6151414" y="49777"/>
                  </a:lnTo>
                  <a:lnTo>
                    <a:pt x="6205414" y="47685"/>
                  </a:lnTo>
                  <a:lnTo>
                    <a:pt x="6259414" y="45552"/>
                  </a:lnTo>
                  <a:lnTo>
                    <a:pt x="6313414" y="45287"/>
                  </a:lnTo>
                  <a:lnTo>
                    <a:pt x="6367414" y="49109"/>
                  </a:lnTo>
                  <a:lnTo>
                    <a:pt x="6421414" y="55351"/>
                  </a:lnTo>
                  <a:lnTo>
                    <a:pt x="6475414" y="58537"/>
                  </a:lnTo>
                  <a:lnTo>
                    <a:pt x="6529414" y="58969"/>
                  </a:lnTo>
                  <a:lnTo>
                    <a:pt x="6583414" y="61240"/>
                  </a:lnTo>
                  <a:lnTo>
                    <a:pt x="6637414" y="63938"/>
                  </a:lnTo>
                  <a:lnTo>
                    <a:pt x="6691414" y="63159"/>
                  </a:lnTo>
                  <a:lnTo>
                    <a:pt x="6745414" y="59411"/>
                  </a:lnTo>
                  <a:lnTo>
                    <a:pt x="6799414" y="56267"/>
                  </a:lnTo>
                  <a:lnTo>
                    <a:pt x="6853414" y="55535"/>
                  </a:lnTo>
                  <a:lnTo>
                    <a:pt x="6907414" y="54954"/>
                  </a:lnTo>
                  <a:lnTo>
                    <a:pt x="6961414" y="53710"/>
                  </a:lnTo>
                  <a:lnTo>
                    <a:pt x="7015414" y="53678"/>
                  </a:lnTo>
                  <a:lnTo>
                    <a:pt x="7069414" y="51732"/>
                  </a:lnTo>
                  <a:lnTo>
                    <a:pt x="7123414" y="49049"/>
                  </a:lnTo>
                  <a:lnTo>
                    <a:pt x="7177414" y="47321"/>
                  </a:lnTo>
                  <a:lnTo>
                    <a:pt x="7231414" y="48400"/>
                  </a:lnTo>
                  <a:lnTo>
                    <a:pt x="7285414" y="53306"/>
                  </a:lnTo>
                  <a:lnTo>
                    <a:pt x="7339414" y="58341"/>
                  </a:lnTo>
                  <a:lnTo>
                    <a:pt x="7393414" y="59650"/>
                  </a:lnTo>
                  <a:lnTo>
                    <a:pt x="7447414" y="58474"/>
                  </a:lnTo>
                  <a:lnTo>
                    <a:pt x="7501414" y="58188"/>
                  </a:lnTo>
                  <a:lnTo>
                    <a:pt x="7555414" y="58196"/>
                  </a:lnTo>
                  <a:lnTo>
                    <a:pt x="7609414" y="58753"/>
                  </a:lnTo>
                  <a:lnTo>
                    <a:pt x="7663414" y="60531"/>
                  </a:lnTo>
                  <a:lnTo>
                    <a:pt x="7717414" y="61942"/>
                  </a:lnTo>
                  <a:lnTo>
                    <a:pt x="7771414" y="60450"/>
                  </a:lnTo>
                  <a:lnTo>
                    <a:pt x="7825414" y="53545"/>
                  </a:lnTo>
                  <a:lnTo>
                    <a:pt x="7879414" y="47854"/>
                  </a:lnTo>
                  <a:lnTo>
                    <a:pt x="7942075" y="46305"/>
                  </a:lnTo>
                  <a:lnTo>
                    <a:pt x="7995996" y="44342"/>
                  </a:lnTo>
                  <a:lnTo>
                    <a:pt x="8049929" y="43359"/>
                  </a:lnTo>
                  <a:lnTo>
                    <a:pt x="8103875" y="42699"/>
                  </a:lnTo>
                  <a:lnTo>
                    <a:pt x="8157857" y="42495"/>
                  </a:lnTo>
                  <a:lnTo>
                    <a:pt x="8212023" y="44540"/>
                  </a:lnTo>
                  <a:lnTo>
                    <a:pt x="8266151" y="43786"/>
                  </a:lnTo>
                  <a:lnTo>
                    <a:pt x="8320042" y="38809"/>
                  </a:lnTo>
                  <a:lnTo>
                    <a:pt x="8373630" y="30580"/>
                  </a:lnTo>
                  <a:lnTo>
                    <a:pt x="8425725" y="14888"/>
                  </a:lnTo>
                  <a:lnTo>
                    <a:pt x="8439224" y="0"/>
                  </a:lnTo>
                </a:path>
              </a:pathLst>
            </a:custGeom>
            <a:solidFill>
              <a:srgbClr val="4B80BC"/>
            </a:solidFill>
            <a:ln w="48000" cap="flat">
              <a:solidFill>
                <a:srgbClr val="4B80BC"/>
              </a:solidFill>
              <a:round/>
            </a:ln>
          </p:spPr>
        </p:sp>
        <p:sp>
          <p:nvSpPr>
            <p:cNvPr id="280" name="MMConnector"/>
            <p:cNvSpPr/>
            <p:nvPr/>
          </p:nvSpPr>
          <p:spPr>
            <a:xfrm>
              <a:off x="4591835" y="2429770"/>
              <a:ext cy="324000" cx="9000"/>
            </a:xfrm>
            <a:custGeom>
              <a:avLst/>
              <a:gdLst/>
              <a:pathLst>
                <a:path fill="none" w="9000" h="324000">
                  <a:moveTo>
                    <a:pt x="0" y="-162000"/>
                  </a:moveTo>
                  <a:lnTo>
                    <a:pt x="-3203" y="-108000"/>
                  </a:lnTo>
                  <a:lnTo>
                    <a:pt x="-2838" y="-54000"/>
                  </a:lnTo>
                  <a:lnTo>
                    <a:pt x="-2164" y="4500"/>
                  </a:lnTo>
                  <a:lnTo>
                    <a:pt x="-1854" y="58500"/>
                  </a:lnTo>
                  <a:lnTo>
                    <a:pt x="111" y="112500"/>
                  </a:lnTo>
                  <a:lnTo>
                    <a:pt x="0" y="162000"/>
                  </a:lnTo>
                </a:path>
              </a:pathLst>
            </a:custGeom>
            <a:noFill/>
            <a:ln w="9000" cap="rnd">
              <a:solidFill>
                <a:srgbClr val="191919"/>
              </a:solidFill>
              <a:round/>
            </a:ln>
          </p:spPr>
        </p:sp>
        <p:sp>
          <p:nvSpPr>
            <p:cNvPr id="283" name="MMConnector"/>
            <p:cNvSpPr/>
            <p:nvPr/>
          </p:nvSpPr>
          <p:spPr>
            <a:xfrm>
              <a:off x="2912529" y="3749637"/>
              <a:ext cy="540000" cx="3358612"/>
            </a:xfrm>
            <a:custGeom>
              <a:avLst/>
              <a:gdLst/>
              <a:pathLst>
                <a:path fill="none" w="3358612" h="540000">
                  <a:moveTo>
                    <a:pt x="1679306" y="-270000"/>
                  </a:moveTo>
                  <a:lnTo>
                    <a:pt x="1676103" y="-216000"/>
                  </a:lnTo>
                  <a:lnTo>
                    <a:pt x="1676468" y="-162000"/>
                  </a:lnTo>
                  <a:lnTo>
                    <a:pt x="1677142" y="-108000"/>
                  </a:lnTo>
                  <a:lnTo>
                    <a:pt x="1677452" y="-54000"/>
                  </a:lnTo>
                  <a:lnTo>
                    <a:pt x="1634306" y="-38589"/>
                  </a:lnTo>
                  <a:lnTo>
                    <a:pt x="1580306" y="-35741"/>
                  </a:lnTo>
                  <a:lnTo>
                    <a:pt x="1526306" y="-35236"/>
                  </a:lnTo>
                  <a:lnTo>
                    <a:pt x="1472306" y="-38151"/>
                  </a:lnTo>
                  <a:lnTo>
                    <a:pt x="1418306" y="-40578"/>
                  </a:lnTo>
                  <a:lnTo>
                    <a:pt x="1364306" y="-41226"/>
                  </a:lnTo>
                  <a:lnTo>
                    <a:pt x="1310306" y="-39446"/>
                  </a:lnTo>
                  <a:lnTo>
                    <a:pt x="1256306" y="-35468"/>
                  </a:lnTo>
                  <a:lnTo>
                    <a:pt x="1202306" y="-33316"/>
                  </a:lnTo>
                  <a:lnTo>
                    <a:pt x="1148306" y="-34317"/>
                  </a:lnTo>
                  <a:lnTo>
                    <a:pt x="1094306" y="-39329"/>
                  </a:lnTo>
                  <a:lnTo>
                    <a:pt x="1040306" y="-44371"/>
                  </a:lnTo>
                  <a:lnTo>
                    <a:pt x="986306" y="-45106"/>
                  </a:lnTo>
                  <a:lnTo>
                    <a:pt x="932306" y="-41972"/>
                  </a:lnTo>
                  <a:lnTo>
                    <a:pt x="878306" y="-37586"/>
                  </a:lnTo>
                  <a:lnTo>
                    <a:pt x="824306" y="-36186"/>
                  </a:lnTo>
                  <a:lnTo>
                    <a:pt x="770306" y="-36451"/>
                  </a:lnTo>
                  <a:lnTo>
                    <a:pt x="716306" y="-37143"/>
                  </a:lnTo>
                  <a:lnTo>
                    <a:pt x="662306" y="-37459"/>
                  </a:lnTo>
                  <a:lnTo>
                    <a:pt x="608306" y="-38184"/>
                  </a:lnTo>
                  <a:lnTo>
                    <a:pt x="554306" y="-41686"/>
                  </a:lnTo>
                  <a:lnTo>
                    <a:pt x="500306" y="-45892"/>
                  </a:lnTo>
                  <a:lnTo>
                    <a:pt x="446306" y="-46771"/>
                  </a:lnTo>
                  <a:lnTo>
                    <a:pt x="392306" y="-44729"/>
                  </a:lnTo>
                  <a:lnTo>
                    <a:pt x="338306" y="-40545"/>
                  </a:lnTo>
                  <a:lnTo>
                    <a:pt x="284306" y="-38133"/>
                  </a:lnTo>
                  <a:lnTo>
                    <a:pt x="230306" y="-36392"/>
                  </a:lnTo>
                  <a:lnTo>
                    <a:pt x="176306" y="-31805"/>
                  </a:lnTo>
                  <a:lnTo>
                    <a:pt x="122306" y="-28125"/>
                  </a:lnTo>
                  <a:lnTo>
                    <a:pt x="68306" y="-28476"/>
                  </a:lnTo>
                  <a:lnTo>
                    <a:pt x="14306" y="-30459"/>
                  </a:lnTo>
                  <a:lnTo>
                    <a:pt x="-39694" y="-32635"/>
                  </a:lnTo>
                  <a:lnTo>
                    <a:pt x="-93694" y="-33504"/>
                  </a:lnTo>
                  <a:lnTo>
                    <a:pt x="-147694" y="-38384"/>
                  </a:lnTo>
                  <a:lnTo>
                    <a:pt x="-201694" y="-44533"/>
                  </a:lnTo>
                  <a:lnTo>
                    <a:pt x="-255694" y="-47180"/>
                  </a:lnTo>
                  <a:lnTo>
                    <a:pt x="-309694" y="-46900"/>
                  </a:lnTo>
                  <a:lnTo>
                    <a:pt x="-363694" y="-45649"/>
                  </a:lnTo>
                  <a:lnTo>
                    <a:pt x="-417694" y="-43667"/>
                  </a:lnTo>
                  <a:lnTo>
                    <a:pt x="-471694" y="-43448"/>
                  </a:lnTo>
                  <a:lnTo>
                    <a:pt x="-525694" y="-42719"/>
                  </a:lnTo>
                  <a:lnTo>
                    <a:pt x="-579694" y="-40072"/>
                  </a:lnTo>
                  <a:lnTo>
                    <a:pt x="-633694" y="-38887"/>
                  </a:lnTo>
                  <a:lnTo>
                    <a:pt x="-687694" y="-37174"/>
                  </a:lnTo>
                  <a:lnTo>
                    <a:pt x="-741694" y="-33309"/>
                  </a:lnTo>
                  <a:lnTo>
                    <a:pt x="-795694" y="-31300"/>
                  </a:lnTo>
                  <a:lnTo>
                    <a:pt x="-849694" y="-31635"/>
                  </a:lnTo>
                  <a:lnTo>
                    <a:pt x="-903694" y="-32461"/>
                  </a:lnTo>
                  <a:lnTo>
                    <a:pt x="-957694" y="-32700"/>
                  </a:lnTo>
                  <a:lnTo>
                    <a:pt x="-1011694" y="-33665"/>
                  </a:lnTo>
                  <a:lnTo>
                    <a:pt x="-1065694" y="-37581"/>
                  </a:lnTo>
                  <a:lnTo>
                    <a:pt x="-1119694" y="-40294"/>
                  </a:lnTo>
                  <a:lnTo>
                    <a:pt x="-1173694" y="-40637"/>
                  </a:lnTo>
                  <a:lnTo>
                    <a:pt x="-1227694" y="-36271"/>
                  </a:lnTo>
                  <a:lnTo>
                    <a:pt x="-1281694" y="-31117"/>
                  </a:lnTo>
                  <a:lnTo>
                    <a:pt x="-1335694" y="-29529"/>
                  </a:lnTo>
                  <a:lnTo>
                    <a:pt x="-1389694" y="-30913"/>
                  </a:lnTo>
                  <a:lnTo>
                    <a:pt x="-1443694" y="-33527"/>
                  </a:lnTo>
                  <a:lnTo>
                    <a:pt x="-1497694" y="-34570"/>
                  </a:lnTo>
                  <a:lnTo>
                    <a:pt x="-1551694" y="-34234"/>
                  </a:lnTo>
                  <a:lnTo>
                    <a:pt x="-1605694" y="-32677"/>
                  </a:lnTo>
                  <a:lnTo>
                    <a:pt x="-1653793" y="-20920"/>
                  </a:lnTo>
                  <a:lnTo>
                    <a:pt x="-1671090" y="24300"/>
                  </a:lnTo>
                  <a:lnTo>
                    <a:pt x="-1673405" y="78300"/>
                  </a:lnTo>
                  <a:lnTo>
                    <a:pt x="-1675264" y="132300"/>
                  </a:lnTo>
                  <a:lnTo>
                    <a:pt x="-1676084" y="186300"/>
                  </a:lnTo>
                  <a:lnTo>
                    <a:pt x="-1677708" y="240300"/>
                  </a:lnTo>
                  <a:lnTo>
                    <a:pt x="-1679306" y="270000"/>
                  </a:lnTo>
                </a:path>
              </a:pathLst>
            </a:custGeom>
            <a:noFill/>
            <a:ln w="48000" cap="rnd">
              <a:solidFill>
                <a:srgbClr val="B15547"/>
              </a:solidFill>
              <a:round/>
            </a:ln>
          </p:spPr>
        </p:sp>
        <p:sp>
          <p:nvSpPr>
            <p:cNvPr id="287" name="MMConnector"/>
            <p:cNvSpPr/>
            <p:nvPr/>
          </p:nvSpPr>
          <p:spPr>
            <a:xfrm>
              <a:off x="5329141" y="3749637"/>
              <a:ext cy="308700" cx="1474612"/>
            </a:xfrm>
            <a:custGeom>
              <a:avLst/>
              <a:gdLst/>
              <a:pathLst>
                <a:path fill="none" w="1474612" h="308700">
                  <a:moveTo>
                    <a:pt x="-737306" y="-38700"/>
                  </a:moveTo>
                  <a:lnTo>
                    <a:pt x="-683306" y="-35497"/>
                  </a:lnTo>
                  <a:lnTo>
                    <a:pt x="-629306" y="-35862"/>
                  </a:lnTo>
                  <a:lnTo>
                    <a:pt x="-575306" y="-36536"/>
                  </a:lnTo>
                  <a:lnTo>
                    <a:pt x="-521306" y="-36846"/>
                  </a:lnTo>
                  <a:lnTo>
                    <a:pt x="-467306" y="-38811"/>
                  </a:lnTo>
                  <a:lnTo>
                    <a:pt x="-413306" y="-41659"/>
                  </a:lnTo>
                  <a:lnTo>
                    <a:pt x="-359306" y="-42164"/>
                  </a:lnTo>
                  <a:lnTo>
                    <a:pt x="-305306" y="-39249"/>
                  </a:lnTo>
                  <a:lnTo>
                    <a:pt x="-251306" y="-36822"/>
                  </a:lnTo>
                  <a:lnTo>
                    <a:pt x="-197306" y="-36174"/>
                  </a:lnTo>
                  <a:lnTo>
                    <a:pt x="-143306" y="-37954"/>
                  </a:lnTo>
                  <a:lnTo>
                    <a:pt x="-89306" y="-41932"/>
                  </a:lnTo>
                  <a:lnTo>
                    <a:pt x="-35306" y="-44084"/>
                  </a:lnTo>
                  <a:lnTo>
                    <a:pt x="18694" y="-43083"/>
                  </a:lnTo>
                  <a:lnTo>
                    <a:pt x="72694" y="-38071"/>
                  </a:lnTo>
                  <a:lnTo>
                    <a:pt x="126694" y="-33029"/>
                  </a:lnTo>
                  <a:lnTo>
                    <a:pt x="180694" y="-32294"/>
                  </a:lnTo>
                  <a:lnTo>
                    <a:pt x="234694" y="-35428"/>
                  </a:lnTo>
                  <a:lnTo>
                    <a:pt x="288694" y="-39814"/>
                  </a:lnTo>
                  <a:lnTo>
                    <a:pt x="342694" y="-41214"/>
                  </a:lnTo>
                  <a:lnTo>
                    <a:pt x="396694" y="-40949"/>
                  </a:lnTo>
                  <a:lnTo>
                    <a:pt x="450694" y="-40257"/>
                  </a:lnTo>
                  <a:lnTo>
                    <a:pt x="504694" y="-39941"/>
                  </a:lnTo>
                  <a:lnTo>
                    <a:pt x="558694" y="-39216"/>
                  </a:lnTo>
                  <a:lnTo>
                    <a:pt x="612694" y="-35714"/>
                  </a:lnTo>
                  <a:lnTo>
                    <a:pt x="666694" y="-31508"/>
                  </a:lnTo>
                  <a:lnTo>
                    <a:pt x="717297" y="-15578"/>
                  </a:lnTo>
                  <a:lnTo>
                    <a:pt x="731277" y="33300"/>
                  </a:lnTo>
                  <a:lnTo>
                    <a:pt x="735461" y="87300"/>
                  </a:lnTo>
                  <a:lnTo>
                    <a:pt x="737873" y="141300"/>
                  </a:lnTo>
                  <a:lnTo>
                    <a:pt x="739614" y="195300"/>
                  </a:lnTo>
                  <a:lnTo>
                    <a:pt x="744201" y="249300"/>
                  </a:lnTo>
                  <a:lnTo>
                    <a:pt x="737306" y="270000"/>
                  </a:lnTo>
                </a:path>
              </a:pathLst>
            </a:custGeom>
            <a:noFill/>
            <a:ln w="48000" cap="rnd">
              <a:solidFill>
                <a:srgbClr val="B15547"/>
              </a:solidFill>
              <a:round/>
            </a:ln>
          </p:spPr>
        </p:sp>
        <p:sp>
          <p:nvSpPr>
            <p:cNvPr id="291" name="MMConnector"/>
            <p:cNvSpPr/>
            <p:nvPr/>
          </p:nvSpPr>
          <p:spPr>
            <a:xfrm>
              <a:off x="6271141" y="3749637"/>
              <a:ext cy="308700" cx="3358612"/>
            </a:xfrm>
            <a:custGeom>
              <a:avLst/>
              <a:gdLst/>
              <a:pathLst>
                <a:path fill="none" w="3358612" h="308700">
                  <a:moveTo>
                    <a:pt x="-1679306" y="-38700"/>
                  </a:moveTo>
                  <a:lnTo>
                    <a:pt x="-1625306" y="-35497"/>
                  </a:lnTo>
                  <a:lnTo>
                    <a:pt x="-1571306" y="-35862"/>
                  </a:lnTo>
                  <a:lnTo>
                    <a:pt x="-1517306" y="-36536"/>
                  </a:lnTo>
                  <a:lnTo>
                    <a:pt x="-1463306" y="-36846"/>
                  </a:lnTo>
                  <a:lnTo>
                    <a:pt x="-1409306" y="-38811"/>
                  </a:lnTo>
                  <a:lnTo>
                    <a:pt x="-1355306" y="-41659"/>
                  </a:lnTo>
                  <a:lnTo>
                    <a:pt x="-1301306" y="-42164"/>
                  </a:lnTo>
                  <a:lnTo>
                    <a:pt x="-1247306" y="-39249"/>
                  </a:lnTo>
                  <a:lnTo>
                    <a:pt x="-1193306" y="-36822"/>
                  </a:lnTo>
                  <a:lnTo>
                    <a:pt x="-1139306" y="-36174"/>
                  </a:lnTo>
                  <a:lnTo>
                    <a:pt x="-1085306" y="-37954"/>
                  </a:lnTo>
                  <a:lnTo>
                    <a:pt x="-1031306" y="-41932"/>
                  </a:lnTo>
                  <a:lnTo>
                    <a:pt x="-977306" y="-44084"/>
                  </a:lnTo>
                  <a:lnTo>
                    <a:pt x="-923306" y="-43083"/>
                  </a:lnTo>
                  <a:lnTo>
                    <a:pt x="-869306" y="-38071"/>
                  </a:lnTo>
                  <a:lnTo>
                    <a:pt x="-815306" y="-33029"/>
                  </a:lnTo>
                  <a:lnTo>
                    <a:pt x="-761306" y="-32294"/>
                  </a:lnTo>
                  <a:lnTo>
                    <a:pt x="-707306" y="-35428"/>
                  </a:lnTo>
                  <a:lnTo>
                    <a:pt x="-653306" y="-39814"/>
                  </a:lnTo>
                  <a:lnTo>
                    <a:pt x="-599306" y="-41214"/>
                  </a:lnTo>
                  <a:lnTo>
                    <a:pt x="-545306" y="-40949"/>
                  </a:lnTo>
                  <a:lnTo>
                    <a:pt x="-491306" y="-40257"/>
                  </a:lnTo>
                  <a:lnTo>
                    <a:pt x="-437306" y="-39941"/>
                  </a:lnTo>
                  <a:lnTo>
                    <a:pt x="-383306" y="-39216"/>
                  </a:lnTo>
                  <a:lnTo>
                    <a:pt x="-329306" y="-35714"/>
                  </a:lnTo>
                  <a:lnTo>
                    <a:pt x="-275306" y="-31508"/>
                  </a:lnTo>
                  <a:lnTo>
                    <a:pt x="-221306" y="-30629"/>
                  </a:lnTo>
                  <a:lnTo>
                    <a:pt x="-167306" y="-32671"/>
                  </a:lnTo>
                  <a:lnTo>
                    <a:pt x="-113306" y="-36855"/>
                  </a:lnTo>
                  <a:lnTo>
                    <a:pt x="-59306" y="-39267"/>
                  </a:lnTo>
                  <a:lnTo>
                    <a:pt x="-5306" y="-41008"/>
                  </a:lnTo>
                  <a:lnTo>
                    <a:pt x="48694" y="-45595"/>
                  </a:lnTo>
                  <a:lnTo>
                    <a:pt x="102694" y="-49275"/>
                  </a:lnTo>
                  <a:lnTo>
                    <a:pt x="156694" y="-48924"/>
                  </a:lnTo>
                  <a:lnTo>
                    <a:pt x="210694" y="-46941"/>
                  </a:lnTo>
                  <a:lnTo>
                    <a:pt x="264694" y="-44765"/>
                  </a:lnTo>
                  <a:lnTo>
                    <a:pt x="318694" y="-43896"/>
                  </a:lnTo>
                  <a:lnTo>
                    <a:pt x="372694" y="-39016"/>
                  </a:lnTo>
                  <a:lnTo>
                    <a:pt x="426694" y="-32867"/>
                  </a:lnTo>
                  <a:lnTo>
                    <a:pt x="480694" y="-30220"/>
                  </a:lnTo>
                  <a:lnTo>
                    <a:pt x="534694" y="-30500"/>
                  </a:lnTo>
                  <a:lnTo>
                    <a:pt x="588694" y="-31751"/>
                  </a:lnTo>
                  <a:lnTo>
                    <a:pt x="642694" y="-33733"/>
                  </a:lnTo>
                  <a:lnTo>
                    <a:pt x="696694" y="-33952"/>
                  </a:lnTo>
                  <a:lnTo>
                    <a:pt x="750694" y="-34681"/>
                  </a:lnTo>
                  <a:lnTo>
                    <a:pt x="804694" y="-37328"/>
                  </a:lnTo>
                  <a:lnTo>
                    <a:pt x="858694" y="-38513"/>
                  </a:lnTo>
                  <a:lnTo>
                    <a:pt x="912694" y="-40226"/>
                  </a:lnTo>
                  <a:lnTo>
                    <a:pt x="966694" y="-44091"/>
                  </a:lnTo>
                  <a:lnTo>
                    <a:pt x="1020694" y="-46100"/>
                  </a:lnTo>
                  <a:lnTo>
                    <a:pt x="1074694" y="-45765"/>
                  </a:lnTo>
                  <a:lnTo>
                    <a:pt x="1128694" y="-44939"/>
                  </a:lnTo>
                  <a:lnTo>
                    <a:pt x="1182694" y="-44700"/>
                  </a:lnTo>
                  <a:lnTo>
                    <a:pt x="1236694" y="-43735"/>
                  </a:lnTo>
                  <a:lnTo>
                    <a:pt x="1290694" y="-39819"/>
                  </a:lnTo>
                  <a:lnTo>
                    <a:pt x="1344694" y="-37106"/>
                  </a:lnTo>
                  <a:lnTo>
                    <a:pt x="1398694" y="-36763"/>
                  </a:lnTo>
                  <a:lnTo>
                    <a:pt x="1452694" y="-41129"/>
                  </a:lnTo>
                  <a:lnTo>
                    <a:pt x="1506694" y="-46283"/>
                  </a:lnTo>
                  <a:lnTo>
                    <a:pt x="1560694" y="-47871"/>
                  </a:lnTo>
                  <a:lnTo>
                    <a:pt x="1614694" y="-46487"/>
                  </a:lnTo>
                  <a:lnTo>
                    <a:pt x="1669096" y="-24487"/>
                  </a:lnTo>
                  <a:lnTo>
                    <a:pt x="1683436" y="33300"/>
                  </a:lnTo>
                  <a:lnTo>
                    <a:pt x="1683772" y="87300"/>
                  </a:lnTo>
                  <a:lnTo>
                    <a:pt x="1685329" y="141300"/>
                  </a:lnTo>
                  <a:lnTo>
                    <a:pt x="1687220" y="195300"/>
                  </a:lnTo>
                  <a:lnTo>
                    <a:pt x="1687522" y="249300"/>
                  </a:lnTo>
                  <a:lnTo>
                    <a:pt x="1679306" y="270000"/>
                  </a:lnTo>
                </a:path>
              </a:pathLst>
            </a:custGeom>
            <a:noFill/>
            <a:ln w="48000" cap="rnd">
              <a:solidFill>
                <a:srgbClr val="B15547"/>
              </a:solidFill>
              <a:round/>
            </a:ln>
          </p:spPr>
        </p:sp>
        <p:sp>
          <p:nvSpPr>
            <p:cNvPr id="328" name="Callout"/>
            <p:cNvSpPr/>
            <p:nvPr/>
          </p:nvSpPr>
          <p:spPr>
            <a:xfrm>
              <a:off x="5968165" y="2591770"/>
              <a:ext cy="1056000" cx="2004962"/>
            </a:xfrm>
            <a:custGeom>
              <a:avLst/>
              <a:gdLst>
                <a:gd fmla="*/ 119700 w 2004962" name="rtl"/>
                <a:gd fmla="*/ 80100 h 1056000" name="rtt"/>
                <a:gd fmla="*/ 1908638 w 2004962" name="rtr"/>
                <a:gd fmla="*/ 992100 h 1056000" name="rtb"/>
              </a:gdLst>
              <a:ahLst/>
              <a:cxnLst/>
              <a:rect r="rtr" b="rtb" l="rtl" t="rtt"/>
              <a:pathLst>
                <a:path w="2004962" h="1056000">
                  <a:moveTo>
                    <a:pt x="4174" y="16193"/>
                  </a:moveTo>
                  <a:cubicBezTo>
                    <a:pt x="7088" y="10269"/>
                    <a:pt x="11766" y="6217"/>
                    <a:pt x="18241" y="4006"/>
                  </a:cubicBezTo>
                  <a:cubicBezTo>
                    <a:pt x="35483" y="-1881"/>
                    <a:pt x="53733" y="598"/>
                    <a:pt x="72027" y="2112"/>
                  </a:cubicBezTo>
                  <a:cubicBezTo>
                    <a:pt x="90132" y="3609"/>
                    <a:pt x="107989" y="3184"/>
                    <a:pt x="126005" y="2751"/>
                  </a:cubicBezTo>
                  <a:cubicBezTo>
                    <a:pt x="144162" y="2315"/>
                    <a:pt x="162000" y="2165"/>
                    <a:pt x="180001" y="2058"/>
                  </a:cubicBezTo>
                  <a:cubicBezTo>
                    <a:pt x="198174" y="1950"/>
                    <a:pt x="216018" y="1647"/>
                    <a:pt x="234021" y="1130"/>
                  </a:cubicBezTo>
                  <a:cubicBezTo>
                    <a:pt x="252201" y="607"/>
                    <a:pt x="270046" y="-182"/>
                    <a:pt x="288049" y="-1083"/>
                  </a:cubicBezTo>
                  <a:cubicBezTo>
                    <a:pt x="306188" y="-1991"/>
                    <a:pt x="324010" y="-2655"/>
                    <a:pt x="342003" y="-3025"/>
                  </a:cubicBezTo>
                  <a:cubicBezTo>
                    <a:pt x="360187" y="-3400"/>
                    <a:pt x="378040" y="-3099"/>
                    <a:pt x="396047" y="-2373"/>
                  </a:cubicBezTo>
                  <a:cubicBezTo>
                    <a:pt x="414212" y="-1640"/>
                    <a:pt x="432042" y="-679"/>
                    <a:pt x="450039" y="214"/>
                  </a:cubicBezTo>
                  <a:cubicBezTo>
                    <a:pt x="468179" y="1114"/>
                    <a:pt x="486007" y="1681"/>
                    <a:pt x="504004" y="2030"/>
                  </a:cubicBezTo>
                  <a:cubicBezTo>
                    <a:pt x="522172" y="2382"/>
                    <a:pt x="540014" y="2266"/>
                    <a:pt x="558017" y="1848"/>
                  </a:cubicBezTo>
                  <a:cubicBezTo>
                    <a:pt x="576223" y="1426"/>
                    <a:pt x="594083" y="523"/>
                    <a:pt x="612092" y="-656"/>
                  </a:cubicBezTo>
                  <a:cubicBezTo>
                    <a:pt x="630230" y="-1843"/>
                    <a:pt x="648043" y="-2966"/>
                    <a:pt x="666032" y="-3860"/>
                  </a:cubicBezTo>
                  <a:cubicBezTo>
                    <a:pt x="684175" y="-4761"/>
                    <a:pt x="702006" y="-5045"/>
                    <a:pt x="720005" y="-4941"/>
                  </a:cubicBezTo>
                  <a:cubicBezTo>
                    <a:pt x="738243" y="-4835"/>
                    <a:pt x="756124" y="-3952"/>
                    <a:pt x="774142" y="-2565"/>
                  </a:cubicBezTo>
                  <a:cubicBezTo>
                    <a:pt x="792330" y="-1165"/>
                    <a:pt x="810161" y="564"/>
                    <a:pt x="828159" y="2294"/>
                  </a:cubicBezTo>
                  <a:cubicBezTo>
                    <a:pt x="846237" y="4032"/>
                    <a:pt x="864026" y="5154"/>
                    <a:pt x="882007" y="5745"/>
                  </a:cubicBezTo>
                  <a:cubicBezTo>
                    <a:pt x="900189" y="6343"/>
                    <a:pt x="918045" y="6028"/>
                    <a:pt x="936054" y="5240"/>
                  </a:cubicBezTo>
                  <a:cubicBezTo>
                    <a:pt x="954259" y="4442"/>
                    <a:pt x="972110" y="3188"/>
                    <a:pt x="990117" y="1780"/>
                  </a:cubicBezTo>
                  <a:cubicBezTo>
                    <a:pt x="1008228" y="364"/>
                    <a:pt x="1026031" y="-730"/>
                    <a:pt x="1044016" y="-1453"/>
                  </a:cubicBezTo>
                  <a:cubicBezTo>
                    <a:pt x="1062164" y="-2182"/>
                    <a:pt x="1080000" y="-2382"/>
                    <a:pt x="1098000" y="-2386"/>
                  </a:cubicBezTo>
                  <a:cubicBezTo>
                    <a:pt x="1116164" y="-2386"/>
                    <a:pt x="1134002" y="-2223"/>
                    <a:pt x="1152003" y="-2011"/>
                  </a:cubicBezTo>
                  <a:cubicBezTo>
                    <a:pt x="1170164" y="-1797"/>
                    <a:pt x="1188001" y="-1610"/>
                    <a:pt x="1206001" y="-1470"/>
                  </a:cubicBezTo>
                  <a:cubicBezTo>
                    <a:pt x="1224164" y="-1328"/>
                    <a:pt x="1242002" y="-1181"/>
                    <a:pt x="1260003" y="-979"/>
                  </a:cubicBezTo>
                  <a:cubicBezTo>
                    <a:pt x="1278201" y="-774"/>
                    <a:pt x="1296060" y="-183"/>
                    <a:pt x="1314069" y="764"/>
                  </a:cubicBezTo>
                  <a:cubicBezTo>
                    <a:pt x="1332261" y="1721"/>
                    <a:pt x="1350105" y="3017"/>
                    <a:pt x="1368108" y="4400"/>
                  </a:cubicBezTo>
                  <a:cubicBezTo>
                    <a:pt x="1386218" y="5792"/>
                    <a:pt x="1404022" y="6776"/>
                    <a:pt x="1422008" y="7346"/>
                  </a:cubicBezTo>
                  <a:cubicBezTo>
                    <a:pt x="1440173" y="7923"/>
                    <a:pt x="1458019" y="7790"/>
                    <a:pt x="1476023" y="7301"/>
                  </a:cubicBezTo>
                  <a:cubicBezTo>
                    <a:pt x="1494232" y="6806"/>
                    <a:pt x="1512093" y="5818"/>
                    <a:pt x="1530103" y="4562"/>
                  </a:cubicBezTo>
                  <a:cubicBezTo>
                    <a:pt x="1548239" y="3298"/>
                    <a:pt x="1566051" y="2102"/>
                    <a:pt x="1584040" y="1127"/>
                  </a:cubicBezTo>
                  <a:cubicBezTo>
                    <a:pt x="1602185" y="144"/>
                    <a:pt x="1620019" y="-533"/>
                    <a:pt x="1638019" y="-1139"/>
                  </a:cubicBezTo>
                  <a:cubicBezTo>
                    <a:pt x="1656235" y="-1753"/>
                    <a:pt x="1674105" y="-2673"/>
                    <a:pt x="1692120" y="-3965"/>
                  </a:cubicBezTo>
                  <a:cubicBezTo>
                    <a:pt x="1710277" y="-5267"/>
                    <a:pt x="1728096" y="-6723"/>
                    <a:pt x="1746088" y="-8065"/>
                  </a:cubicBezTo>
                  <a:cubicBezTo>
                    <a:pt x="1764198" y="-9416"/>
                    <a:pt x="1782011" y="-10110"/>
                    <a:pt x="1800001" y="-10305"/>
                  </a:cubicBezTo>
                  <a:cubicBezTo>
                    <a:pt x="1818174" y="-10503"/>
                    <a:pt x="1836019" y="-10113"/>
                    <a:pt x="1854023" y="-9530"/>
                  </a:cubicBezTo>
                  <a:cubicBezTo>
                    <a:pt x="1872191" y="-8942"/>
                    <a:pt x="1890029" y="-8242"/>
                    <a:pt x="1908029" y="-7516"/>
                  </a:cubicBezTo>
                  <a:cubicBezTo>
                    <a:pt x="1930345" y="-6617"/>
                    <a:pt x="1952136" y="-5222"/>
                    <a:pt x="1974307" y="-3276"/>
                  </a:cubicBezTo>
                  <a:cubicBezTo>
                    <a:pt x="1991650" y="-1753"/>
                    <a:pt x="2002047" y="5364"/>
                    <a:pt x="2005703" y="18214"/>
                  </a:cubicBezTo>
                  <a:cubicBezTo>
                    <a:pt x="2010723" y="35861"/>
                    <a:pt x="2007116" y="54071"/>
                    <a:pt x="2003886" y="72326"/>
                  </a:cubicBezTo>
                  <a:cubicBezTo>
                    <a:pt x="2000717" y="90233"/>
                    <a:pt x="1999298" y="108042"/>
                    <a:pt x="1998285" y="126045"/>
                  </a:cubicBezTo>
                  <a:cubicBezTo>
                    <a:pt x="1997265" y="144178"/>
                    <a:pt x="1996795" y="162004"/>
                    <a:pt x="1996677" y="180000"/>
                  </a:cubicBezTo>
                  <a:cubicBezTo>
                    <a:pt x="1996558" y="198167"/>
                    <a:pt x="1996820" y="216008"/>
                    <a:pt x="1997195" y="234009"/>
                  </a:cubicBezTo>
                  <a:cubicBezTo>
                    <a:pt x="1997573" y="252180"/>
                    <a:pt x="1998089" y="270021"/>
                    <a:pt x="1998699" y="288023"/>
                  </a:cubicBezTo>
                  <a:cubicBezTo>
                    <a:pt x="1999313" y="306175"/>
                    <a:pt x="1999762" y="324004"/>
                    <a:pt x="1999990" y="342001"/>
                  </a:cubicBezTo>
                  <a:cubicBezTo>
                    <a:pt x="2000219" y="360163"/>
                    <a:pt x="2000320" y="378002"/>
                    <a:pt x="2000495" y="396003"/>
                  </a:cubicBezTo>
                  <a:cubicBezTo>
                    <a:pt x="2000671" y="414186"/>
                    <a:pt x="2001162" y="432035"/>
                    <a:pt x="2001898" y="450040"/>
                  </a:cubicBezTo>
                  <a:cubicBezTo>
                    <a:pt x="2002640" y="468191"/>
                    <a:pt x="2003368" y="486016"/>
                    <a:pt x="2003909" y="504011"/>
                  </a:cubicBezTo>
                  <a:cubicBezTo>
                    <a:pt x="2004455" y="522174"/>
                    <a:pt x="2004880" y="540015"/>
                    <a:pt x="2005384" y="558017"/>
                  </a:cubicBezTo>
                  <a:cubicBezTo>
                    <a:pt x="2005892" y="576218"/>
                    <a:pt x="2006738" y="594077"/>
                    <a:pt x="2007862" y="612086"/>
                  </a:cubicBezTo>
                  <a:cubicBezTo>
                    <a:pt x="2008994" y="630225"/>
                    <a:pt x="2010079" y="648039"/>
                    <a:pt x="2010930" y="666029"/>
                  </a:cubicBezTo>
                  <a:cubicBezTo>
                    <a:pt x="2011788" y="684171"/>
                    <a:pt x="2012124" y="702002"/>
                    <a:pt x="2012174" y="720000"/>
                  </a:cubicBezTo>
                  <a:cubicBezTo>
                    <a:pt x="2012225" y="738165"/>
                    <a:pt x="2012015" y="756003"/>
                    <a:pt x="2011750" y="774004"/>
                  </a:cubicBezTo>
                  <a:cubicBezTo>
                    <a:pt x="2011483" y="792165"/>
                    <a:pt x="2011278" y="810001"/>
                    <a:pt x="2011147" y="828000"/>
                  </a:cubicBezTo>
                  <a:cubicBezTo>
                    <a:pt x="2011015" y="846165"/>
                    <a:pt x="2010858" y="864004"/>
                    <a:pt x="2010605" y="882005"/>
                  </a:cubicBezTo>
                  <a:cubicBezTo>
                    <a:pt x="2010349" y="900212"/>
                    <a:pt x="2009650" y="918076"/>
                    <a:pt x="2008574" y="936087"/>
                  </a:cubicBezTo>
                  <a:cubicBezTo>
                    <a:pt x="2007489" y="954239"/>
                    <a:pt x="2006292" y="972057"/>
                    <a:pt x="2005248" y="990049"/>
                  </a:cubicBezTo>
                  <a:cubicBezTo>
                    <a:pt x="2004539" y="1002290"/>
                    <a:pt x="2002030" y="1013606"/>
                    <a:pt x="1997614" y="1024125"/>
                  </a:cubicBezTo>
                  <a:cubicBezTo>
                    <a:pt x="1990597" y="1040841"/>
                    <a:pt x="1976452" y="1049850"/>
                    <a:pt x="1959655" y="1054137"/>
                  </a:cubicBezTo>
                  <a:cubicBezTo>
                    <a:pt x="1941966" y="1058651"/>
                    <a:pt x="1923954" y="1059436"/>
                    <a:pt x="1905830" y="1060536"/>
                  </a:cubicBezTo>
                  <a:cubicBezTo>
                    <a:pt x="1887695" y="1061638"/>
                    <a:pt x="1869913" y="1062999"/>
                    <a:pt x="1851939" y="1063910"/>
                  </a:cubicBezTo>
                  <a:cubicBezTo>
                    <a:pt x="1833794" y="1064829"/>
                    <a:pt x="1815954" y="1064909"/>
                    <a:pt x="1797952" y="1064628"/>
                  </a:cubicBezTo>
                  <a:cubicBezTo>
                    <a:pt x="1779771" y="1064346"/>
                    <a:pt x="1761925" y="1063690"/>
                    <a:pt x="1743921" y="1062885"/>
                  </a:cubicBezTo>
                  <a:cubicBezTo>
                    <a:pt x="1725774" y="1062074"/>
                    <a:pt x="1707949" y="1061387"/>
                    <a:pt x="1689953" y="1060897"/>
                  </a:cubicBezTo>
                  <a:cubicBezTo>
                    <a:pt x="1683926" y="1060733"/>
                    <a:pt x="1677934" y="1060608"/>
                    <a:pt x="1671960" y="1060515"/>
                  </a:cubicBezTo>
                  <a:cubicBezTo>
                    <a:pt x="1647771" y="1060136"/>
                    <a:pt x="1624151" y="1060191"/>
                    <a:pt x="1599963" y="1060632"/>
                  </a:cubicBezTo>
                  <a:cubicBezTo>
                    <a:pt x="1593964" y="1060742"/>
                    <a:pt x="1587965" y="1060873"/>
                    <a:pt x="1581948" y="1061021"/>
                  </a:cubicBezTo>
                  <a:cubicBezTo>
                    <a:pt x="1563780" y="1061467"/>
                    <a:pt x="1545941" y="1062042"/>
                    <a:pt x="1527940" y="1062659"/>
                  </a:cubicBezTo>
                  <a:cubicBezTo>
                    <a:pt x="1509788" y="1063281"/>
                    <a:pt x="1491958" y="1063714"/>
                    <a:pt x="1473961" y="1063948"/>
                  </a:cubicBezTo>
                  <a:cubicBezTo>
                    <a:pt x="1455784" y="1064184"/>
                    <a:pt x="1437937" y="1063931"/>
                    <a:pt x="1419932" y="1063351"/>
                  </a:cubicBezTo>
                  <a:cubicBezTo>
                    <a:pt x="1401769" y="1062766"/>
                    <a:pt x="1383937" y="1062012"/>
                    <a:pt x="1365939" y="1061321"/>
                  </a:cubicBezTo>
                  <a:cubicBezTo>
                    <a:pt x="1347788" y="1060623"/>
                    <a:pt x="1329956" y="1060151"/>
                    <a:pt x="1311957" y="1059804"/>
                  </a:cubicBezTo>
                  <a:cubicBezTo>
                    <a:pt x="1293790" y="1059453"/>
                    <a:pt x="1275949" y="1059101"/>
                    <a:pt x="1257947" y="1058639"/>
                  </a:cubicBezTo>
                  <a:cubicBezTo>
                    <a:pt x="1239762" y="1058172"/>
                    <a:pt x="1221914" y="1057446"/>
                    <a:pt x="1203908" y="1056541"/>
                  </a:cubicBezTo>
                  <a:cubicBezTo>
                    <a:pt x="1185767" y="1055629"/>
                    <a:pt x="1167947" y="1054869"/>
                    <a:pt x="1149955" y="1054375"/>
                  </a:cubicBezTo>
                  <a:cubicBezTo>
                    <a:pt x="1131799" y="1053877"/>
                    <a:pt x="1113962" y="1053689"/>
                    <a:pt x="1095961" y="1053562"/>
                  </a:cubicBezTo>
                  <a:cubicBezTo>
                    <a:pt x="1077788" y="1053434"/>
                    <a:pt x="1059945" y="1053135"/>
                    <a:pt x="1041942" y="1052636"/>
                  </a:cubicBezTo>
                  <a:cubicBezTo>
                    <a:pt x="1023768" y="1052131"/>
                    <a:pt x="1005927" y="1051405"/>
                    <a:pt x="987925" y="1050608"/>
                  </a:cubicBezTo>
                  <a:cubicBezTo>
                    <a:pt x="969779" y="1049804"/>
                    <a:pt x="951953" y="1049206"/>
                    <a:pt x="933958" y="1048832"/>
                  </a:cubicBezTo>
                  <a:cubicBezTo>
                    <a:pt x="915795" y="1048455"/>
                    <a:pt x="897955" y="1048507"/>
                    <a:pt x="879953" y="1048793"/>
                  </a:cubicBezTo>
                  <a:cubicBezTo>
                    <a:pt x="861788" y="1049081"/>
                    <a:pt x="843951" y="1049531"/>
                    <a:pt x="825951" y="1049983"/>
                  </a:cubicBezTo>
                  <a:cubicBezTo>
                    <a:pt x="807793" y="1050438"/>
                    <a:pt x="789958" y="1050797"/>
                    <a:pt x="771958" y="1051091"/>
                  </a:cubicBezTo>
                  <a:cubicBezTo>
                    <a:pt x="753795" y="1051388"/>
                    <a:pt x="735957" y="1051404"/>
                    <a:pt x="717956" y="1051191"/>
                  </a:cubicBezTo>
                  <a:cubicBezTo>
                    <a:pt x="699773" y="1050976"/>
                    <a:pt x="681925" y="1050395"/>
                    <a:pt x="663921" y="1049615"/>
                  </a:cubicBezTo>
                  <a:cubicBezTo>
                    <a:pt x="645755" y="1048829"/>
                    <a:pt x="627920" y="1047935"/>
                    <a:pt x="609920" y="1047049"/>
                  </a:cubicBezTo>
                  <a:cubicBezTo>
                    <a:pt x="591779" y="1046156"/>
                    <a:pt x="573953" y="1045735"/>
                    <a:pt x="555959" y="1045748"/>
                  </a:cubicBezTo>
                  <a:cubicBezTo>
                    <a:pt x="537721" y="1045748"/>
                    <a:pt x="519841" y="1046616"/>
                    <a:pt x="501822" y="1047991"/>
                  </a:cubicBezTo>
                  <a:cubicBezTo>
                    <a:pt x="483645" y="1049377"/>
                    <a:pt x="465819" y="1051049"/>
                    <a:pt x="447823" y="1052684"/>
                  </a:cubicBezTo>
                  <a:cubicBezTo>
                    <a:pt x="429735" y="1054327"/>
                    <a:pt x="411939" y="1055377"/>
                    <a:pt x="393955" y="1055946"/>
                  </a:cubicBezTo>
                  <a:cubicBezTo>
                    <a:pt x="375778" y="1056521"/>
                    <a:pt x="357926" y="1056267"/>
                    <a:pt x="339919" y="1055576"/>
                  </a:cubicBezTo>
                  <a:cubicBezTo>
                    <a:pt x="321706" y="1054876"/>
                    <a:pt x="303847" y="1053675"/>
                    <a:pt x="285838" y="1052254"/>
                  </a:cubicBezTo>
                  <a:cubicBezTo>
                    <a:pt x="267710" y="1050824"/>
                    <a:pt x="249901" y="1049525"/>
                    <a:pt x="231913" y="1048458"/>
                  </a:cubicBezTo>
                  <a:cubicBezTo>
                    <a:pt x="213747" y="1047380"/>
                    <a:pt x="195901" y="1047301"/>
                    <a:pt x="177897" y="1048004"/>
                  </a:cubicBezTo>
                  <a:cubicBezTo>
                    <a:pt x="159533" y="1048720"/>
                    <a:pt x="141597" y="1050621"/>
                    <a:pt x="123556" y="1053118"/>
                  </a:cubicBezTo>
                  <a:cubicBezTo>
                    <a:pt x="105409" y="1055629"/>
                    <a:pt x="87621" y="1058314"/>
                    <a:pt x="69640" y="1060849"/>
                  </a:cubicBezTo>
                  <a:cubicBezTo>
                    <a:pt x="51079" y="1063464"/>
                    <a:pt x="34484" y="1060291"/>
                    <a:pt x="19416" y="1051396"/>
                  </a:cubicBezTo>
                  <a:cubicBezTo>
                    <a:pt x="3824" y="1042192"/>
                    <a:pt x="-3417" y="1027651"/>
                    <a:pt x="-4904" y="1010844"/>
                  </a:cubicBezTo>
                  <a:cubicBezTo>
                    <a:pt x="-6515" y="992637"/>
                    <a:pt x="-3584" y="974776"/>
                    <a:pt x="-974" y="956755"/>
                  </a:cubicBezTo>
                  <a:cubicBezTo>
                    <a:pt x="1631" y="938773"/>
                    <a:pt x="2857" y="920975"/>
                    <a:pt x="3591" y="902983"/>
                  </a:cubicBezTo>
                  <a:cubicBezTo>
                    <a:pt x="4332" y="884835"/>
                    <a:pt x="4629" y="866999"/>
                    <a:pt x="4803" y="848999"/>
                  </a:cubicBezTo>
                  <a:cubicBezTo>
                    <a:pt x="4979" y="830836"/>
                    <a:pt x="4955" y="812998"/>
                    <a:pt x="4797" y="794997"/>
                  </a:cubicBezTo>
                  <a:cubicBezTo>
                    <a:pt x="4637" y="776834"/>
                    <a:pt x="4381" y="758997"/>
                    <a:pt x="4125" y="740997"/>
                  </a:cubicBezTo>
                  <a:cubicBezTo>
                    <a:pt x="3867" y="722836"/>
                    <a:pt x="3684" y="704999"/>
                    <a:pt x="3557" y="686999"/>
                  </a:cubicBezTo>
                  <a:cubicBezTo>
                    <a:pt x="3429" y="668836"/>
                    <a:pt x="3294" y="650998"/>
                    <a:pt x="3103" y="632997"/>
                  </a:cubicBezTo>
                  <a:cubicBezTo>
                    <a:pt x="2884" y="612416"/>
                    <a:pt x="2377" y="592259"/>
                    <a:pt x="1638" y="571816"/>
                  </a:cubicBezTo>
                  <a:cubicBezTo>
                    <a:pt x="1007" y="554344"/>
                    <a:pt x="-5577" y="542650"/>
                    <a:pt x="-18254" y="536487"/>
                  </a:cubicBezTo>
                  <a:cubicBezTo>
                    <a:pt x="-34651" y="528515"/>
                    <a:pt x="-52998" y="528192"/>
                    <a:pt x="-71359" y="527627"/>
                  </a:cubicBezTo>
                  <a:cubicBezTo>
                    <a:pt x="-89533" y="527068"/>
                    <a:pt x="-107326" y="525480"/>
                    <a:pt x="-125288" y="523983"/>
                  </a:cubicBezTo>
                  <a:cubicBezTo>
                    <a:pt x="-143388" y="522475"/>
                    <a:pt x="-161161" y="520984"/>
                    <a:pt x="-179075" y="519235"/>
                  </a:cubicBezTo>
                  <a:cubicBezTo>
                    <a:pt x="-197162" y="517469"/>
                    <a:pt x="-214862" y="515202"/>
                    <a:pt x="-232682" y="512603"/>
                  </a:cubicBezTo>
                  <a:cubicBezTo>
                    <a:pt x="-250694" y="509976"/>
                    <a:pt x="-268316" y="506973"/>
                    <a:pt x="-286064" y="503742"/>
                  </a:cubicBezTo>
                  <a:cubicBezTo>
                    <a:pt x="-303949" y="500486"/>
                    <a:pt x="-321518" y="497316"/>
                    <a:pt x="-339276" y="494284"/>
                  </a:cubicBezTo>
                  <a:cubicBezTo>
                    <a:pt x="-357196" y="491225"/>
                    <a:pt x="-374889" y="488954"/>
                    <a:pt x="-392814" y="487255"/>
                  </a:cubicBezTo>
                  <a:cubicBezTo>
                    <a:pt x="-410937" y="485538"/>
                    <a:pt x="-428782" y="484450"/>
                    <a:pt x="-446800" y="483482"/>
                  </a:cubicBezTo>
                  <a:cubicBezTo>
                    <a:pt x="-461746" y="482679"/>
                    <a:pt x="-476340" y="481038"/>
                    <a:pt x="-490850" y="478492"/>
                  </a:cubicBezTo>
                  <a:cubicBezTo>
                    <a:pt x="-505059" y="475999"/>
                    <a:pt x="-510618" y="473440"/>
                    <a:pt x="-507669" y="471484"/>
                  </a:cubicBezTo>
                  <a:cubicBezTo>
                    <a:pt x="-492401" y="461356"/>
                    <a:pt x="-473084" y="463702"/>
                    <a:pt x="-454139" y="464520"/>
                  </a:cubicBezTo>
                  <a:cubicBezTo>
                    <a:pt x="-435973" y="465305"/>
                    <a:pt x="-418179" y="463354"/>
                    <a:pt x="-400228" y="461433"/>
                  </a:cubicBezTo>
                  <a:cubicBezTo>
                    <a:pt x="-382169" y="459500"/>
                    <a:pt x="-364379" y="458208"/>
                    <a:pt x="-346410" y="457137"/>
                  </a:cubicBezTo>
                  <a:cubicBezTo>
                    <a:pt x="-328237" y="456053"/>
                    <a:pt x="-310373" y="455632"/>
                    <a:pt x="-292336" y="455718"/>
                  </a:cubicBezTo>
                  <a:cubicBezTo>
                    <a:pt x="-274054" y="455804"/>
                    <a:pt x="-256118" y="456576"/>
                    <a:pt x="-238028" y="457642"/>
                  </a:cubicBezTo>
                  <a:cubicBezTo>
                    <a:pt x="-219867" y="458712"/>
                    <a:pt x="-202027" y="459561"/>
                    <a:pt x="-184008" y="460023"/>
                  </a:cubicBezTo>
                  <a:cubicBezTo>
                    <a:pt x="-165852" y="460488"/>
                    <a:pt x="-148019" y="460274"/>
                    <a:pt x="-130029" y="459723"/>
                  </a:cubicBezTo>
                  <a:cubicBezTo>
                    <a:pt x="-111859" y="459167"/>
                    <a:pt x="-94018" y="458625"/>
                    <a:pt x="-76007" y="458323"/>
                  </a:cubicBezTo>
                  <a:cubicBezTo>
                    <a:pt x="-56420" y="457995"/>
                    <a:pt x="-38179" y="454227"/>
                    <a:pt x="-20714" y="446577"/>
                  </a:cubicBezTo>
                  <a:cubicBezTo>
                    <a:pt x="-4357" y="439412"/>
                    <a:pt x="5071" y="427183"/>
                    <a:pt x="8746" y="411541"/>
                  </a:cubicBezTo>
                  <a:cubicBezTo>
                    <a:pt x="12918" y="393785"/>
                    <a:pt x="11206" y="375720"/>
                    <a:pt x="9392" y="357561"/>
                  </a:cubicBezTo>
                  <a:cubicBezTo>
                    <a:pt x="7584" y="339458"/>
                    <a:pt x="6489" y="321622"/>
                    <a:pt x="5459" y="303618"/>
                  </a:cubicBezTo>
                  <a:cubicBezTo>
                    <a:pt x="4422" y="285485"/>
                    <a:pt x="3684" y="267666"/>
                    <a:pt x="3242" y="249673"/>
                  </a:cubicBezTo>
                  <a:cubicBezTo>
                    <a:pt x="2795" y="231515"/>
                    <a:pt x="2617" y="213677"/>
                    <a:pt x="2445" y="195676"/>
                  </a:cubicBezTo>
                  <a:cubicBezTo>
                    <a:pt x="2272" y="177510"/>
                    <a:pt x="1996" y="159670"/>
                    <a:pt x="1634" y="141669"/>
                  </a:cubicBezTo>
                  <a:cubicBezTo>
                    <a:pt x="1268" y="123511"/>
                    <a:pt x="986" y="105677"/>
                    <a:pt x="869" y="87678"/>
                  </a:cubicBezTo>
                  <a:cubicBezTo>
                    <a:pt x="711" y="63486"/>
                    <a:pt x="-6505" y="37901"/>
                    <a:pt x="4174" y="16193"/>
                  </a:cubicBezTo>
                  <a:close/>
                </a:path>
              </a:pathLst>
            </a:custGeom>
            <a:solidFill>
              <a:srgbClr val="F9EACE"/>
            </a:solidFill>
            <a:ln w="9000" cap="flat">
              <a:solidFill>
                <a:srgbClr val="38A7B0"/>
              </a:solidFill>
              <a:round/>
            </a:ln>
          </p:spPr>
          <p:txBody>
            <a:bodyPr anchor="ctr" lIns="0" wrap="square" rtlCol="0" rIns="0" tIns="0" bIns="11000"/>
            <a:lstStyle/>
            <a:p>
              <a:pPr algn="ctr">
                <a:lnSpc>
                  <a:spcPct val="100000"/>
                </a:lnSpc>
              </a:pPr>
              <a:r>
                <a:rPr sz="1440">
                  <a:solidFill>
                    <a:srgbClr val="0070C0"/>
                  </a:solidFill>
                  <a:latin typeface="標楷體"/>
                </a:rPr>
                <a:t>語言模型參數極為龐大，商業公司預訓練完成後發布。可用於後續開發各式應用。</a:t>
              </a:r>
            </a:p>
          </p:txBody>
        </p:sp>
        <p:sp>
          <p:nvSpPr>
            <p:cNvPr id="331" name="Callout"/>
            <p:cNvSpPr/>
            <p:nvPr/>
          </p:nvSpPr>
          <p:spPr>
            <a:xfrm>
              <a:off x="2704041" y="4019637"/>
              <a:ext cy="1512000" cx="2339406"/>
            </a:xfrm>
            <a:custGeom>
              <a:avLst/>
              <a:gdLst>
                <a:gd fmla="*/ 119700 w 2339406" name="rtl"/>
                <a:gd fmla="*/ 80100 h 1512000" name="rtt"/>
                <a:gd fmla="*/ 2243044 w 2339406" name="rtr"/>
                <a:gd fmla="*/ 1448100 h 1512000" name="rtb"/>
              </a:gdLst>
              <a:ahLst/>
              <a:cxnLst/>
              <a:rect r="rtr" b="rtb" l="rtl" t="rtt"/>
              <a:pathLst>
                <a:path w="2339406" h="1512000">
                  <a:moveTo>
                    <a:pt x="-580847" y="601463"/>
                  </a:moveTo>
                  <a:cubicBezTo>
                    <a:pt x="-555768" y="602717"/>
                    <a:pt x="-537945" y="603562"/>
                    <a:pt x="-519956" y="604369"/>
                  </a:cubicBezTo>
                  <a:cubicBezTo>
                    <a:pt x="-501806" y="605183"/>
                    <a:pt x="-483974" y="605588"/>
                    <a:pt x="-465972" y="605630"/>
                  </a:cubicBezTo>
                  <a:cubicBezTo>
                    <a:pt x="-447664" y="605630"/>
                    <a:pt x="-429728" y="604734"/>
                    <a:pt x="-411665" y="603145"/>
                  </a:cubicBezTo>
                  <a:cubicBezTo>
                    <a:pt x="-393473" y="601545"/>
                    <a:pt x="-375642" y="599623"/>
                    <a:pt x="-357627" y="597862"/>
                  </a:cubicBezTo>
                  <a:cubicBezTo>
                    <a:pt x="-339547" y="596096"/>
                    <a:pt x="-321747" y="595103"/>
                    <a:pt x="-303758" y="594651"/>
                  </a:cubicBezTo>
                  <a:cubicBezTo>
                    <a:pt x="-285597" y="594195"/>
                    <a:pt x="-267754" y="594172"/>
                    <a:pt x="-249749" y="594145"/>
                  </a:cubicBezTo>
                  <a:cubicBezTo>
                    <a:pt x="-231587" y="594145"/>
                    <a:pt x="-213751" y="594224"/>
                    <a:pt x="-195754" y="594487"/>
                  </a:cubicBezTo>
                  <a:cubicBezTo>
                    <a:pt x="-177590" y="594752"/>
                    <a:pt x="-159757" y="595267"/>
                    <a:pt x="-141764" y="595878"/>
                  </a:cubicBezTo>
                  <a:cubicBezTo>
                    <a:pt x="-123599" y="596496"/>
                    <a:pt x="-105767" y="597277"/>
                    <a:pt x="-87777" y="598187"/>
                  </a:cubicBezTo>
                  <a:cubicBezTo>
                    <a:pt x="-70039" y="599085"/>
                    <a:pt x="-52625" y="599222"/>
                    <a:pt x="-35074" y="598506"/>
                  </a:cubicBezTo>
                  <a:cubicBezTo>
                    <a:pt x="-17565" y="597791"/>
                    <a:pt x="-6227" y="590669"/>
                    <a:pt x="-788" y="577617"/>
                  </a:cubicBezTo>
                  <a:cubicBezTo>
                    <a:pt x="6222" y="560793"/>
                    <a:pt x="5344" y="542464"/>
                    <a:pt x="4511" y="524101"/>
                  </a:cubicBezTo>
                  <a:cubicBezTo>
                    <a:pt x="3688" y="505955"/>
                    <a:pt x="3733" y="488112"/>
                    <a:pt x="3656" y="470108"/>
                  </a:cubicBezTo>
                  <a:cubicBezTo>
                    <a:pt x="3578" y="451934"/>
                    <a:pt x="3144" y="434092"/>
                    <a:pt x="2569" y="416089"/>
                  </a:cubicBezTo>
                  <a:cubicBezTo>
                    <a:pt x="1989" y="397936"/>
                    <a:pt x="1538" y="380106"/>
                    <a:pt x="1291" y="362109"/>
                  </a:cubicBezTo>
                  <a:cubicBezTo>
                    <a:pt x="1042" y="343946"/>
                    <a:pt x="1135" y="326106"/>
                    <a:pt x="1386" y="308105"/>
                  </a:cubicBezTo>
                  <a:cubicBezTo>
                    <a:pt x="1639" y="289944"/>
                    <a:pt x="1796" y="272108"/>
                    <a:pt x="1751" y="254109"/>
                  </a:cubicBezTo>
                  <a:cubicBezTo>
                    <a:pt x="1705" y="235945"/>
                    <a:pt x="1464" y="218108"/>
                    <a:pt x="1207" y="200107"/>
                  </a:cubicBezTo>
                  <a:cubicBezTo>
                    <a:pt x="948" y="181947"/>
                    <a:pt x="757" y="164110"/>
                    <a:pt x="616" y="146110"/>
                  </a:cubicBezTo>
                  <a:cubicBezTo>
                    <a:pt x="475" y="127940"/>
                    <a:pt x="212" y="110098"/>
                    <a:pt x="-225" y="92095"/>
                  </a:cubicBezTo>
                  <a:cubicBezTo>
                    <a:pt x="-810" y="67910"/>
                    <a:pt x="-6369" y="43184"/>
                    <a:pt x="1730" y="20388"/>
                  </a:cubicBezTo>
                  <a:cubicBezTo>
                    <a:pt x="4670" y="12112"/>
                    <a:pt x="10151" y="6658"/>
                    <a:pt x="18233" y="3971"/>
                  </a:cubicBezTo>
                  <a:cubicBezTo>
                    <a:pt x="35519" y="-1775"/>
                    <a:pt x="53747" y="652"/>
                    <a:pt x="72025" y="2131"/>
                  </a:cubicBezTo>
                  <a:cubicBezTo>
                    <a:pt x="90133" y="3597"/>
                    <a:pt x="107990" y="3177"/>
                    <a:pt x="126005" y="2748"/>
                  </a:cubicBezTo>
                  <a:cubicBezTo>
                    <a:pt x="144163" y="2317"/>
                    <a:pt x="162000" y="2166"/>
                    <a:pt x="180001" y="2058"/>
                  </a:cubicBezTo>
                  <a:cubicBezTo>
                    <a:pt x="198174" y="1950"/>
                    <a:pt x="216018" y="1647"/>
                    <a:pt x="234021" y="1130"/>
                  </a:cubicBezTo>
                  <a:cubicBezTo>
                    <a:pt x="252201" y="607"/>
                    <a:pt x="270046" y="-182"/>
                    <a:pt x="288049" y="-1083"/>
                  </a:cubicBezTo>
                  <a:cubicBezTo>
                    <a:pt x="306188" y="-1991"/>
                    <a:pt x="324010" y="-2655"/>
                    <a:pt x="342003" y="-3025"/>
                  </a:cubicBezTo>
                  <a:cubicBezTo>
                    <a:pt x="360187" y="-3400"/>
                    <a:pt x="378040" y="-3099"/>
                    <a:pt x="396047" y="-2373"/>
                  </a:cubicBezTo>
                  <a:cubicBezTo>
                    <a:pt x="414212" y="-1640"/>
                    <a:pt x="432042" y="-679"/>
                    <a:pt x="450039" y="214"/>
                  </a:cubicBezTo>
                  <a:cubicBezTo>
                    <a:pt x="468179" y="1114"/>
                    <a:pt x="486007" y="1681"/>
                    <a:pt x="504004" y="2030"/>
                  </a:cubicBezTo>
                  <a:cubicBezTo>
                    <a:pt x="522172" y="2382"/>
                    <a:pt x="540014" y="2266"/>
                    <a:pt x="558017" y="1848"/>
                  </a:cubicBezTo>
                  <a:cubicBezTo>
                    <a:pt x="576223" y="1426"/>
                    <a:pt x="594083" y="523"/>
                    <a:pt x="612092" y="-656"/>
                  </a:cubicBezTo>
                  <a:cubicBezTo>
                    <a:pt x="630230" y="-1843"/>
                    <a:pt x="648043" y="-2966"/>
                    <a:pt x="666032" y="-3860"/>
                  </a:cubicBezTo>
                  <a:cubicBezTo>
                    <a:pt x="684175" y="-4761"/>
                    <a:pt x="702006" y="-5045"/>
                    <a:pt x="720005" y="-4941"/>
                  </a:cubicBezTo>
                  <a:cubicBezTo>
                    <a:pt x="738243" y="-4835"/>
                    <a:pt x="756124" y="-3952"/>
                    <a:pt x="774142" y="-2565"/>
                  </a:cubicBezTo>
                  <a:cubicBezTo>
                    <a:pt x="792330" y="-1165"/>
                    <a:pt x="810161" y="564"/>
                    <a:pt x="828159" y="2294"/>
                  </a:cubicBezTo>
                  <a:cubicBezTo>
                    <a:pt x="846237" y="4032"/>
                    <a:pt x="864026" y="5154"/>
                    <a:pt x="882007" y="5745"/>
                  </a:cubicBezTo>
                  <a:cubicBezTo>
                    <a:pt x="900189" y="6343"/>
                    <a:pt x="918045" y="6028"/>
                    <a:pt x="936054" y="5240"/>
                  </a:cubicBezTo>
                  <a:cubicBezTo>
                    <a:pt x="954259" y="4442"/>
                    <a:pt x="972110" y="3188"/>
                    <a:pt x="990117" y="1780"/>
                  </a:cubicBezTo>
                  <a:cubicBezTo>
                    <a:pt x="1008228" y="364"/>
                    <a:pt x="1026031" y="-730"/>
                    <a:pt x="1044016" y="-1453"/>
                  </a:cubicBezTo>
                  <a:cubicBezTo>
                    <a:pt x="1062164" y="-2182"/>
                    <a:pt x="1080000" y="-2382"/>
                    <a:pt x="1098000" y="-2386"/>
                  </a:cubicBezTo>
                  <a:cubicBezTo>
                    <a:pt x="1116164" y="-2386"/>
                    <a:pt x="1134002" y="-2223"/>
                    <a:pt x="1152003" y="-2011"/>
                  </a:cubicBezTo>
                  <a:cubicBezTo>
                    <a:pt x="1170164" y="-1797"/>
                    <a:pt x="1188001" y="-1610"/>
                    <a:pt x="1206001" y="-1470"/>
                  </a:cubicBezTo>
                  <a:cubicBezTo>
                    <a:pt x="1224164" y="-1328"/>
                    <a:pt x="1242002" y="-1181"/>
                    <a:pt x="1260003" y="-979"/>
                  </a:cubicBezTo>
                  <a:cubicBezTo>
                    <a:pt x="1278201" y="-774"/>
                    <a:pt x="1296060" y="-183"/>
                    <a:pt x="1314069" y="764"/>
                  </a:cubicBezTo>
                  <a:cubicBezTo>
                    <a:pt x="1332261" y="1721"/>
                    <a:pt x="1350105" y="3017"/>
                    <a:pt x="1368108" y="4400"/>
                  </a:cubicBezTo>
                  <a:cubicBezTo>
                    <a:pt x="1386218" y="5792"/>
                    <a:pt x="1404022" y="6776"/>
                    <a:pt x="1422008" y="7346"/>
                  </a:cubicBezTo>
                  <a:cubicBezTo>
                    <a:pt x="1440173" y="7923"/>
                    <a:pt x="1458019" y="7790"/>
                    <a:pt x="1476023" y="7301"/>
                  </a:cubicBezTo>
                  <a:cubicBezTo>
                    <a:pt x="1494232" y="6806"/>
                    <a:pt x="1512093" y="5818"/>
                    <a:pt x="1530103" y="4562"/>
                  </a:cubicBezTo>
                  <a:cubicBezTo>
                    <a:pt x="1548239" y="3298"/>
                    <a:pt x="1566051" y="2102"/>
                    <a:pt x="1584040" y="1127"/>
                  </a:cubicBezTo>
                  <a:cubicBezTo>
                    <a:pt x="1602185" y="144"/>
                    <a:pt x="1620019" y="-533"/>
                    <a:pt x="1638019" y="-1139"/>
                  </a:cubicBezTo>
                  <a:cubicBezTo>
                    <a:pt x="1656235" y="-1753"/>
                    <a:pt x="1674105" y="-2673"/>
                    <a:pt x="1692120" y="-3965"/>
                  </a:cubicBezTo>
                  <a:cubicBezTo>
                    <a:pt x="1710277" y="-5267"/>
                    <a:pt x="1728096" y="-6723"/>
                    <a:pt x="1746088" y="-8065"/>
                  </a:cubicBezTo>
                  <a:cubicBezTo>
                    <a:pt x="1764198" y="-9416"/>
                    <a:pt x="1782011" y="-10110"/>
                    <a:pt x="1800001" y="-10305"/>
                  </a:cubicBezTo>
                  <a:cubicBezTo>
                    <a:pt x="1818174" y="-10503"/>
                    <a:pt x="1836019" y="-10113"/>
                    <a:pt x="1854023" y="-9530"/>
                  </a:cubicBezTo>
                  <a:cubicBezTo>
                    <a:pt x="1872191" y="-8942"/>
                    <a:pt x="1890029" y="-8242"/>
                    <a:pt x="1908029" y="-7516"/>
                  </a:cubicBezTo>
                  <a:cubicBezTo>
                    <a:pt x="1926179" y="-6785"/>
                    <a:pt x="1944008" y="-6226"/>
                    <a:pt x="1962006" y="-5829"/>
                  </a:cubicBezTo>
                  <a:cubicBezTo>
                    <a:pt x="1980235" y="-5426"/>
                    <a:pt x="1998114" y="-4667"/>
                    <a:pt x="2016132" y="-3386"/>
                  </a:cubicBezTo>
                  <a:cubicBezTo>
                    <a:pt x="2034365" y="-2089"/>
                    <a:pt x="2052221" y="-236"/>
                    <a:pt x="2070230" y="1772"/>
                  </a:cubicBezTo>
                  <a:cubicBezTo>
                    <a:pt x="2088300" y="3788"/>
                    <a:pt x="2106076" y="5394"/>
                    <a:pt x="2124051" y="6571"/>
                  </a:cubicBezTo>
                  <a:cubicBezTo>
                    <a:pt x="2142175" y="7757"/>
                    <a:pt x="2160003" y="8203"/>
                    <a:pt x="2178000" y="8299"/>
                  </a:cubicBezTo>
                  <a:cubicBezTo>
                    <a:pt x="2196167" y="8396"/>
                    <a:pt x="2214008" y="8137"/>
                    <a:pt x="2232009" y="7765"/>
                  </a:cubicBezTo>
                  <a:cubicBezTo>
                    <a:pt x="2250180" y="7389"/>
                    <a:pt x="2268021" y="6873"/>
                    <a:pt x="2286023" y="6264"/>
                  </a:cubicBezTo>
                  <a:cubicBezTo>
                    <a:pt x="2298628" y="5837"/>
                    <a:pt x="2308836" y="8563"/>
                    <a:pt x="2316754" y="14538"/>
                  </a:cubicBezTo>
                  <a:cubicBezTo>
                    <a:pt x="2331377" y="25575"/>
                    <a:pt x="2334211" y="44138"/>
                    <a:pt x="2334868" y="63004"/>
                  </a:cubicBezTo>
                  <a:cubicBezTo>
                    <a:pt x="2335500" y="81176"/>
                    <a:pt x="2335802" y="99029"/>
                    <a:pt x="2336415" y="117037"/>
                  </a:cubicBezTo>
                  <a:cubicBezTo>
                    <a:pt x="2337034" y="135192"/>
                    <a:pt x="2337782" y="153017"/>
                    <a:pt x="2338341" y="171011"/>
                  </a:cubicBezTo>
                  <a:cubicBezTo>
                    <a:pt x="2338905" y="189173"/>
                    <a:pt x="2339328" y="207015"/>
                    <a:pt x="2339829" y="225017"/>
                  </a:cubicBezTo>
                  <a:cubicBezTo>
                    <a:pt x="2340335" y="243218"/>
                    <a:pt x="2341182" y="261077"/>
                    <a:pt x="2342306" y="279086"/>
                  </a:cubicBezTo>
                  <a:cubicBezTo>
                    <a:pt x="2343438" y="297225"/>
                    <a:pt x="2344523" y="315039"/>
                    <a:pt x="2345373" y="333029"/>
                  </a:cubicBezTo>
                  <a:cubicBezTo>
                    <a:pt x="2346232" y="351171"/>
                    <a:pt x="2346567" y="369002"/>
                    <a:pt x="2346618" y="387000"/>
                  </a:cubicBezTo>
                  <a:cubicBezTo>
                    <a:pt x="2346669" y="405165"/>
                    <a:pt x="2346459" y="423003"/>
                    <a:pt x="2346194" y="441004"/>
                  </a:cubicBezTo>
                  <a:cubicBezTo>
                    <a:pt x="2345927" y="459165"/>
                    <a:pt x="2345722" y="477001"/>
                    <a:pt x="2345591" y="495000"/>
                  </a:cubicBezTo>
                  <a:cubicBezTo>
                    <a:pt x="2345458" y="513165"/>
                    <a:pt x="2345301" y="531004"/>
                    <a:pt x="2345048" y="549005"/>
                  </a:cubicBezTo>
                  <a:cubicBezTo>
                    <a:pt x="2344792" y="567212"/>
                    <a:pt x="2344094" y="585076"/>
                    <a:pt x="2343017" y="603087"/>
                  </a:cubicBezTo>
                  <a:cubicBezTo>
                    <a:pt x="2341933" y="621239"/>
                    <a:pt x="2340736" y="639057"/>
                    <a:pt x="2339692" y="657049"/>
                  </a:cubicBezTo>
                  <a:cubicBezTo>
                    <a:pt x="2338641" y="675181"/>
                    <a:pt x="2338066" y="693006"/>
                    <a:pt x="2337780" y="711002"/>
                  </a:cubicBezTo>
                  <a:cubicBezTo>
                    <a:pt x="2337490" y="729219"/>
                    <a:pt x="2338000" y="747090"/>
                    <a:pt x="2339102" y="765105"/>
                  </a:cubicBezTo>
                  <a:cubicBezTo>
                    <a:pt x="2340217" y="783315"/>
                    <a:pt x="2341843" y="801160"/>
                    <a:pt x="2343560" y="819164"/>
                  </a:cubicBezTo>
                  <a:cubicBezTo>
                    <a:pt x="2345286" y="837250"/>
                    <a:pt x="2346549" y="855040"/>
                    <a:pt x="2347372" y="873021"/>
                  </a:cubicBezTo>
                  <a:cubicBezTo>
                    <a:pt x="2348203" y="891169"/>
                    <a:pt x="2348295" y="909008"/>
                    <a:pt x="2348026" y="927010"/>
                  </a:cubicBezTo>
                  <a:cubicBezTo>
                    <a:pt x="2347755" y="945191"/>
                    <a:pt x="2347098" y="963037"/>
                    <a:pt x="2346292" y="981041"/>
                  </a:cubicBezTo>
                  <a:cubicBezTo>
                    <a:pt x="2345479" y="999188"/>
                    <a:pt x="2344792" y="1017013"/>
                    <a:pt x="2344303" y="1035008"/>
                  </a:cubicBezTo>
                  <a:cubicBezTo>
                    <a:pt x="2344139" y="1041035"/>
                    <a:pt x="2344014" y="1047027"/>
                    <a:pt x="2343920" y="1053002"/>
                  </a:cubicBezTo>
                  <a:cubicBezTo>
                    <a:pt x="2343542" y="1077191"/>
                    <a:pt x="2343596" y="1100810"/>
                    <a:pt x="2344038" y="1124998"/>
                  </a:cubicBezTo>
                  <a:cubicBezTo>
                    <a:pt x="2344147" y="1130998"/>
                    <a:pt x="2344279" y="1136997"/>
                    <a:pt x="2344426" y="1143014"/>
                  </a:cubicBezTo>
                  <a:cubicBezTo>
                    <a:pt x="2344873" y="1161182"/>
                    <a:pt x="2345447" y="1179021"/>
                    <a:pt x="2346065" y="1197022"/>
                  </a:cubicBezTo>
                  <a:cubicBezTo>
                    <a:pt x="2346687" y="1215173"/>
                    <a:pt x="2347119" y="1233004"/>
                    <a:pt x="2347353" y="1251001"/>
                  </a:cubicBezTo>
                  <a:cubicBezTo>
                    <a:pt x="2347590" y="1269178"/>
                    <a:pt x="2347337" y="1287025"/>
                    <a:pt x="2346757" y="1305029"/>
                  </a:cubicBezTo>
                  <a:cubicBezTo>
                    <a:pt x="2346171" y="1323193"/>
                    <a:pt x="2345418" y="1341025"/>
                    <a:pt x="2344726" y="1359023"/>
                  </a:cubicBezTo>
                  <a:cubicBezTo>
                    <a:pt x="2344029" y="1377174"/>
                    <a:pt x="2343557" y="1395006"/>
                    <a:pt x="2343209" y="1413005"/>
                  </a:cubicBezTo>
                  <a:cubicBezTo>
                    <a:pt x="2342859" y="1431172"/>
                    <a:pt x="2342506" y="1449013"/>
                    <a:pt x="2342044" y="1467015"/>
                  </a:cubicBezTo>
                  <a:cubicBezTo>
                    <a:pt x="2341668" y="1481681"/>
                    <a:pt x="2337080" y="1492489"/>
                    <a:pt x="2328201" y="1499592"/>
                  </a:cubicBezTo>
                  <a:cubicBezTo>
                    <a:pt x="2313913" y="1511023"/>
                    <a:pt x="2295151" y="1511335"/>
                    <a:pt x="2276391" y="1510632"/>
                  </a:cubicBezTo>
                  <a:cubicBezTo>
                    <a:pt x="2258241" y="1509953"/>
                    <a:pt x="2240405" y="1509711"/>
                    <a:pt x="2222405" y="1509568"/>
                  </a:cubicBezTo>
                  <a:cubicBezTo>
                    <a:pt x="2204232" y="1509424"/>
                    <a:pt x="2186389" y="1509130"/>
                    <a:pt x="2168386" y="1508634"/>
                  </a:cubicBezTo>
                  <a:cubicBezTo>
                    <a:pt x="2150211" y="1508132"/>
                    <a:pt x="2132370" y="1507406"/>
                    <a:pt x="2114368" y="1506608"/>
                  </a:cubicBezTo>
                  <a:cubicBezTo>
                    <a:pt x="2096223" y="1505804"/>
                    <a:pt x="2078397" y="1505206"/>
                    <a:pt x="2060402" y="1504832"/>
                  </a:cubicBezTo>
                  <a:cubicBezTo>
                    <a:pt x="2042239" y="1504455"/>
                    <a:pt x="2024399" y="1504507"/>
                    <a:pt x="2006397" y="1504793"/>
                  </a:cubicBezTo>
                  <a:cubicBezTo>
                    <a:pt x="1988232" y="1505081"/>
                    <a:pt x="1970395" y="1505531"/>
                    <a:pt x="1952395" y="1505983"/>
                  </a:cubicBezTo>
                  <a:cubicBezTo>
                    <a:pt x="1934237" y="1506438"/>
                    <a:pt x="1916401" y="1506797"/>
                    <a:pt x="1898402" y="1507091"/>
                  </a:cubicBezTo>
                  <a:cubicBezTo>
                    <a:pt x="1880239" y="1507388"/>
                    <a:pt x="1862400" y="1507404"/>
                    <a:pt x="1844400" y="1507191"/>
                  </a:cubicBezTo>
                  <a:cubicBezTo>
                    <a:pt x="1826217" y="1506976"/>
                    <a:pt x="1808369" y="1506395"/>
                    <a:pt x="1790364" y="1505615"/>
                  </a:cubicBezTo>
                  <a:cubicBezTo>
                    <a:pt x="1772199" y="1504829"/>
                    <a:pt x="1754363" y="1503935"/>
                    <a:pt x="1736364" y="1503049"/>
                  </a:cubicBezTo>
                  <a:cubicBezTo>
                    <a:pt x="1718222" y="1502156"/>
                    <a:pt x="1700397" y="1501735"/>
                    <a:pt x="1682402" y="1501748"/>
                  </a:cubicBezTo>
                  <a:cubicBezTo>
                    <a:pt x="1664165" y="1501748"/>
                    <a:pt x="1646284" y="1502616"/>
                    <a:pt x="1628266" y="1503991"/>
                  </a:cubicBezTo>
                  <a:cubicBezTo>
                    <a:pt x="1610088" y="1505377"/>
                    <a:pt x="1592263" y="1507049"/>
                    <a:pt x="1574267" y="1508684"/>
                  </a:cubicBezTo>
                  <a:cubicBezTo>
                    <a:pt x="1556179" y="1510327"/>
                    <a:pt x="1538382" y="1511377"/>
                    <a:pt x="1520399" y="1511946"/>
                  </a:cubicBezTo>
                  <a:cubicBezTo>
                    <a:pt x="1502222" y="1512521"/>
                    <a:pt x="1484370" y="1512267"/>
                    <a:pt x="1466363" y="1511576"/>
                  </a:cubicBezTo>
                  <a:cubicBezTo>
                    <a:pt x="1448149" y="1510876"/>
                    <a:pt x="1430291" y="1509675"/>
                    <a:pt x="1412281" y="1508254"/>
                  </a:cubicBezTo>
                  <a:cubicBezTo>
                    <a:pt x="1394154" y="1506824"/>
                    <a:pt x="1376345" y="1505525"/>
                    <a:pt x="1358357" y="1504458"/>
                  </a:cubicBezTo>
                  <a:cubicBezTo>
                    <a:pt x="1340191" y="1503380"/>
                    <a:pt x="1322345" y="1503301"/>
                    <a:pt x="1304341" y="1504004"/>
                  </a:cubicBezTo>
                  <a:cubicBezTo>
                    <a:pt x="1285977" y="1504720"/>
                    <a:pt x="1268041" y="1506621"/>
                    <a:pt x="1250000" y="1509118"/>
                  </a:cubicBezTo>
                  <a:cubicBezTo>
                    <a:pt x="1231852" y="1511629"/>
                    <a:pt x="1214065" y="1514314"/>
                    <a:pt x="1196083" y="1516849"/>
                  </a:cubicBezTo>
                  <a:cubicBezTo>
                    <a:pt x="1178102" y="1519383"/>
                    <a:pt x="1160362" y="1520702"/>
                    <a:pt x="1142402" y="1521022"/>
                  </a:cubicBezTo>
                  <a:cubicBezTo>
                    <a:pt x="1124121" y="1521349"/>
                    <a:pt x="1106212" y="1520222"/>
                    <a:pt x="1088181" y="1518447"/>
                  </a:cubicBezTo>
                  <a:cubicBezTo>
                    <a:pt x="1070008" y="1516659"/>
                    <a:pt x="1052195" y="1514588"/>
                    <a:pt x="1034205" y="1512602"/>
                  </a:cubicBezTo>
                  <a:cubicBezTo>
                    <a:pt x="1016147" y="1510608"/>
                    <a:pt x="998365" y="1509285"/>
                    <a:pt x="980386" y="1508465"/>
                  </a:cubicBezTo>
                  <a:cubicBezTo>
                    <a:pt x="962242" y="1507637"/>
                    <a:pt x="944406" y="1507352"/>
                    <a:pt x="926405" y="1507189"/>
                  </a:cubicBezTo>
                  <a:cubicBezTo>
                    <a:pt x="908242" y="1507025"/>
                    <a:pt x="890403" y="1507047"/>
                    <a:pt x="872403" y="1507204"/>
                  </a:cubicBezTo>
                  <a:cubicBezTo>
                    <a:pt x="854240" y="1507362"/>
                    <a:pt x="836402" y="1507619"/>
                    <a:pt x="818402" y="1507875"/>
                  </a:cubicBezTo>
                  <a:cubicBezTo>
                    <a:pt x="800242" y="1508133"/>
                    <a:pt x="782405" y="1508316"/>
                    <a:pt x="764405" y="1508443"/>
                  </a:cubicBezTo>
                  <a:cubicBezTo>
                    <a:pt x="746242" y="1508571"/>
                    <a:pt x="728403" y="1508706"/>
                    <a:pt x="710403" y="1508897"/>
                  </a:cubicBezTo>
                  <a:cubicBezTo>
                    <a:pt x="692240" y="1509090"/>
                    <a:pt x="674402" y="1509336"/>
                    <a:pt x="656402" y="1509590"/>
                  </a:cubicBezTo>
                  <a:cubicBezTo>
                    <a:pt x="638241" y="1509846"/>
                    <a:pt x="620404" y="1510051"/>
                    <a:pt x="602404" y="1510211"/>
                  </a:cubicBezTo>
                  <a:cubicBezTo>
                    <a:pt x="584233" y="1510373"/>
                    <a:pt x="566390" y="1510669"/>
                    <a:pt x="548387" y="1511147"/>
                  </a:cubicBezTo>
                  <a:cubicBezTo>
                    <a:pt x="530212" y="1511630"/>
                    <a:pt x="512369" y="1512341"/>
                    <a:pt x="494367" y="1513146"/>
                  </a:cubicBezTo>
                  <a:cubicBezTo>
                    <a:pt x="476222" y="1513957"/>
                    <a:pt x="458397" y="1514569"/>
                    <a:pt x="440402" y="1514942"/>
                  </a:cubicBezTo>
                  <a:cubicBezTo>
                    <a:pt x="422233" y="1515320"/>
                    <a:pt x="404389" y="1515177"/>
                    <a:pt x="386386" y="1514718"/>
                  </a:cubicBezTo>
                  <a:cubicBezTo>
                    <a:pt x="368189" y="1514255"/>
                    <a:pt x="350336" y="1513368"/>
                    <a:pt x="332328" y="1512270"/>
                  </a:cubicBezTo>
                  <a:cubicBezTo>
                    <a:pt x="314184" y="1511164"/>
                    <a:pt x="296363" y="1510106"/>
                    <a:pt x="278369" y="1509208"/>
                  </a:cubicBezTo>
                  <a:cubicBezTo>
                    <a:pt x="260213" y="1508302"/>
                    <a:pt x="242376" y="1508151"/>
                    <a:pt x="224376" y="1508597"/>
                  </a:cubicBezTo>
                  <a:cubicBezTo>
                    <a:pt x="206178" y="1509047"/>
                    <a:pt x="188329" y="1510089"/>
                    <a:pt x="170325" y="1511271"/>
                  </a:cubicBezTo>
                  <a:cubicBezTo>
                    <a:pt x="152199" y="1512460"/>
                    <a:pt x="134387" y="1513339"/>
                    <a:pt x="116398" y="1513879"/>
                  </a:cubicBezTo>
                  <a:cubicBezTo>
                    <a:pt x="98243" y="1514425"/>
                    <a:pt x="80405" y="1514626"/>
                    <a:pt x="62404" y="1514785"/>
                  </a:cubicBezTo>
                  <a:cubicBezTo>
                    <a:pt x="45867" y="1514931"/>
                    <a:pt x="31648" y="1510734"/>
                    <a:pt x="19448" y="1502052"/>
                  </a:cubicBezTo>
                  <a:cubicBezTo>
                    <a:pt x="4651" y="1491522"/>
                    <a:pt x="-2080" y="1475470"/>
                    <a:pt x="-4920" y="1457895"/>
                  </a:cubicBezTo>
                  <a:cubicBezTo>
                    <a:pt x="-7820" y="1439956"/>
                    <a:pt x="-7754" y="1422052"/>
                    <a:pt x="-7593" y="1403999"/>
                  </a:cubicBezTo>
                  <a:cubicBezTo>
                    <a:pt x="-7430" y="1385795"/>
                    <a:pt x="-7040" y="1367932"/>
                    <a:pt x="-6129" y="1349922"/>
                  </a:cubicBezTo>
                  <a:cubicBezTo>
                    <a:pt x="-5206" y="1331662"/>
                    <a:pt x="-3557" y="1313785"/>
                    <a:pt x="-1607" y="1295768"/>
                  </a:cubicBezTo>
                  <a:cubicBezTo>
                    <a:pt x="350" y="1277681"/>
                    <a:pt x="2063" y="1259904"/>
                    <a:pt x="3398" y="1241929"/>
                  </a:cubicBezTo>
                  <a:cubicBezTo>
                    <a:pt x="4744" y="1223816"/>
                    <a:pt x="5395" y="1205994"/>
                    <a:pt x="5718" y="1187998"/>
                  </a:cubicBezTo>
                  <a:cubicBezTo>
                    <a:pt x="6045" y="1169823"/>
                    <a:pt x="6370" y="1151976"/>
                    <a:pt x="6943" y="1133972"/>
                  </a:cubicBezTo>
                  <a:cubicBezTo>
                    <a:pt x="7521" y="1115796"/>
                    <a:pt x="8363" y="1097956"/>
                    <a:pt x="9259" y="1079955"/>
                  </a:cubicBezTo>
                  <a:cubicBezTo>
                    <a:pt x="9558" y="1073938"/>
                    <a:pt x="9809" y="1067955"/>
                    <a:pt x="10013" y="1061990"/>
                  </a:cubicBezTo>
                  <a:cubicBezTo>
                    <a:pt x="10836" y="1037812"/>
                    <a:pt x="10877" y="1014179"/>
                    <a:pt x="9848" y="990009"/>
                  </a:cubicBezTo>
                  <a:cubicBezTo>
                    <a:pt x="9592" y="983984"/>
                    <a:pt x="9282" y="977960"/>
                    <a:pt x="8930" y="971920"/>
                  </a:cubicBezTo>
                  <a:cubicBezTo>
                    <a:pt x="7873" y="953758"/>
                    <a:pt x="6661" y="935932"/>
                    <a:pt x="5527" y="917936"/>
                  </a:cubicBezTo>
                  <a:cubicBezTo>
                    <a:pt x="4384" y="899809"/>
                    <a:pt x="3661" y="881989"/>
                    <a:pt x="3233" y="863995"/>
                  </a:cubicBezTo>
                  <a:cubicBezTo>
                    <a:pt x="2800" y="845837"/>
                    <a:pt x="2620" y="827999"/>
                    <a:pt x="2447" y="809998"/>
                  </a:cubicBezTo>
                  <a:cubicBezTo>
                    <a:pt x="2272" y="791832"/>
                    <a:pt x="1996" y="773992"/>
                    <a:pt x="1633" y="755991"/>
                  </a:cubicBezTo>
                  <a:cubicBezTo>
                    <a:pt x="1318" y="740309"/>
                    <a:pt x="-2689" y="726595"/>
                    <a:pt x="-10464" y="714588"/>
                  </a:cubicBezTo>
                  <a:cubicBezTo>
                    <a:pt x="-20340" y="699337"/>
                    <a:pt x="-36047" y="691616"/>
                    <a:pt x="-53421" y="687411"/>
                  </a:cubicBezTo>
                  <a:cubicBezTo>
                    <a:pt x="-71102" y="683131"/>
                    <a:pt x="-88934" y="681437"/>
                    <a:pt x="-106911" y="679689"/>
                  </a:cubicBezTo>
                  <a:cubicBezTo>
                    <a:pt x="-124997" y="677931"/>
                    <a:pt x="-142709" y="675739"/>
                    <a:pt x="-160568" y="673410"/>
                  </a:cubicBezTo>
                  <a:cubicBezTo>
                    <a:pt x="-178581" y="671061"/>
                    <a:pt x="-196211" y="668364"/>
                    <a:pt x="-213946" y="665295"/>
                  </a:cubicBezTo>
                  <a:cubicBezTo>
                    <a:pt x="-231915" y="662185"/>
                    <a:pt x="-249410" y="658399"/>
                    <a:pt x="-266964" y="654117"/>
                  </a:cubicBezTo>
                  <a:cubicBezTo>
                    <a:pt x="-284686" y="649794"/>
                    <a:pt x="-302003" y="645207"/>
                    <a:pt x="-319481" y="640578"/>
                  </a:cubicBezTo>
                  <a:cubicBezTo>
                    <a:pt x="-337042" y="635928"/>
                    <a:pt x="-354401" y="631849"/>
                    <a:pt x="-372022" y="628192"/>
                  </a:cubicBezTo>
                  <a:cubicBezTo>
                    <a:pt x="-389809" y="624500"/>
                    <a:pt x="-407400" y="621535"/>
                    <a:pt x="-425201" y="618838"/>
                  </a:cubicBezTo>
                  <a:cubicBezTo>
                    <a:pt x="-443158" y="616117"/>
                    <a:pt x="-460805" y="613523"/>
                    <a:pt x="-478596" y="610784"/>
                  </a:cubicBezTo>
                  <a:cubicBezTo>
                    <a:pt x="-496546" y="608020"/>
                    <a:pt x="-514151" y="605149"/>
                    <a:pt x="-531912" y="602219"/>
                  </a:cubicBezTo>
                  <a:cubicBezTo>
                    <a:pt x="-555781" y="598282"/>
                    <a:pt x="-605009" y="600256"/>
                    <a:pt x="-580847" y="601463"/>
                  </a:cubicBezTo>
                  <a:close/>
                </a:path>
              </a:pathLst>
            </a:custGeom>
            <a:solidFill>
              <a:srgbClr val="F9EACE"/>
            </a:solidFill>
            <a:ln w="9000" cap="flat">
              <a:solidFill>
                <a:srgbClr val="38A7B0"/>
              </a:solidFill>
              <a:round/>
            </a:ln>
          </p:spPr>
          <p:txBody>
            <a:bodyPr anchor="ctr" lIns="0" wrap="square" rtlCol="0" rIns="0" tIns="0" bIns="11000"/>
            <a:lstStyle/>
            <a:p>
              <a:pPr algn="ctr">
                <a:lnSpc>
                  <a:spcPct val="100000"/>
                </a:lnSpc>
              </a:pPr>
              <a:r>
                <a:rPr sz="1440">
                  <a:solidFill>
                    <a:srgbClr val="0070C0"/>
                  </a:solidFill>
                  <a:latin typeface="標楷體"/>
                </a:rPr>
                <a:t>在語言模型後面添加少量參數，組成實務模型架構。再</a:t>
              </a:r>
              <a:r>
                <a:rPr sz="1440">
                  <a:solidFill>
                    <a:srgbClr val="C00000"/>
                  </a:solidFill>
                  <a:latin typeface="標楷體"/>
                </a:rPr>
                <a:t>用標註的任務訓練資料，</a:t>
              </a:r>
              <a:r>
                <a:rPr sz="1440">
                  <a:solidFill>
                    <a:srgbClr val="0070C0"/>
                  </a:solidFill>
                  <a:latin typeface="標楷體"/>
                </a:rPr>
                <a:t>讓演算法自動</a:t>
              </a:r>
              <a:r>
                <a:rPr sz="1440">
                  <a:solidFill>
                    <a:srgbClr val="C00000"/>
                  </a:solidFill>
                  <a:latin typeface="標楷體"/>
                </a:rPr>
                <a:t>調整這些少量關鍵參數</a:t>
              </a:r>
              <a:r>
                <a:rPr sz="1440">
                  <a:solidFill>
                    <a:srgbClr val="0070C0"/>
                  </a:solidFill>
                  <a:latin typeface="標楷體"/>
                </a:rPr>
                <a:t>。</a:t>
              </a:r>
            </a:p>
          </p:txBody>
        </p:sp>
        <p:sp>
          <p:nvSpPr>
            <p:cNvPr id="273" name="MainTopic"/>
            <p:cNvSpPr/>
            <p:nvPr/>
          </p:nvSpPr>
          <p:spPr>
            <a:xfrm>
              <a:off x="3655655" y="1877770"/>
              <a:ext cy="390000" cx="1872360"/>
            </a:xfrm>
            <a:custGeom>
              <a:avLst/>
              <a:gdLst>
                <a:gd fmla="*/ 133380 w 1872360" name="rtl"/>
                <a:gd fmla="*/ 89100 h 390000" name="rtt"/>
                <a:gd fmla="*/ 1672380 w 1872360" name="rtr"/>
                <a:gd fmla="*/ 317100 h 390000" name="rtb"/>
              </a:gdLst>
              <a:ahLst/>
              <a:cxnLst/>
              <a:rect r="rtr" b="rtb" l="rtl" t="rtt"/>
              <a:pathLst>
                <a:path w="1872360" h="390000">
                  <a:moveTo>
                    <a:pt x="195000" y="0"/>
                  </a:moveTo>
                  <a:lnTo>
                    <a:pt x="249000" y="3203"/>
                  </a:lnTo>
                  <a:lnTo>
                    <a:pt x="303000" y="2838"/>
                  </a:lnTo>
                  <a:lnTo>
                    <a:pt x="357000" y="2164"/>
                  </a:lnTo>
                  <a:lnTo>
                    <a:pt x="411000" y="1854"/>
                  </a:lnTo>
                  <a:lnTo>
                    <a:pt x="465000" y="-111"/>
                  </a:lnTo>
                  <a:lnTo>
                    <a:pt x="519000" y="-2959"/>
                  </a:lnTo>
                  <a:lnTo>
                    <a:pt x="573000" y="-3464"/>
                  </a:lnTo>
                  <a:lnTo>
                    <a:pt x="627000" y="-549"/>
                  </a:lnTo>
                  <a:lnTo>
                    <a:pt x="681000" y="1878"/>
                  </a:lnTo>
                  <a:lnTo>
                    <a:pt x="735000" y="2526"/>
                  </a:lnTo>
                  <a:lnTo>
                    <a:pt x="789000" y="746"/>
                  </a:lnTo>
                  <a:lnTo>
                    <a:pt x="843000" y="-3232"/>
                  </a:lnTo>
                  <a:lnTo>
                    <a:pt x="897000" y="-5384"/>
                  </a:lnTo>
                  <a:lnTo>
                    <a:pt x="951000" y="-4383"/>
                  </a:lnTo>
                  <a:lnTo>
                    <a:pt x="1005000" y="629"/>
                  </a:lnTo>
                  <a:lnTo>
                    <a:pt x="1059000" y="5671"/>
                  </a:lnTo>
                  <a:lnTo>
                    <a:pt x="1113000" y="6406"/>
                  </a:lnTo>
                  <a:lnTo>
                    <a:pt x="1167000" y="3272"/>
                  </a:lnTo>
                  <a:lnTo>
                    <a:pt x="1221000" y="-1114"/>
                  </a:lnTo>
                  <a:lnTo>
                    <a:pt x="1275000" y="-2514"/>
                  </a:lnTo>
                  <a:lnTo>
                    <a:pt x="1329000" y="-2249"/>
                  </a:lnTo>
                  <a:lnTo>
                    <a:pt x="1383000" y="-1557"/>
                  </a:lnTo>
                  <a:lnTo>
                    <a:pt x="1437000" y="-1241"/>
                  </a:lnTo>
                  <a:lnTo>
                    <a:pt x="1491000" y="-516"/>
                  </a:lnTo>
                  <a:lnTo>
                    <a:pt x="1545000" y="2986"/>
                  </a:lnTo>
                  <a:lnTo>
                    <a:pt x="1599000" y="7192"/>
                  </a:lnTo>
                  <a:lnTo>
                    <a:pt x="1653000" y="8071"/>
                  </a:lnTo>
                  <a:lnTo>
                    <a:pt x="1712060" y="9206"/>
                  </a:lnTo>
                  <a:lnTo>
                    <a:pt x="1763381" y="22008"/>
                  </a:lnTo>
                  <a:lnTo>
                    <a:pt x="1808992" y="50360"/>
                  </a:lnTo>
                  <a:lnTo>
                    <a:pt x="1845019" y="90923"/>
                  </a:lnTo>
                  <a:lnTo>
                    <a:pt x="1871515" y="139451"/>
                  </a:lnTo>
                  <a:lnTo>
                    <a:pt x="1882935" y="195000"/>
                  </a:lnTo>
                  <a:lnTo>
                    <a:pt x="1874817" y="251109"/>
                  </a:lnTo>
                  <a:lnTo>
                    <a:pt x="1850248" y="301901"/>
                  </a:lnTo>
                  <a:lnTo>
                    <a:pt x="1812959" y="343462"/>
                  </a:lnTo>
                  <a:lnTo>
                    <a:pt x="1766842" y="374134"/>
                  </a:lnTo>
                  <a:lnTo>
                    <a:pt x="1713562" y="386968"/>
                  </a:lnTo>
                  <a:lnTo>
                    <a:pt x="1659360" y="384167"/>
                  </a:lnTo>
                  <a:lnTo>
                    <a:pt x="1605360" y="381520"/>
                  </a:lnTo>
                  <a:lnTo>
                    <a:pt x="1551360" y="381800"/>
                  </a:lnTo>
                  <a:lnTo>
                    <a:pt x="1497360" y="383051"/>
                  </a:lnTo>
                  <a:lnTo>
                    <a:pt x="1443360" y="385033"/>
                  </a:lnTo>
                  <a:lnTo>
                    <a:pt x="1389360" y="385252"/>
                  </a:lnTo>
                  <a:lnTo>
                    <a:pt x="1335360" y="385981"/>
                  </a:lnTo>
                  <a:lnTo>
                    <a:pt x="1281360" y="388628"/>
                  </a:lnTo>
                  <a:lnTo>
                    <a:pt x="1227360" y="389813"/>
                  </a:lnTo>
                  <a:lnTo>
                    <a:pt x="1173360" y="391526"/>
                  </a:lnTo>
                  <a:lnTo>
                    <a:pt x="1119360" y="395391"/>
                  </a:lnTo>
                  <a:lnTo>
                    <a:pt x="1065360" y="397400"/>
                  </a:lnTo>
                  <a:lnTo>
                    <a:pt x="1011360" y="397065"/>
                  </a:lnTo>
                  <a:lnTo>
                    <a:pt x="957360" y="396239"/>
                  </a:lnTo>
                  <a:lnTo>
                    <a:pt x="903360" y="396000"/>
                  </a:lnTo>
                  <a:lnTo>
                    <a:pt x="849360" y="395035"/>
                  </a:lnTo>
                  <a:lnTo>
                    <a:pt x="795360" y="391119"/>
                  </a:lnTo>
                  <a:lnTo>
                    <a:pt x="741360" y="388406"/>
                  </a:lnTo>
                  <a:lnTo>
                    <a:pt x="687360" y="388063"/>
                  </a:lnTo>
                  <a:lnTo>
                    <a:pt x="633360" y="392429"/>
                  </a:lnTo>
                  <a:lnTo>
                    <a:pt x="579360" y="397583"/>
                  </a:lnTo>
                  <a:lnTo>
                    <a:pt x="525360" y="399171"/>
                  </a:lnTo>
                  <a:lnTo>
                    <a:pt x="471360" y="397787"/>
                  </a:lnTo>
                  <a:lnTo>
                    <a:pt x="417360" y="395173"/>
                  </a:lnTo>
                  <a:lnTo>
                    <a:pt x="363360" y="394130"/>
                  </a:lnTo>
                  <a:lnTo>
                    <a:pt x="309360" y="394466"/>
                  </a:lnTo>
                  <a:lnTo>
                    <a:pt x="255360" y="396023"/>
                  </a:lnTo>
                  <a:lnTo>
                    <a:pt x="195000" y="397914"/>
                  </a:lnTo>
                  <a:lnTo>
                    <a:pt x="139438" y="390525"/>
                  </a:lnTo>
                  <a:lnTo>
                    <a:pt x="89331" y="365899"/>
                  </a:lnTo>
                  <a:lnTo>
                    <a:pt x="48031" y="329235"/>
                  </a:lnTo>
                  <a:lnTo>
                    <a:pt x="17631" y="283598"/>
                  </a:lnTo>
                  <a:lnTo>
                    <a:pt x="1772" y="231438"/>
                  </a:lnTo>
                  <a:lnTo>
                    <a:pt x="2232" y="177154"/>
                  </a:lnTo>
                  <a:lnTo>
                    <a:pt x="15258" y="125457"/>
                  </a:lnTo>
                  <a:lnTo>
                    <a:pt x="41416" y="79203"/>
                  </a:lnTo>
                  <a:lnTo>
                    <a:pt x="80072" y="43134"/>
                  </a:lnTo>
                  <a:lnTo>
                    <a:pt x="126838" y="19760"/>
                  </a:lnTo>
                  <a:lnTo>
                    <a:pt x="177390" y="8501"/>
                  </a:lnTo>
                  <a:lnTo>
                    <a:pt x="195000" y="0"/>
                  </a:lnTo>
                  <a:close/>
                </a:path>
              </a:pathLst>
            </a:custGeom>
            <a:solidFill>
              <a:srgbClr val="69AFFF"/>
            </a:solidFill>
            <a:ln w="27000" cap="flat">
              <a:solidFill>
                <a:srgbClr val="69AFFF"/>
              </a:solidFill>
              <a:round/>
            </a:ln>
          </p:spPr>
          <p:txBody>
            <a:bodyPr anchor="ctr" lIns="0" wrap="none" rtlCol="0" rIns="0" tIns="0" bIns="11000"/>
            <a:lstStyle/>
            <a:p>
              <a:pPr algn="ctr">
                <a:lnSpc>
                  <a:spcPct val="100000"/>
                </a:lnSpc>
              </a:pPr>
              <a:r>
                <a:rPr b="1" sz="1440">
                  <a:solidFill>
                    <a:srgbClr val="FFFFFF"/>
                  </a:solidFill>
                  <a:latin typeface="標楷體"/>
                </a:rPr>
                <a:t>5.實務應用模型</a:t>
              </a:r>
            </a:p>
          </p:txBody>
        </p:sp>
        <p:grpSp>
          <p:nvGrpSpPr>
            <p:cNvPr id="462" name="Group 462"/>
            <p:cNvGrpSpPr/>
            <p:nvPr/>
          </p:nvGrpSpPr>
          <p:grpSpPr>
            <a:xfrm>
              <a:off x="3750335" y="2591770"/>
              <a:ext cy="887867" cx="1683000"/>
              <a:chOff x="3750335" y="2591770"/>
              <a:chExt cy="887867" cx="1683000"/>
            </a:xfrm>
          </p:grpSpPr>
          <p:sp>
            <p:nvSpPr>
              <p:cNvPr id="279" name="SubTopic"/>
              <p:cNvSpPr/>
              <p:nvPr/>
            </p:nvSpPr>
            <p:spPr>
              <a:xfrm>
                <a:off x="3750335" y="2591770"/>
                <a:ext cy="887867" cx="1683000"/>
              </a:xfrm>
              <a:custGeom>
                <a:avLst/>
                <a:gdLst/>
                <a:ahLst/>
                <a:cxnLst/>
                <a:pathLst>
                  <a:path w="1683000" stroke="false" h="887867">
                    <a:moveTo>
                      <a:pt x="0" y="0"/>
                    </a:moveTo>
                    <a:lnTo>
                      <a:pt x="54000" y="3203"/>
                    </a:lnTo>
                    <a:lnTo>
                      <a:pt x="108000" y="2838"/>
                    </a:lnTo>
                    <a:lnTo>
                      <a:pt x="162000" y="2164"/>
                    </a:lnTo>
                    <a:lnTo>
                      <a:pt x="216000" y="1854"/>
                    </a:lnTo>
                    <a:lnTo>
                      <a:pt x="270000" y="-111"/>
                    </a:lnTo>
                    <a:lnTo>
                      <a:pt x="324000" y="-2959"/>
                    </a:lnTo>
                    <a:lnTo>
                      <a:pt x="378000" y="-3464"/>
                    </a:lnTo>
                    <a:lnTo>
                      <a:pt x="432000" y="-549"/>
                    </a:lnTo>
                    <a:lnTo>
                      <a:pt x="486000" y="1878"/>
                    </a:lnTo>
                    <a:lnTo>
                      <a:pt x="540000" y="2526"/>
                    </a:lnTo>
                    <a:lnTo>
                      <a:pt x="594000" y="746"/>
                    </a:lnTo>
                    <a:lnTo>
                      <a:pt x="648000" y="-3232"/>
                    </a:lnTo>
                    <a:lnTo>
                      <a:pt x="702000" y="-5384"/>
                    </a:lnTo>
                    <a:lnTo>
                      <a:pt x="756000" y="-4383"/>
                    </a:lnTo>
                    <a:lnTo>
                      <a:pt x="810000" y="629"/>
                    </a:lnTo>
                    <a:lnTo>
                      <a:pt x="864000" y="5671"/>
                    </a:lnTo>
                    <a:lnTo>
                      <a:pt x="918000" y="6406"/>
                    </a:lnTo>
                    <a:lnTo>
                      <a:pt x="972000" y="3272"/>
                    </a:lnTo>
                    <a:lnTo>
                      <a:pt x="1026000" y="-1114"/>
                    </a:lnTo>
                    <a:lnTo>
                      <a:pt x="1080000" y="-2514"/>
                    </a:lnTo>
                    <a:lnTo>
                      <a:pt x="1134000" y="-2249"/>
                    </a:lnTo>
                    <a:lnTo>
                      <a:pt x="1188000" y="-1557"/>
                    </a:lnTo>
                    <a:lnTo>
                      <a:pt x="1242000" y="-1241"/>
                    </a:lnTo>
                    <a:lnTo>
                      <a:pt x="1296000" y="-516"/>
                    </a:lnTo>
                    <a:lnTo>
                      <a:pt x="1350000" y="2986"/>
                    </a:lnTo>
                    <a:lnTo>
                      <a:pt x="1404000" y="7192"/>
                    </a:lnTo>
                    <a:lnTo>
                      <a:pt x="1458000" y="8071"/>
                    </a:lnTo>
                    <a:lnTo>
                      <a:pt x="1512000" y="6029"/>
                    </a:lnTo>
                    <a:lnTo>
                      <a:pt x="1566000" y="1845"/>
                    </a:lnTo>
                    <a:lnTo>
                      <a:pt x="1620000" y="-567"/>
                    </a:lnTo>
                    <a:lnTo>
                      <a:pt x="1674000" y="-2308"/>
                    </a:lnTo>
                    <a:lnTo>
                      <a:pt x="1689895" y="45000"/>
                    </a:lnTo>
                    <a:lnTo>
                      <a:pt x="1693575" y="99000"/>
                    </a:lnTo>
                    <a:lnTo>
                      <a:pt x="1693224" y="153000"/>
                    </a:lnTo>
                    <a:lnTo>
                      <a:pt x="1691241" y="207000"/>
                    </a:lnTo>
                    <a:lnTo>
                      <a:pt x="1689065" y="261000"/>
                    </a:lnTo>
                    <a:lnTo>
                      <a:pt x="1688196" y="315000"/>
                    </a:lnTo>
                    <a:lnTo>
                      <a:pt x="1683316" y="369000"/>
                    </a:lnTo>
                    <a:lnTo>
                      <a:pt x="1677167" y="423000"/>
                    </a:lnTo>
                    <a:lnTo>
                      <a:pt x="1674520" y="477000"/>
                    </a:lnTo>
                    <a:lnTo>
                      <a:pt x="1674800" y="531000"/>
                    </a:lnTo>
                    <a:lnTo>
                      <a:pt x="1676051" y="585000"/>
                    </a:lnTo>
                    <a:lnTo>
                      <a:pt x="1678033" y="639000"/>
                    </a:lnTo>
                    <a:lnTo>
                      <a:pt x="1678252" y="693000"/>
                    </a:lnTo>
                    <a:lnTo>
                      <a:pt x="1678981" y="747000"/>
                    </a:lnTo>
                    <a:lnTo>
                      <a:pt x="1681628" y="801000"/>
                    </a:lnTo>
                    <a:lnTo>
                      <a:pt x="1682813" y="855000"/>
                    </a:lnTo>
                    <a:lnTo>
                      <a:pt x="1656000" y="889394"/>
                    </a:lnTo>
                    <a:lnTo>
                      <a:pt x="1602000" y="893258"/>
                    </a:lnTo>
                    <a:lnTo>
                      <a:pt x="1548000" y="895268"/>
                    </a:lnTo>
                    <a:lnTo>
                      <a:pt x="1494000" y="894933"/>
                    </a:lnTo>
                    <a:lnTo>
                      <a:pt x="1440000" y="894107"/>
                    </a:lnTo>
                    <a:lnTo>
                      <a:pt x="1386000" y="893867"/>
                    </a:lnTo>
                    <a:lnTo>
                      <a:pt x="1332000" y="892902"/>
                    </a:lnTo>
                    <a:lnTo>
                      <a:pt x="1278000" y="888987"/>
                    </a:lnTo>
                    <a:lnTo>
                      <a:pt x="1224000" y="886274"/>
                    </a:lnTo>
                    <a:lnTo>
                      <a:pt x="1170000" y="885931"/>
                    </a:lnTo>
                    <a:lnTo>
                      <a:pt x="1116000" y="890297"/>
                    </a:lnTo>
                    <a:lnTo>
                      <a:pt x="1062000" y="895450"/>
                    </a:lnTo>
                    <a:lnTo>
                      <a:pt x="1008000" y="897039"/>
                    </a:lnTo>
                    <a:lnTo>
                      <a:pt x="954000" y="895654"/>
                    </a:lnTo>
                    <a:lnTo>
                      <a:pt x="900000" y="893041"/>
                    </a:lnTo>
                    <a:lnTo>
                      <a:pt x="846000" y="891997"/>
                    </a:lnTo>
                    <a:lnTo>
                      <a:pt x="792000" y="892334"/>
                    </a:lnTo>
                    <a:lnTo>
                      <a:pt x="738000" y="893891"/>
                    </a:lnTo>
                    <a:lnTo>
                      <a:pt x="684000" y="895781"/>
                    </a:lnTo>
                    <a:lnTo>
                      <a:pt x="630000" y="896083"/>
                    </a:lnTo>
                    <a:lnTo>
                      <a:pt x="576000" y="893768"/>
                    </a:lnTo>
                    <a:lnTo>
                      <a:pt x="522000" y="891910"/>
                    </a:lnTo>
                    <a:lnTo>
                      <a:pt x="468000" y="891089"/>
                    </a:lnTo>
                    <a:lnTo>
                      <a:pt x="414000" y="889465"/>
                    </a:lnTo>
                    <a:lnTo>
                      <a:pt x="360000" y="886447"/>
                    </a:lnTo>
                    <a:lnTo>
                      <a:pt x="306000" y="885541"/>
                    </a:lnTo>
                    <a:lnTo>
                      <a:pt x="252000" y="885200"/>
                    </a:lnTo>
                    <a:lnTo>
                      <a:pt x="198000" y="883307"/>
                    </a:lnTo>
                    <a:lnTo>
                      <a:pt x="144000" y="880843"/>
                    </a:lnTo>
                    <a:lnTo>
                      <a:pt x="90000" y="880182"/>
                    </a:lnTo>
                    <a:lnTo>
                      <a:pt x="36000" y="881432"/>
                    </a:lnTo>
                    <a:lnTo>
                      <a:pt x="5142" y="869867"/>
                    </a:lnTo>
                    <a:lnTo>
                      <a:pt x="4383" y="815867"/>
                    </a:lnTo>
                    <a:lnTo>
                      <a:pt x="5450" y="761867"/>
                    </a:lnTo>
                    <a:lnTo>
                      <a:pt x="8103" y="707867"/>
                    </a:lnTo>
                    <a:lnTo>
                      <a:pt x="10685" y="653867"/>
                    </a:lnTo>
                    <a:lnTo>
                      <a:pt x="9803" y="599867"/>
                    </a:lnTo>
                    <a:lnTo>
                      <a:pt x="4848" y="545867"/>
                    </a:lnTo>
                    <a:lnTo>
                      <a:pt x="162" y="491867"/>
                    </a:lnTo>
                    <a:lnTo>
                      <a:pt x="-618" y="437867"/>
                    </a:lnTo>
                    <a:lnTo>
                      <a:pt x="2170" y="383867"/>
                    </a:lnTo>
                    <a:lnTo>
                      <a:pt x="6734" y="329867"/>
                    </a:lnTo>
                    <a:lnTo>
                      <a:pt x="9417" y="275867"/>
                    </a:lnTo>
                    <a:lnTo>
                      <a:pt x="5867" y="221867"/>
                    </a:lnTo>
                    <a:lnTo>
                      <a:pt x="-2504" y="167867"/>
                    </a:lnTo>
                    <a:lnTo>
                      <a:pt x="-9652" y="113867"/>
                    </a:lnTo>
                    <a:lnTo>
                      <a:pt x="-8703" y="59867"/>
                    </a:lnTo>
                    <a:lnTo>
                      <a:pt x="0" y="0"/>
                    </a:lnTo>
                    <a:close/>
                  </a:path>
                </a:pathLst>
              </a:custGeom>
              <a:solidFill>
                <a:srgbClr val="EBF2FF"/>
              </a:solidFill>
              <a:ln w="9000" cap="flat">
                <a:solidFill>
                  <a:srgbClr val="EBF2FF"/>
                </a:solidFill>
                <a:round/>
              </a:ln>
            </p:spPr>
          </p:sp>
          <p:pic>
            <p:nvPicPr>
              <p:cNvPr id="281" name="Image"/>
              <p:cNvPicPr>
                <a:picLocks noChangeAspect="1"/>
              </p:cNvPicPr>
              <p:nvPr/>
            </p:nvPicPr>
            <p:blipFill>
              <a:blip r:embed="rId3"/>
              <a:stretch>
                <a:fillRect/>
              </a:stretch>
            </p:blipFill>
            <p:spPr>
              <a:xfrm>
                <a:off x="4241018" y="2619670"/>
                <a:ext cy="584867" cx="728634"/>
              </a:xfrm>
              <a:prstGeom prst="rect">
                <a:avLst/>
              </a:prstGeom>
            </p:spPr>
          </p:pic>
          <p:sp>
            <p:nvSpPr>
              <p:cNvPr id="463" name="Text 463"/>
              <p:cNvSpPr txBox="1"/>
              <p:nvPr/>
            </p:nvSpPr>
            <p:spPr>
              <a:xfrm>
                <a:off x="3813335" y="3274737"/>
                <a:ext cy="204000" cx="1548000"/>
              </a:xfrm>
              <a:prstGeom prst="rect">
                <a:avLst/>
              </a:prstGeom>
              <a:noFill/>
            </p:spPr>
            <p:txBody>
              <a:bodyPr anchor="ctr" lIns="0" wrap="none" rtlCol="0" rIns="0" tIns="0" bIns="11000"/>
              <a:lstStyle/>
              <a:p>
                <a:pPr algn="ctr">
                  <a:lnSpc>
                    <a:spcPct val="100000"/>
                  </a:lnSpc>
                </a:pPr>
                <a:r>
                  <a:rPr sz="1260">
                    <a:solidFill>
                      <a:srgbClr val="454545"/>
                    </a:solidFill>
                    <a:latin typeface="標楷體"/>
                  </a:rPr>
                  <a:t>公開預訓練語言模型</a:t>
                </a:r>
              </a:p>
            </p:txBody>
          </p:sp>
        </p:grpSp>
        <p:grpSp>
          <p:nvGrpSpPr>
            <p:cNvPr id="464" name="Group 464"/>
            <p:cNvGrpSpPr/>
            <p:nvPr/>
          </p:nvGrpSpPr>
          <p:grpSpPr>
            <a:xfrm>
              <a:off x="372223" y="4019637"/>
              <a:ext cy="1033407" cx="1722000"/>
              <a:chOff x="372223" y="4019637"/>
              <a:chExt cy="1033407" cx="1722000"/>
            </a:xfrm>
          </p:grpSpPr>
          <p:sp>
            <p:nvSpPr>
              <p:cNvPr id="282" name="SubTopic"/>
              <p:cNvSpPr/>
              <p:nvPr/>
            </p:nvSpPr>
            <p:spPr>
              <a:xfrm>
                <a:off x="372223" y="4019637"/>
                <a:ext cy="1033407" cx="1722000"/>
              </a:xfrm>
              <a:custGeom>
                <a:avLst/>
                <a:gdLst/>
                <a:ahLst/>
                <a:cxnLst/>
                <a:pathLst>
                  <a:path w="1722000" stroke="false" h="1033407">
                    <a:moveTo>
                      <a:pt x="0" y="0"/>
                    </a:moveTo>
                    <a:lnTo>
                      <a:pt x="54000" y="3203"/>
                    </a:lnTo>
                    <a:lnTo>
                      <a:pt x="108000" y="2838"/>
                    </a:lnTo>
                    <a:lnTo>
                      <a:pt x="162000" y="2164"/>
                    </a:lnTo>
                    <a:lnTo>
                      <a:pt x="216000" y="1854"/>
                    </a:lnTo>
                    <a:lnTo>
                      <a:pt x="270000" y="-111"/>
                    </a:lnTo>
                    <a:lnTo>
                      <a:pt x="324000" y="-2959"/>
                    </a:lnTo>
                    <a:lnTo>
                      <a:pt x="378000" y="-3464"/>
                    </a:lnTo>
                    <a:lnTo>
                      <a:pt x="432000" y="-549"/>
                    </a:lnTo>
                    <a:lnTo>
                      <a:pt x="486000" y="1878"/>
                    </a:lnTo>
                    <a:lnTo>
                      <a:pt x="540000" y="2526"/>
                    </a:lnTo>
                    <a:lnTo>
                      <a:pt x="594000" y="746"/>
                    </a:lnTo>
                    <a:lnTo>
                      <a:pt x="648000" y="-3232"/>
                    </a:lnTo>
                    <a:lnTo>
                      <a:pt x="702000" y="-5384"/>
                    </a:lnTo>
                    <a:lnTo>
                      <a:pt x="756000" y="-4383"/>
                    </a:lnTo>
                    <a:lnTo>
                      <a:pt x="810000" y="629"/>
                    </a:lnTo>
                    <a:lnTo>
                      <a:pt x="864000" y="5671"/>
                    </a:lnTo>
                    <a:lnTo>
                      <a:pt x="918000" y="6406"/>
                    </a:lnTo>
                    <a:lnTo>
                      <a:pt x="972000" y="3272"/>
                    </a:lnTo>
                    <a:lnTo>
                      <a:pt x="1026000" y="-1114"/>
                    </a:lnTo>
                    <a:lnTo>
                      <a:pt x="1080000" y="-2514"/>
                    </a:lnTo>
                    <a:lnTo>
                      <a:pt x="1134000" y="-2249"/>
                    </a:lnTo>
                    <a:lnTo>
                      <a:pt x="1188000" y="-1557"/>
                    </a:lnTo>
                    <a:lnTo>
                      <a:pt x="1242000" y="-1241"/>
                    </a:lnTo>
                    <a:lnTo>
                      <a:pt x="1296000" y="-516"/>
                    </a:lnTo>
                    <a:lnTo>
                      <a:pt x="1350000" y="2986"/>
                    </a:lnTo>
                    <a:lnTo>
                      <a:pt x="1404000" y="7192"/>
                    </a:lnTo>
                    <a:lnTo>
                      <a:pt x="1458000" y="8071"/>
                    </a:lnTo>
                    <a:lnTo>
                      <a:pt x="1512000" y="6029"/>
                    </a:lnTo>
                    <a:lnTo>
                      <a:pt x="1566000" y="1845"/>
                    </a:lnTo>
                    <a:lnTo>
                      <a:pt x="1620000" y="-567"/>
                    </a:lnTo>
                    <a:lnTo>
                      <a:pt x="1674000" y="-2308"/>
                    </a:lnTo>
                    <a:lnTo>
                      <a:pt x="1728895" y="9000"/>
                    </a:lnTo>
                    <a:lnTo>
                      <a:pt x="1732575" y="63000"/>
                    </a:lnTo>
                    <a:lnTo>
                      <a:pt x="1732224" y="117000"/>
                    </a:lnTo>
                    <a:lnTo>
                      <a:pt x="1730241" y="171000"/>
                    </a:lnTo>
                    <a:lnTo>
                      <a:pt x="1728064" y="225000"/>
                    </a:lnTo>
                    <a:lnTo>
                      <a:pt x="1727196" y="279000"/>
                    </a:lnTo>
                    <a:lnTo>
                      <a:pt x="1722316" y="333000"/>
                    </a:lnTo>
                    <a:lnTo>
                      <a:pt x="1716167" y="387000"/>
                    </a:lnTo>
                    <a:lnTo>
                      <a:pt x="1713520" y="441000"/>
                    </a:lnTo>
                    <a:lnTo>
                      <a:pt x="1713800" y="495000"/>
                    </a:lnTo>
                    <a:lnTo>
                      <a:pt x="1715051" y="549000"/>
                    </a:lnTo>
                    <a:lnTo>
                      <a:pt x="1717032" y="603000"/>
                    </a:lnTo>
                    <a:lnTo>
                      <a:pt x="1717252" y="657000"/>
                    </a:lnTo>
                    <a:lnTo>
                      <a:pt x="1717981" y="711000"/>
                    </a:lnTo>
                    <a:lnTo>
                      <a:pt x="1720628" y="765000"/>
                    </a:lnTo>
                    <a:lnTo>
                      <a:pt x="1721813" y="819000"/>
                    </a:lnTo>
                    <a:lnTo>
                      <a:pt x="1723526" y="873000"/>
                    </a:lnTo>
                    <a:lnTo>
                      <a:pt x="1727391" y="927000"/>
                    </a:lnTo>
                    <a:lnTo>
                      <a:pt x="1729400" y="981000"/>
                    </a:lnTo>
                    <a:lnTo>
                      <a:pt x="1713000" y="1040473"/>
                    </a:lnTo>
                    <a:lnTo>
                      <a:pt x="1659000" y="1039646"/>
                    </a:lnTo>
                    <a:lnTo>
                      <a:pt x="1605000" y="1039407"/>
                    </a:lnTo>
                    <a:lnTo>
                      <a:pt x="1551000" y="1038442"/>
                    </a:lnTo>
                    <a:lnTo>
                      <a:pt x="1497000" y="1034526"/>
                    </a:lnTo>
                    <a:lnTo>
                      <a:pt x="1443000" y="1031813"/>
                    </a:lnTo>
                    <a:lnTo>
                      <a:pt x="1389000" y="1031471"/>
                    </a:lnTo>
                    <a:lnTo>
                      <a:pt x="1335000" y="1035837"/>
                    </a:lnTo>
                    <a:lnTo>
                      <a:pt x="1281000" y="1040990"/>
                    </a:lnTo>
                    <a:lnTo>
                      <a:pt x="1227000" y="1042579"/>
                    </a:lnTo>
                    <a:lnTo>
                      <a:pt x="1173000" y="1041194"/>
                    </a:lnTo>
                    <a:lnTo>
                      <a:pt x="1119000" y="1038580"/>
                    </a:lnTo>
                    <a:lnTo>
                      <a:pt x="1065000" y="1037537"/>
                    </a:lnTo>
                    <a:lnTo>
                      <a:pt x="1011000" y="1037874"/>
                    </a:lnTo>
                    <a:lnTo>
                      <a:pt x="957000" y="1039431"/>
                    </a:lnTo>
                    <a:lnTo>
                      <a:pt x="903000" y="1041321"/>
                    </a:lnTo>
                    <a:lnTo>
                      <a:pt x="849000" y="1041623"/>
                    </a:lnTo>
                    <a:lnTo>
                      <a:pt x="795000" y="1039308"/>
                    </a:lnTo>
                    <a:lnTo>
                      <a:pt x="741000" y="1037450"/>
                    </a:lnTo>
                    <a:lnTo>
                      <a:pt x="687000" y="1036629"/>
                    </a:lnTo>
                    <a:lnTo>
                      <a:pt x="633000" y="1035005"/>
                    </a:lnTo>
                    <a:lnTo>
                      <a:pt x="579000" y="1031987"/>
                    </a:lnTo>
                    <a:lnTo>
                      <a:pt x="525000" y="1031080"/>
                    </a:lnTo>
                    <a:lnTo>
                      <a:pt x="471000" y="1030740"/>
                    </a:lnTo>
                    <a:lnTo>
                      <a:pt x="417000" y="1028847"/>
                    </a:lnTo>
                    <a:lnTo>
                      <a:pt x="363000" y="1026383"/>
                    </a:lnTo>
                    <a:lnTo>
                      <a:pt x="309000" y="1025722"/>
                    </a:lnTo>
                    <a:lnTo>
                      <a:pt x="255000" y="1026971"/>
                    </a:lnTo>
                    <a:lnTo>
                      <a:pt x="201000" y="1028265"/>
                    </a:lnTo>
                    <a:lnTo>
                      <a:pt x="147000" y="1029024"/>
                    </a:lnTo>
                    <a:lnTo>
                      <a:pt x="93000" y="1027957"/>
                    </a:lnTo>
                    <a:lnTo>
                      <a:pt x="39000" y="1025305"/>
                    </a:lnTo>
                    <a:lnTo>
                      <a:pt x="10685" y="1015407"/>
                    </a:lnTo>
                    <a:lnTo>
                      <a:pt x="9803" y="961407"/>
                    </a:lnTo>
                    <a:lnTo>
                      <a:pt x="4848" y="907407"/>
                    </a:lnTo>
                    <a:lnTo>
                      <a:pt x="162" y="853407"/>
                    </a:lnTo>
                    <a:lnTo>
                      <a:pt x="-618" y="799407"/>
                    </a:lnTo>
                    <a:lnTo>
                      <a:pt x="2170" y="745407"/>
                    </a:lnTo>
                    <a:lnTo>
                      <a:pt x="6734" y="691407"/>
                    </a:lnTo>
                    <a:lnTo>
                      <a:pt x="9417" y="637407"/>
                    </a:lnTo>
                    <a:lnTo>
                      <a:pt x="5867" y="583407"/>
                    </a:lnTo>
                    <a:lnTo>
                      <a:pt x="-2504" y="529407"/>
                    </a:lnTo>
                    <a:lnTo>
                      <a:pt x="-9652" y="475407"/>
                    </a:lnTo>
                    <a:lnTo>
                      <a:pt x="-8703" y="421407"/>
                    </a:lnTo>
                    <a:lnTo>
                      <a:pt x="-2435" y="367407"/>
                    </a:lnTo>
                    <a:lnTo>
                      <a:pt x="3189" y="313407"/>
                    </a:lnTo>
                    <a:lnTo>
                      <a:pt x="4694" y="259407"/>
                    </a:lnTo>
                    <a:lnTo>
                      <a:pt x="5074" y="205407"/>
                    </a:lnTo>
                    <a:lnTo>
                      <a:pt x="4358" y="151407"/>
                    </a:lnTo>
                    <a:lnTo>
                      <a:pt x="3632" y="97407"/>
                    </a:lnTo>
                    <a:lnTo>
                      <a:pt x="3356" y="43407"/>
                    </a:lnTo>
                    <a:lnTo>
                      <a:pt x="0" y="0"/>
                    </a:lnTo>
                    <a:close/>
                  </a:path>
                </a:pathLst>
              </a:custGeom>
              <a:solidFill>
                <a:srgbClr val="EBF2FF"/>
              </a:solidFill>
              <a:ln w="48000" cap="flat">
                <a:solidFill>
                  <a:srgbClr val="B15547"/>
                </a:solidFill>
                <a:round/>
              </a:ln>
            </p:spPr>
          </p:sp>
          <p:pic>
            <p:nvPicPr>
              <p:cNvPr id="294" name="Image"/>
              <p:cNvPicPr>
                <a:picLocks noChangeAspect="1"/>
              </p:cNvPicPr>
              <p:nvPr/>
            </p:nvPicPr>
            <p:blipFill>
              <a:blip r:embed="rId4"/>
              <a:stretch>
                <a:fillRect/>
              </a:stretch>
            </p:blipFill>
            <p:spPr>
              <a:xfrm>
                <a:off x="631370" y="4067037"/>
                <a:ext cy="691407" cx="1230705"/>
              </a:xfrm>
              <a:prstGeom prst="rect">
                <a:avLst/>
              </a:prstGeom>
            </p:spPr>
          </p:pic>
          <p:sp>
            <p:nvSpPr>
              <p:cNvPr id="465" name="Text 465"/>
              <p:cNvSpPr txBox="1"/>
              <p:nvPr/>
            </p:nvSpPr>
            <p:spPr>
              <a:xfrm>
                <a:off x="435223" y="4828644"/>
                <a:ext cy="204000" cx="1548000"/>
              </a:xfrm>
              <a:prstGeom prst="rect">
                <a:avLst/>
              </a:prstGeom>
              <a:noFill/>
            </p:spPr>
            <p:txBody>
              <a:bodyPr anchor="ctr" lIns="0" wrap="none" rtlCol="0" rIns="0" tIns="0" bIns="11000"/>
              <a:lstStyle/>
              <a:p>
                <a:pPr algn="ctr">
                  <a:lnSpc>
                    <a:spcPct val="100000"/>
                  </a:lnSpc>
                </a:pPr>
                <a:r>
                  <a:rPr sz="1260">
                    <a:solidFill>
                      <a:srgbClr val="454545"/>
                    </a:solidFill>
                    <a:latin typeface="標楷體"/>
                  </a:rPr>
                  <a:t>分類任務的成品模型</a:t>
                </a:r>
              </a:p>
            </p:txBody>
          </p:sp>
        </p:grpSp>
        <p:grpSp>
          <p:nvGrpSpPr>
            <p:cNvPr id="466" name="Group 466"/>
            <p:cNvGrpSpPr/>
            <p:nvPr/>
          </p:nvGrpSpPr>
          <p:grpSpPr>
            <a:xfrm>
              <a:off x="5205447" y="4019637"/>
              <a:ext cy="1038321" cx="1722000"/>
              <a:chOff x="5205447" y="4019637"/>
              <a:chExt cy="1038321" cx="1722000"/>
            </a:xfrm>
          </p:grpSpPr>
          <p:sp>
            <p:nvSpPr>
              <p:cNvPr id="286" name="SubTopic"/>
              <p:cNvSpPr/>
              <p:nvPr/>
            </p:nvSpPr>
            <p:spPr>
              <a:xfrm>
                <a:off x="5205447" y="4019637"/>
                <a:ext cy="1038321" cx="1722000"/>
              </a:xfrm>
              <a:custGeom>
                <a:avLst/>
                <a:gdLst/>
                <a:ahLst/>
                <a:cxnLst/>
                <a:pathLst>
                  <a:path w="1722000" stroke="false" h="1038321">
                    <a:moveTo>
                      <a:pt x="0" y="0"/>
                    </a:moveTo>
                    <a:lnTo>
                      <a:pt x="54000" y="3203"/>
                    </a:lnTo>
                    <a:lnTo>
                      <a:pt x="108000" y="2838"/>
                    </a:lnTo>
                    <a:lnTo>
                      <a:pt x="162000" y="2164"/>
                    </a:lnTo>
                    <a:lnTo>
                      <a:pt x="216000" y="1854"/>
                    </a:lnTo>
                    <a:lnTo>
                      <a:pt x="270000" y="-111"/>
                    </a:lnTo>
                    <a:lnTo>
                      <a:pt x="324000" y="-2959"/>
                    </a:lnTo>
                    <a:lnTo>
                      <a:pt x="378000" y="-3464"/>
                    </a:lnTo>
                    <a:lnTo>
                      <a:pt x="432000" y="-549"/>
                    </a:lnTo>
                    <a:lnTo>
                      <a:pt x="486000" y="1878"/>
                    </a:lnTo>
                    <a:lnTo>
                      <a:pt x="540000" y="2526"/>
                    </a:lnTo>
                    <a:lnTo>
                      <a:pt x="594000" y="746"/>
                    </a:lnTo>
                    <a:lnTo>
                      <a:pt x="648000" y="-3232"/>
                    </a:lnTo>
                    <a:lnTo>
                      <a:pt x="702000" y="-5384"/>
                    </a:lnTo>
                    <a:lnTo>
                      <a:pt x="756000" y="-4383"/>
                    </a:lnTo>
                    <a:lnTo>
                      <a:pt x="810000" y="629"/>
                    </a:lnTo>
                    <a:lnTo>
                      <a:pt x="864000" y="5671"/>
                    </a:lnTo>
                    <a:lnTo>
                      <a:pt x="918000" y="6406"/>
                    </a:lnTo>
                    <a:lnTo>
                      <a:pt x="972000" y="3272"/>
                    </a:lnTo>
                    <a:lnTo>
                      <a:pt x="1026000" y="-1114"/>
                    </a:lnTo>
                    <a:lnTo>
                      <a:pt x="1080000" y="-2514"/>
                    </a:lnTo>
                    <a:lnTo>
                      <a:pt x="1134000" y="-2249"/>
                    </a:lnTo>
                    <a:lnTo>
                      <a:pt x="1188000" y="-1557"/>
                    </a:lnTo>
                    <a:lnTo>
                      <a:pt x="1242000" y="-1241"/>
                    </a:lnTo>
                    <a:lnTo>
                      <a:pt x="1296000" y="-516"/>
                    </a:lnTo>
                    <a:lnTo>
                      <a:pt x="1350000" y="2986"/>
                    </a:lnTo>
                    <a:lnTo>
                      <a:pt x="1404000" y="7192"/>
                    </a:lnTo>
                    <a:lnTo>
                      <a:pt x="1458000" y="8071"/>
                    </a:lnTo>
                    <a:lnTo>
                      <a:pt x="1512000" y="6029"/>
                    </a:lnTo>
                    <a:lnTo>
                      <a:pt x="1566000" y="1845"/>
                    </a:lnTo>
                    <a:lnTo>
                      <a:pt x="1620000" y="-567"/>
                    </a:lnTo>
                    <a:lnTo>
                      <a:pt x="1674000" y="-2308"/>
                    </a:lnTo>
                    <a:lnTo>
                      <a:pt x="1728895" y="9000"/>
                    </a:lnTo>
                    <a:lnTo>
                      <a:pt x="1732575" y="63000"/>
                    </a:lnTo>
                    <a:lnTo>
                      <a:pt x="1732224" y="117000"/>
                    </a:lnTo>
                    <a:lnTo>
                      <a:pt x="1730241" y="171000"/>
                    </a:lnTo>
                    <a:lnTo>
                      <a:pt x="1728064" y="225000"/>
                    </a:lnTo>
                    <a:lnTo>
                      <a:pt x="1727196" y="279000"/>
                    </a:lnTo>
                    <a:lnTo>
                      <a:pt x="1722316" y="333000"/>
                    </a:lnTo>
                    <a:lnTo>
                      <a:pt x="1716167" y="387000"/>
                    </a:lnTo>
                    <a:lnTo>
                      <a:pt x="1713520" y="441000"/>
                    </a:lnTo>
                    <a:lnTo>
                      <a:pt x="1713800" y="495000"/>
                    </a:lnTo>
                    <a:lnTo>
                      <a:pt x="1715051" y="549000"/>
                    </a:lnTo>
                    <a:lnTo>
                      <a:pt x="1717032" y="603000"/>
                    </a:lnTo>
                    <a:lnTo>
                      <a:pt x="1717252" y="657000"/>
                    </a:lnTo>
                    <a:lnTo>
                      <a:pt x="1717981" y="711000"/>
                    </a:lnTo>
                    <a:lnTo>
                      <a:pt x="1720628" y="765000"/>
                    </a:lnTo>
                    <a:lnTo>
                      <a:pt x="1721813" y="819000"/>
                    </a:lnTo>
                    <a:lnTo>
                      <a:pt x="1723526" y="873000"/>
                    </a:lnTo>
                    <a:lnTo>
                      <a:pt x="1727391" y="927000"/>
                    </a:lnTo>
                    <a:lnTo>
                      <a:pt x="1729400" y="981000"/>
                    </a:lnTo>
                    <a:lnTo>
                      <a:pt x="1722000" y="1045386"/>
                    </a:lnTo>
                    <a:lnTo>
                      <a:pt x="1668000" y="1044560"/>
                    </a:lnTo>
                    <a:lnTo>
                      <a:pt x="1614000" y="1044320"/>
                    </a:lnTo>
                    <a:lnTo>
                      <a:pt x="1560000" y="1043356"/>
                    </a:lnTo>
                    <a:lnTo>
                      <a:pt x="1506000" y="1039440"/>
                    </a:lnTo>
                    <a:lnTo>
                      <a:pt x="1452000" y="1036727"/>
                    </a:lnTo>
                    <a:lnTo>
                      <a:pt x="1398000" y="1036384"/>
                    </a:lnTo>
                    <a:lnTo>
                      <a:pt x="1344000" y="1040750"/>
                    </a:lnTo>
                    <a:lnTo>
                      <a:pt x="1290000" y="1045903"/>
                    </a:lnTo>
                    <a:lnTo>
                      <a:pt x="1236000" y="1047492"/>
                    </a:lnTo>
                    <a:lnTo>
                      <a:pt x="1182000" y="1046108"/>
                    </a:lnTo>
                    <a:lnTo>
                      <a:pt x="1128000" y="1043494"/>
                    </a:lnTo>
                    <a:lnTo>
                      <a:pt x="1074000" y="1042451"/>
                    </a:lnTo>
                    <a:lnTo>
                      <a:pt x="1020000" y="1042787"/>
                    </a:lnTo>
                    <a:lnTo>
                      <a:pt x="966000" y="1044344"/>
                    </a:lnTo>
                    <a:lnTo>
                      <a:pt x="912000" y="1046235"/>
                    </a:lnTo>
                    <a:lnTo>
                      <a:pt x="858000" y="1046537"/>
                    </a:lnTo>
                    <a:lnTo>
                      <a:pt x="804000" y="1044221"/>
                    </a:lnTo>
                    <a:lnTo>
                      <a:pt x="750000" y="1042363"/>
                    </a:lnTo>
                    <a:lnTo>
                      <a:pt x="696000" y="1041543"/>
                    </a:lnTo>
                    <a:lnTo>
                      <a:pt x="642000" y="1039918"/>
                    </a:lnTo>
                    <a:lnTo>
                      <a:pt x="588000" y="1036901"/>
                    </a:lnTo>
                    <a:lnTo>
                      <a:pt x="534000" y="1035994"/>
                    </a:lnTo>
                    <a:lnTo>
                      <a:pt x="480000" y="1035654"/>
                    </a:lnTo>
                    <a:lnTo>
                      <a:pt x="426000" y="1033760"/>
                    </a:lnTo>
                    <a:lnTo>
                      <a:pt x="372000" y="1031296"/>
                    </a:lnTo>
                    <a:lnTo>
                      <a:pt x="318000" y="1030636"/>
                    </a:lnTo>
                    <a:lnTo>
                      <a:pt x="264000" y="1031885"/>
                    </a:lnTo>
                    <a:lnTo>
                      <a:pt x="210000" y="1033179"/>
                    </a:lnTo>
                    <a:lnTo>
                      <a:pt x="156000" y="1033937"/>
                    </a:lnTo>
                    <a:lnTo>
                      <a:pt x="102000" y="1032871"/>
                    </a:lnTo>
                    <a:lnTo>
                      <a:pt x="48000" y="1030218"/>
                    </a:lnTo>
                    <a:lnTo>
                      <a:pt x="10685" y="1029321"/>
                    </a:lnTo>
                    <a:lnTo>
                      <a:pt x="9803" y="975321"/>
                    </a:lnTo>
                    <a:lnTo>
                      <a:pt x="4848" y="921321"/>
                    </a:lnTo>
                    <a:lnTo>
                      <a:pt x="162" y="867321"/>
                    </a:lnTo>
                    <a:lnTo>
                      <a:pt x="-618" y="813321"/>
                    </a:lnTo>
                    <a:lnTo>
                      <a:pt x="2170" y="759321"/>
                    </a:lnTo>
                    <a:lnTo>
                      <a:pt x="6734" y="705321"/>
                    </a:lnTo>
                    <a:lnTo>
                      <a:pt x="9417" y="651321"/>
                    </a:lnTo>
                    <a:lnTo>
                      <a:pt x="5867" y="597321"/>
                    </a:lnTo>
                    <a:lnTo>
                      <a:pt x="-2504" y="543321"/>
                    </a:lnTo>
                    <a:lnTo>
                      <a:pt x="-9652" y="489321"/>
                    </a:lnTo>
                    <a:lnTo>
                      <a:pt x="-8703" y="435321"/>
                    </a:lnTo>
                    <a:lnTo>
                      <a:pt x="-2435" y="381321"/>
                    </a:lnTo>
                    <a:lnTo>
                      <a:pt x="3189" y="327321"/>
                    </a:lnTo>
                    <a:lnTo>
                      <a:pt x="4694" y="273321"/>
                    </a:lnTo>
                    <a:lnTo>
                      <a:pt x="5074" y="219321"/>
                    </a:lnTo>
                    <a:lnTo>
                      <a:pt x="4358" y="165321"/>
                    </a:lnTo>
                    <a:lnTo>
                      <a:pt x="3632" y="111321"/>
                    </a:lnTo>
                    <a:lnTo>
                      <a:pt x="3356" y="57321"/>
                    </a:lnTo>
                    <a:lnTo>
                      <a:pt x="0" y="0"/>
                    </a:lnTo>
                    <a:close/>
                  </a:path>
                </a:pathLst>
              </a:custGeom>
              <a:solidFill>
                <a:srgbClr val="EBF2FF"/>
              </a:solidFill>
              <a:ln w="48000" cap="flat">
                <a:solidFill>
                  <a:srgbClr val="B15547"/>
                </a:solidFill>
                <a:round/>
              </a:ln>
            </p:spPr>
          </p:sp>
          <p:pic>
            <p:nvPicPr>
              <p:cNvPr id="289" name="Image"/>
              <p:cNvPicPr>
                <a:picLocks noChangeAspect="1"/>
              </p:cNvPicPr>
              <p:nvPr/>
            </p:nvPicPr>
            <p:blipFill>
              <a:blip r:embed="rId5"/>
              <a:stretch>
                <a:fillRect/>
              </a:stretch>
            </p:blipFill>
            <p:spPr>
              <a:xfrm>
                <a:off x="5460221" y="4067037"/>
                <a:ext cy="696321" cx="1239451"/>
              </a:xfrm>
              <a:prstGeom prst="rect">
                <a:avLst/>
              </a:prstGeom>
            </p:spPr>
          </p:pic>
          <p:sp>
            <p:nvSpPr>
              <p:cNvPr id="467" name="Text 467"/>
              <p:cNvSpPr txBox="1"/>
              <p:nvPr/>
            </p:nvSpPr>
            <p:spPr>
              <a:xfrm>
                <a:off x="5268447" y="4833558"/>
                <a:ext cy="204000" cx="1548000"/>
              </a:xfrm>
              <a:prstGeom prst="rect">
                <a:avLst/>
              </a:prstGeom>
              <a:noFill/>
            </p:spPr>
            <p:txBody>
              <a:bodyPr anchor="ctr" lIns="0" wrap="none" rtlCol="0" rIns="0" tIns="0" bIns="11000"/>
              <a:lstStyle/>
              <a:p>
                <a:pPr algn="ctr">
                  <a:lnSpc>
                    <a:spcPct val="100000"/>
                  </a:lnSpc>
                </a:pPr>
                <a:r>
                  <a:rPr sz="1260">
                    <a:solidFill>
                      <a:srgbClr val="454545"/>
                    </a:solidFill>
                    <a:latin typeface="標楷體"/>
                  </a:rPr>
                  <a:t>實體識別的成品模型</a:t>
                </a:r>
              </a:p>
            </p:txBody>
          </p:sp>
        </p:grpSp>
        <p:grpSp>
          <p:nvGrpSpPr>
            <p:cNvPr id="468" name="Group 468"/>
            <p:cNvGrpSpPr/>
            <p:nvPr/>
          </p:nvGrpSpPr>
          <p:grpSpPr>
            <a:xfrm>
              <a:off x="7089447" y="4019637"/>
              <a:ext cy="1061927" cx="1722000"/>
              <a:chOff x="7089447" y="4019637"/>
              <a:chExt cy="1061927" cx="1722000"/>
            </a:xfrm>
          </p:grpSpPr>
          <p:sp>
            <p:nvSpPr>
              <p:cNvPr id="290" name="SubTopic"/>
              <p:cNvSpPr/>
              <p:nvPr/>
            </p:nvSpPr>
            <p:spPr>
              <a:xfrm>
                <a:off x="7089447" y="4019637"/>
                <a:ext cy="1061927" cx="1722000"/>
              </a:xfrm>
              <a:custGeom>
                <a:avLst/>
                <a:gdLst/>
                <a:ahLst/>
                <a:cxnLst/>
                <a:pathLst>
                  <a:path w="1722000" stroke="false" h="1061927">
                    <a:moveTo>
                      <a:pt x="0" y="0"/>
                    </a:moveTo>
                    <a:lnTo>
                      <a:pt x="54000" y="3203"/>
                    </a:lnTo>
                    <a:lnTo>
                      <a:pt x="108000" y="2838"/>
                    </a:lnTo>
                    <a:lnTo>
                      <a:pt x="162000" y="2164"/>
                    </a:lnTo>
                    <a:lnTo>
                      <a:pt x="216000" y="1854"/>
                    </a:lnTo>
                    <a:lnTo>
                      <a:pt x="270000" y="-111"/>
                    </a:lnTo>
                    <a:lnTo>
                      <a:pt x="324000" y="-2959"/>
                    </a:lnTo>
                    <a:lnTo>
                      <a:pt x="378000" y="-3464"/>
                    </a:lnTo>
                    <a:lnTo>
                      <a:pt x="432000" y="-549"/>
                    </a:lnTo>
                    <a:lnTo>
                      <a:pt x="486000" y="1878"/>
                    </a:lnTo>
                    <a:lnTo>
                      <a:pt x="540000" y="2526"/>
                    </a:lnTo>
                    <a:lnTo>
                      <a:pt x="594000" y="746"/>
                    </a:lnTo>
                    <a:lnTo>
                      <a:pt x="648000" y="-3232"/>
                    </a:lnTo>
                    <a:lnTo>
                      <a:pt x="702000" y="-5384"/>
                    </a:lnTo>
                    <a:lnTo>
                      <a:pt x="756000" y="-4383"/>
                    </a:lnTo>
                    <a:lnTo>
                      <a:pt x="810000" y="629"/>
                    </a:lnTo>
                    <a:lnTo>
                      <a:pt x="864000" y="5671"/>
                    </a:lnTo>
                    <a:lnTo>
                      <a:pt x="918000" y="6406"/>
                    </a:lnTo>
                    <a:lnTo>
                      <a:pt x="972000" y="3272"/>
                    </a:lnTo>
                    <a:lnTo>
                      <a:pt x="1026000" y="-1114"/>
                    </a:lnTo>
                    <a:lnTo>
                      <a:pt x="1080000" y="-2514"/>
                    </a:lnTo>
                    <a:lnTo>
                      <a:pt x="1134000" y="-2249"/>
                    </a:lnTo>
                    <a:lnTo>
                      <a:pt x="1188000" y="-1557"/>
                    </a:lnTo>
                    <a:lnTo>
                      <a:pt x="1242000" y="-1241"/>
                    </a:lnTo>
                    <a:lnTo>
                      <a:pt x="1296000" y="-516"/>
                    </a:lnTo>
                    <a:lnTo>
                      <a:pt x="1350000" y="2986"/>
                    </a:lnTo>
                    <a:lnTo>
                      <a:pt x="1404000" y="7192"/>
                    </a:lnTo>
                    <a:lnTo>
                      <a:pt x="1458000" y="8071"/>
                    </a:lnTo>
                    <a:lnTo>
                      <a:pt x="1512000" y="6029"/>
                    </a:lnTo>
                    <a:lnTo>
                      <a:pt x="1566000" y="1845"/>
                    </a:lnTo>
                    <a:lnTo>
                      <a:pt x="1620000" y="-567"/>
                    </a:lnTo>
                    <a:lnTo>
                      <a:pt x="1674000" y="-2308"/>
                    </a:lnTo>
                    <a:lnTo>
                      <a:pt x="1728895" y="9000"/>
                    </a:lnTo>
                    <a:lnTo>
                      <a:pt x="1732575" y="63000"/>
                    </a:lnTo>
                    <a:lnTo>
                      <a:pt x="1732224" y="117000"/>
                    </a:lnTo>
                    <a:lnTo>
                      <a:pt x="1730241" y="171000"/>
                    </a:lnTo>
                    <a:lnTo>
                      <a:pt x="1728064" y="225000"/>
                    </a:lnTo>
                    <a:lnTo>
                      <a:pt x="1727196" y="279000"/>
                    </a:lnTo>
                    <a:lnTo>
                      <a:pt x="1722316" y="333000"/>
                    </a:lnTo>
                    <a:lnTo>
                      <a:pt x="1716167" y="387000"/>
                    </a:lnTo>
                    <a:lnTo>
                      <a:pt x="1713520" y="441000"/>
                    </a:lnTo>
                    <a:lnTo>
                      <a:pt x="1713800" y="495000"/>
                    </a:lnTo>
                    <a:lnTo>
                      <a:pt x="1715051" y="549000"/>
                    </a:lnTo>
                    <a:lnTo>
                      <a:pt x="1717032" y="603000"/>
                    </a:lnTo>
                    <a:lnTo>
                      <a:pt x="1717252" y="657000"/>
                    </a:lnTo>
                    <a:lnTo>
                      <a:pt x="1717981" y="711000"/>
                    </a:lnTo>
                    <a:lnTo>
                      <a:pt x="1720628" y="765000"/>
                    </a:lnTo>
                    <a:lnTo>
                      <a:pt x="1721813" y="819000"/>
                    </a:lnTo>
                    <a:lnTo>
                      <a:pt x="1723526" y="873000"/>
                    </a:lnTo>
                    <a:lnTo>
                      <a:pt x="1727391" y="927000"/>
                    </a:lnTo>
                    <a:lnTo>
                      <a:pt x="1729400" y="981000"/>
                    </a:lnTo>
                    <a:lnTo>
                      <a:pt x="1729065" y="1035000"/>
                    </a:lnTo>
                    <a:lnTo>
                      <a:pt x="1686000" y="1068166"/>
                    </a:lnTo>
                    <a:lnTo>
                      <a:pt x="1632000" y="1067927"/>
                    </a:lnTo>
                    <a:lnTo>
                      <a:pt x="1578000" y="1066962"/>
                    </a:lnTo>
                    <a:lnTo>
                      <a:pt x="1524000" y="1063046"/>
                    </a:lnTo>
                    <a:lnTo>
                      <a:pt x="1470000" y="1060333"/>
                    </a:lnTo>
                    <a:lnTo>
                      <a:pt x="1416000" y="1059991"/>
                    </a:lnTo>
                    <a:lnTo>
                      <a:pt x="1362000" y="1064357"/>
                    </a:lnTo>
                    <a:lnTo>
                      <a:pt x="1308000" y="1069510"/>
                    </a:lnTo>
                    <a:lnTo>
                      <a:pt x="1254000" y="1071099"/>
                    </a:lnTo>
                    <a:lnTo>
                      <a:pt x="1200000" y="1069714"/>
                    </a:lnTo>
                    <a:lnTo>
                      <a:pt x="1146000" y="1067100"/>
                    </a:lnTo>
                    <a:lnTo>
                      <a:pt x="1092000" y="1066057"/>
                    </a:lnTo>
                    <a:lnTo>
                      <a:pt x="1038000" y="1066393"/>
                    </a:lnTo>
                    <a:lnTo>
                      <a:pt x="984000" y="1067951"/>
                    </a:lnTo>
                    <a:lnTo>
                      <a:pt x="930000" y="1069841"/>
                    </a:lnTo>
                    <a:lnTo>
                      <a:pt x="876000" y="1070143"/>
                    </a:lnTo>
                    <a:lnTo>
                      <a:pt x="822000" y="1067828"/>
                    </a:lnTo>
                    <a:lnTo>
                      <a:pt x="768000" y="1065969"/>
                    </a:lnTo>
                    <a:lnTo>
                      <a:pt x="714000" y="1065149"/>
                    </a:lnTo>
                    <a:lnTo>
                      <a:pt x="660000" y="1063525"/>
                    </a:lnTo>
                    <a:lnTo>
                      <a:pt x="606000" y="1060507"/>
                    </a:lnTo>
                    <a:lnTo>
                      <a:pt x="552000" y="1059600"/>
                    </a:lnTo>
                    <a:lnTo>
                      <a:pt x="498000" y="1059260"/>
                    </a:lnTo>
                    <a:lnTo>
                      <a:pt x="444000" y="1057366"/>
                    </a:lnTo>
                    <a:lnTo>
                      <a:pt x="390000" y="1054903"/>
                    </a:lnTo>
                    <a:lnTo>
                      <a:pt x="336000" y="1054242"/>
                    </a:lnTo>
                    <a:lnTo>
                      <a:pt x="282000" y="1055491"/>
                    </a:lnTo>
                    <a:lnTo>
                      <a:pt x="228000" y="1056785"/>
                    </a:lnTo>
                    <a:lnTo>
                      <a:pt x="174000" y="1057544"/>
                    </a:lnTo>
                    <a:lnTo>
                      <a:pt x="120000" y="1056477"/>
                    </a:lnTo>
                    <a:lnTo>
                      <a:pt x="66000" y="1053824"/>
                    </a:lnTo>
                    <a:lnTo>
                      <a:pt x="12000" y="1051242"/>
                    </a:lnTo>
                    <a:lnTo>
                      <a:pt x="9803" y="1016927"/>
                    </a:lnTo>
                    <a:lnTo>
                      <a:pt x="4848" y="962927"/>
                    </a:lnTo>
                    <a:lnTo>
                      <a:pt x="162" y="908927"/>
                    </a:lnTo>
                    <a:lnTo>
                      <a:pt x="-618" y="854927"/>
                    </a:lnTo>
                    <a:lnTo>
                      <a:pt x="2170" y="800927"/>
                    </a:lnTo>
                    <a:lnTo>
                      <a:pt x="6734" y="746927"/>
                    </a:lnTo>
                    <a:lnTo>
                      <a:pt x="9417" y="692927"/>
                    </a:lnTo>
                    <a:lnTo>
                      <a:pt x="5867" y="638927"/>
                    </a:lnTo>
                    <a:lnTo>
                      <a:pt x="-2504" y="584927"/>
                    </a:lnTo>
                    <a:lnTo>
                      <a:pt x="-9652" y="530927"/>
                    </a:lnTo>
                    <a:lnTo>
                      <a:pt x="-8703" y="476927"/>
                    </a:lnTo>
                    <a:lnTo>
                      <a:pt x="-2435" y="422927"/>
                    </a:lnTo>
                    <a:lnTo>
                      <a:pt x="3189" y="368927"/>
                    </a:lnTo>
                    <a:lnTo>
                      <a:pt x="4694" y="314927"/>
                    </a:lnTo>
                    <a:lnTo>
                      <a:pt x="5074" y="260927"/>
                    </a:lnTo>
                    <a:lnTo>
                      <a:pt x="4358" y="206927"/>
                    </a:lnTo>
                    <a:lnTo>
                      <a:pt x="3632" y="152927"/>
                    </a:lnTo>
                    <a:lnTo>
                      <a:pt x="3356" y="98927"/>
                    </a:lnTo>
                    <a:lnTo>
                      <a:pt x="2659" y="44927"/>
                    </a:lnTo>
                    <a:lnTo>
                      <a:pt x="0" y="0"/>
                    </a:lnTo>
                    <a:close/>
                  </a:path>
                </a:pathLst>
              </a:custGeom>
              <a:solidFill>
                <a:srgbClr val="EBF2FF"/>
              </a:solidFill>
              <a:ln w="48000" cap="flat">
                <a:solidFill>
                  <a:srgbClr val="B15547"/>
                </a:solidFill>
                <a:round/>
              </a:ln>
            </p:spPr>
          </p:sp>
          <p:pic>
            <p:nvPicPr>
              <p:cNvPr id="292" name="Image"/>
              <p:cNvPicPr>
                <a:picLocks noChangeAspect="1"/>
              </p:cNvPicPr>
              <p:nvPr/>
            </p:nvPicPr>
            <p:blipFill>
              <a:blip r:embed="rId6"/>
              <a:stretch>
                <a:fillRect/>
              </a:stretch>
            </p:blipFill>
            <p:spPr>
              <a:xfrm>
                <a:off x="7377000" y="4067037"/>
                <a:ext cy="719927" cx="1173894"/>
              </a:xfrm>
              <a:prstGeom prst="rect">
                <a:avLst/>
              </a:prstGeom>
            </p:spPr>
          </p:pic>
          <p:sp>
            <p:nvSpPr>
              <p:cNvPr id="469" name="Text 469"/>
              <p:cNvSpPr txBox="1"/>
              <p:nvPr/>
            </p:nvSpPr>
            <p:spPr>
              <a:xfrm>
                <a:off x="7152447" y="4857164"/>
                <a:ext cy="204000" cx="1548000"/>
              </a:xfrm>
              <a:prstGeom prst="rect">
                <a:avLst/>
              </a:prstGeom>
              <a:noFill/>
            </p:spPr>
            <p:txBody>
              <a:bodyPr anchor="ctr" lIns="0" wrap="none" rtlCol="0" rIns="0" tIns="0" bIns="11000"/>
              <a:lstStyle/>
              <a:p>
                <a:pPr algn="ctr">
                  <a:lnSpc>
                    <a:spcPct val="100000"/>
                  </a:lnSpc>
                </a:pPr>
                <a:r>
                  <a:rPr sz="1260">
                    <a:solidFill>
                      <a:srgbClr val="454545"/>
                    </a:solidFill>
                    <a:latin typeface="標楷體"/>
                  </a:rPr>
                  <a:t>文本摘要的成品模型</a:t>
                </a:r>
              </a:p>
            </p:txBody>
          </p:sp>
        </p:grpSp>
        <p:grpSp>
          <p:nvGrpSpPr>
            <p:cNvPr id="470" name="Group 470"/>
            <p:cNvGrpSpPr/>
            <p:nvPr/>
          </p:nvGrpSpPr>
          <p:grpSpPr>
            <a:xfrm>
              <a:off x="2080732" y="5765637"/>
              <a:ext cy="480000" cx="5022205"/>
              <a:chOff x="2080732" y="5765637"/>
              <a:chExt cy="480000" cx="5022205"/>
            </a:xfrm>
          </p:grpSpPr>
          <p:sp>
            <p:nvSpPr>
              <p:cNvPr id="305" name="SummaryTopic"/>
              <p:cNvSpPr/>
              <p:nvPr/>
            </p:nvSpPr>
            <p:spPr>
              <a:xfrm>
                <a:off x="2080732" y="5765637"/>
                <a:ext cy="480000" cx="5022205"/>
              </a:xfrm>
              <a:custGeom>
                <a:avLst/>
                <a:gdLst/>
                <a:ahLst/>
                <a:cxnLst/>
                <a:pathLst>
                  <a:path w="5022205" stroke="false" h="480000">
                    <a:moveTo>
                      <a:pt x="0" y="0"/>
                    </a:moveTo>
                    <a:lnTo>
                      <a:pt x="54000" y="3203"/>
                    </a:lnTo>
                    <a:lnTo>
                      <a:pt x="108000" y="2838"/>
                    </a:lnTo>
                    <a:lnTo>
                      <a:pt x="162000" y="2164"/>
                    </a:lnTo>
                    <a:lnTo>
                      <a:pt x="216000" y="1854"/>
                    </a:lnTo>
                    <a:lnTo>
                      <a:pt x="270000" y="-111"/>
                    </a:lnTo>
                    <a:lnTo>
                      <a:pt x="324000" y="-2959"/>
                    </a:lnTo>
                    <a:lnTo>
                      <a:pt x="378000" y="-3464"/>
                    </a:lnTo>
                    <a:lnTo>
                      <a:pt x="432000" y="-549"/>
                    </a:lnTo>
                    <a:lnTo>
                      <a:pt x="486000" y="1878"/>
                    </a:lnTo>
                    <a:lnTo>
                      <a:pt x="540000" y="2526"/>
                    </a:lnTo>
                    <a:lnTo>
                      <a:pt x="594000" y="746"/>
                    </a:lnTo>
                    <a:lnTo>
                      <a:pt x="648000" y="-3232"/>
                    </a:lnTo>
                    <a:lnTo>
                      <a:pt x="702000" y="-5384"/>
                    </a:lnTo>
                    <a:lnTo>
                      <a:pt x="756000" y="-4383"/>
                    </a:lnTo>
                    <a:lnTo>
                      <a:pt x="810000" y="629"/>
                    </a:lnTo>
                    <a:lnTo>
                      <a:pt x="864000" y="5671"/>
                    </a:lnTo>
                    <a:lnTo>
                      <a:pt x="918000" y="6406"/>
                    </a:lnTo>
                    <a:lnTo>
                      <a:pt x="972000" y="3272"/>
                    </a:lnTo>
                    <a:lnTo>
                      <a:pt x="1026000" y="-1114"/>
                    </a:lnTo>
                    <a:lnTo>
                      <a:pt x="1080000" y="-2514"/>
                    </a:lnTo>
                    <a:lnTo>
                      <a:pt x="1134000" y="-2249"/>
                    </a:lnTo>
                    <a:lnTo>
                      <a:pt x="1188000" y="-1557"/>
                    </a:lnTo>
                    <a:lnTo>
                      <a:pt x="1242000" y="-1241"/>
                    </a:lnTo>
                    <a:lnTo>
                      <a:pt x="1296000" y="-516"/>
                    </a:lnTo>
                    <a:lnTo>
                      <a:pt x="1350000" y="2986"/>
                    </a:lnTo>
                    <a:lnTo>
                      <a:pt x="1404000" y="7192"/>
                    </a:lnTo>
                    <a:lnTo>
                      <a:pt x="1458000" y="8071"/>
                    </a:lnTo>
                    <a:lnTo>
                      <a:pt x="1512000" y="6029"/>
                    </a:lnTo>
                    <a:lnTo>
                      <a:pt x="1566000" y="1845"/>
                    </a:lnTo>
                    <a:lnTo>
                      <a:pt x="1620000" y="-567"/>
                    </a:lnTo>
                    <a:lnTo>
                      <a:pt x="1674000" y="-2308"/>
                    </a:lnTo>
                    <a:lnTo>
                      <a:pt x="1728000" y="-6895"/>
                    </a:lnTo>
                    <a:lnTo>
                      <a:pt x="1782000" y="-10575"/>
                    </a:lnTo>
                    <a:lnTo>
                      <a:pt x="1836000" y="-10224"/>
                    </a:lnTo>
                    <a:lnTo>
                      <a:pt x="1890000" y="-8241"/>
                    </a:lnTo>
                    <a:lnTo>
                      <a:pt x="1944000" y="-6065"/>
                    </a:lnTo>
                    <a:lnTo>
                      <a:pt x="1998000" y="-5196"/>
                    </a:lnTo>
                    <a:lnTo>
                      <a:pt x="2052000" y="-316"/>
                    </a:lnTo>
                    <a:lnTo>
                      <a:pt x="2106000" y="5833"/>
                    </a:lnTo>
                    <a:lnTo>
                      <a:pt x="2160000" y="8480"/>
                    </a:lnTo>
                    <a:lnTo>
                      <a:pt x="2214000" y="8200"/>
                    </a:lnTo>
                    <a:lnTo>
                      <a:pt x="2268000" y="6949"/>
                    </a:lnTo>
                    <a:lnTo>
                      <a:pt x="2322000" y="4967"/>
                    </a:lnTo>
                    <a:lnTo>
                      <a:pt x="2376000" y="4748"/>
                    </a:lnTo>
                    <a:lnTo>
                      <a:pt x="2430000" y="4019"/>
                    </a:lnTo>
                    <a:lnTo>
                      <a:pt x="2484000" y="1372"/>
                    </a:lnTo>
                    <a:lnTo>
                      <a:pt x="2538000" y="187"/>
                    </a:lnTo>
                    <a:lnTo>
                      <a:pt x="2592000" y="-1526"/>
                    </a:lnTo>
                    <a:lnTo>
                      <a:pt x="2646000" y="-5391"/>
                    </a:lnTo>
                    <a:lnTo>
                      <a:pt x="2700000" y="-7400"/>
                    </a:lnTo>
                    <a:lnTo>
                      <a:pt x="2754000" y="-7065"/>
                    </a:lnTo>
                    <a:lnTo>
                      <a:pt x="2808000" y="-6239"/>
                    </a:lnTo>
                    <a:lnTo>
                      <a:pt x="2862000" y="-6000"/>
                    </a:lnTo>
                    <a:lnTo>
                      <a:pt x="2916000" y="-5035"/>
                    </a:lnTo>
                    <a:lnTo>
                      <a:pt x="2970000" y="-1119"/>
                    </a:lnTo>
                    <a:lnTo>
                      <a:pt x="3024000" y="1594"/>
                    </a:lnTo>
                    <a:lnTo>
                      <a:pt x="3078000" y="1937"/>
                    </a:lnTo>
                    <a:lnTo>
                      <a:pt x="3132000" y="-2429"/>
                    </a:lnTo>
                    <a:lnTo>
                      <a:pt x="3186000" y="-7583"/>
                    </a:lnTo>
                    <a:lnTo>
                      <a:pt x="3240000" y="-9171"/>
                    </a:lnTo>
                    <a:lnTo>
                      <a:pt x="3294000" y="-7787"/>
                    </a:lnTo>
                    <a:lnTo>
                      <a:pt x="3348000" y="-5173"/>
                    </a:lnTo>
                    <a:lnTo>
                      <a:pt x="3402000" y="-4130"/>
                    </a:lnTo>
                    <a:lnTo>
                      <a:pt x="3456000" y="-4466"/>
                    </a:lnTo>
                    <a:lnTo>
                      <a:pt x="3510000" y="-6023"/>
                    </a:lnTo>
                    <a:lnTo>
                      <a:pt x="3564000" y="-7914"/>
                    </a:lnTo>
                    <a:lnTo>
                      <a:pt x="3618000" y="-8216"/>
                    </a:lnTo>
                    <a:lnTo>
                      <a:pt x="3672000" y="-5901"/>
                    </a:lnTo>
                    <a:lnTo>
                      <a:pt x="3726000" y="-4042"/>
                    </a:lnTo>
                    <a:lnTo>
                      <a:pt x="3780000" y="-3222"/>
                    </a:lnTo>
                    <a:lnTo>
                      <a:pt x="3834000" y="-1598"/>
                    </a:lnTo>
                    <a:lnTo>
                      <a:pt x="3888000" y="1420"/>
                    </a:lnTo>
                    <a:lnTo>
                      <a:pt x="3942000" y="2327"/>
                    </a:lnTo>
                    <a:lnTo>
                      <a:pt x="3996000" y="2667"/>
                    </a:lnTo>
                    <a:lnTo>
                      <a:pt x="4050000" y="4561"/>
                    </a:lnTo>
                    <a:lnTo>
                      <a:pt x="4104000" y="7024"/>
                    </a:lnTo>
                    <a:lnTo>
                      <a:pt x="4158000" y="7685"/>
                    </a:lnTo>
                    <a:lnTo>
                      <a:pt x="4212000" y="6436"/>
                    </a:lnTo>
                    <a:lnTo>
                      <a:pt x="4266000" y="5142"/>
                    </a:lnTo>
                    <a:lnTo>
                      <a:pt x="4320000" y="4383"/>
                    </a:lnTo>
                    <a:lnTo>
                      <a:pt x="4374000" y="5450"/>
                    </a:lnTo>
                    <a:lnTo>
                      <a:pt x="4428000" y="8103"/>
                    </a:lnTo>
                    <a:lnTo>
                      <a:pt x="4482000" y="10685"/>
                    </a:lnTo>
                    <a:lnTo>
                      <a:pt x="4536000" y="9803"/>
                    </a:lnTo>
                    <a:lnTo>
                      <a:pt x="4590000" y="4848"/>
                    </a:lnTo>
                    <a:lnTo>
                      <a:pt x="4644000" y="162"/>
                    </a:lnTo>
                    <a:lnTo>
                      <a:pt x="4698000" y="-618"/>
                    </a:lnTo>
                    <a:lnTo>
                      <a:pt x="4752000" y="2170"/>
                    </a:lnTo>
                    <a:lnTo>
                      <a:pt x="4806000" y="6734"/>
                    </a:lnTo>
                    <a:lnTo>
                      <a:pt x="4860000" y="9417"/>
                    </a:lnTo>
                    <a:lnTo>
                      <a:pt x="4914000" y="5867"/>
                    </a:lnTo>
                    <a:lnTo>
                      <a:pt x="4968000" y="-2504"/>
                    </a:lnTo>
                    <a:lnTo>
                      <a:pt x="5031857" y="0"/>
                    </a:lnTo>
                    <a:lnTo>
                      <a:pt x="5030908" y="54000"/>
                    </a:lnTo>
                    <a:lnTo>
                      <a:pt x="5024640" y="108000"/>
                    </a:lnTo>
                    <a:lnTo>
                      <a:pt x="5019017" y="162000"/>
                    </a:lnTo>
                    <a:lnTo>
                      <a:pt x="5017511" y="216000"/>
                    </a:lnTo>
                    <a:lnTo>
                      <a:pt x="5017131" y="270000"/>
                    </a:lnTo>
                    <a:lnTo>
                      <a:pt x="5017847" y="324000"/>
                    </a:lnTo>
                    <a:lnTo>
                      <a:pt x="5018574" y="378000"/>
                    </a:lnTo>
                    <a:lnTo>
                      <a:pt x="5018849" y="432000"/>
                    </a:lnTo>
                    <a:lnTo>
                      <a:pt x="5013205" y="477341"/>
                    </a:lnTo>
                    <a:lnTo>
                      <a:pt x="4959205" y="478095"/>
                    </a:lnTo>
                    <a:lnTo>
                      <a:pt x="4905205" y="478488"/>
                    </a:lnTo>
                    <a:lnTo>
                      <a:pt x="4851205" y="480283"/>
                    </a:lnTo>
                    <a:lnTo>
                      <a:pt x="4797205" y="482815"/>
                    </a:lnTo>
                    <a:lnTo>
                      <a:pt x="4743205" y="483444"/>
                    </a:lnTo>
                    <a:lnTo>
                      <a:pt x="4689205" y="481526"/>
                    </a:lnTo>
                    <a:lnTo>
                      <a:pt x="4635205" y="477917"/>
                    </a:lnTo>
                    <a:lnTo>
                      <a:pt x="4581205" y="475600"/>
                    </a:lnTo>
                    <a:lnTo>
                      <a:pt x="4527205" y="478045"/>
                    </a:lnTo>
                    <a:lnTo>
                      <a:pt x="4473205" y="481684"/>
                    </a:lnTo>
                    <a:lnTo>
                      <a:pt x="4419205" y="482615"/>
                    </a:lnTo>
                    <a:lnTo>
                      <a:pt x="4365205" y="483103"/>
                    </a:lnTo>
                    <a:lnTo>
                      <a:pt x="4311205" y="485195"/>
                    </a:lnTo>
                    <a:lnTo>
                      <a:pt x="4257205" y="487328"/>
                    </a:lnTo>
                    <a:lnTo>
                      <a:pt x="4203205" y="487593"/>
                    </a:lnTo>
                    <a:lnTo>
                      <a:pt x="4149205" y="483771"/>
                    </a:lnTo>
                    <a:lnTo>
                      <a:pt x="4095205" y="477529"/>
                    </a:lnTo>
                    <a:lnTo>
                      <a:pt x="4041205" y="474343"/>
                    </a:lnTo>
                    <a:lnTo>
                      <a:pt x="3987205" y="473911"/>
                    </a:lnTo>
                    <a:lnTo>
                      <a:pt x="3933205" y="471640"/>
                    </a:lnTo>
                    <a:lnTo>
                      <a:pt x="3879205" y="468942"/>
                    </a:lnTo>
                    <a:lnTo>
                      <a:pt x="3825205" y="469721"/>
                    </a:lnTo>
                    <a:lnTo>
                      <a:pt x="3771205" y="473469"/>
                    </a:lnTo>
                    <a:lnTo>
                      <a:pt x="3717205" y="476613"/>
                    </a:lnTo>
                    <a:lnTo>
                      <a:pt x="3663205" y="477345"/>
                    </a:lnTo>
                    <a:lnTo>
                      <a:pt x="3609205" y="477926"/>
                    </a:lnTo>
                    <a:lnTo>
                      <a:pt x="3555205" y="479170"/>
                    </a:lnTo>
                    <a:lnTo>
                      <a:pt x="3501205" y="479202"/>
                    </a:lnTo>
                    <a:lnTo>
                      <a:pt x="3447205" y="481148"/>
                    </a:lnTo>
                    <a:lnTo>
                      <a:pt x="3393205" y="483831"/>
                    </a:lnTo>
                    <a:lnTo>
                      <a:pt x="3339205" y="485559"/>
                    </a:lnTo>
                    <a:lnTo>
                      <a:pt x="3285205" y="484480"/>
                    </a:lnTo>
                    <a:lnTo>
                      <a:pt x="3231205" y="479574"/>
                    </a:lnTo>
                    <a:lnTo>
                      <a:pt x="3177205" y="474539"/>
                    </a:lnTo>
                    <a:lnTo>
                      <a:pt x="3123205" y="473230"/>
                    </a:lnTo>
                    <a:lnTo>
                      <a:pt x="3069205" y="474406"/>
                    </a:lnTo>
                    <a:lnTo>
                      <a:pt x="3015205" y="474692"/>
                    </a:lnTo>
                    <a:lnTo>
                      <a:pt x="2961205" y="474684"/>
                    </a:lnTo>
                    <a:lnTo>
                      <a:pt x="2907205" y="474127"/>
                    </a:lnTo>
                    <a:lnTo>
                      <a:pt x="2853205" y="472349"/>
                    </a:lnTo>
                    <a:lnTo>
                      <a:pt x="2799205" y="470938"/>
                    </a:lnTo>
                    <a:lnTo>
                      <a:pt x="2745205" y="472430"/>
                    </a:lnTo>
                    <a:lnTo>
                      <a:pt x="2691205" y="479335"/>
                    </a:lnTo>
                    <a:lnTo>
                      <a:pt x="2637205" y="485026"/>
                    </a:lnTo>
                    <a:lnTo>
                      <a:pt x="2583205" y="486299"/>
                    </a:lnTo>
                    <a:lnTo>
                      <a:pt x="2529205" y="487445"/>
                    </a:lnTo>
                    <a:lnTo>
                      <a:pt x="2475205" y="487183"/>
                    </a:lnTo>
                    <a:lnTo>
                      <a:pt x="2421205" y="486142"/>
                    </a:lnTo>
                    <a:lnTo>
                      <a:pt x="2367205" y="484110"/>
                    </a:lnTo>
                    <a:lnTo>
                      <a:pt x="2313205" y="479157"/>
                    </a:lnTo>
                    <a:lnTo>
                      <a:pt x="2259205" y="476108"/>
                    </a:lnTo>
                    <a:lnTo>
                      <a:pt x="2205205" y="475967"/>
                    </a:lnTo>
                    <a:lnTo>
                      <a:pt x="2151205" y="476764"/>
                    </a:lnTo>
                    <a:lnTo>
                      <a:pt x="2097205" y="478681"/>
                    </a:lnTo>
                    <a:lnTo>
                      <a:pt x="2043205" y="478985"/>
                    </a:lnTo>
                    <a:lnTo>
                      <a:pt x="1989205" y="477985"/>
                    </a:lnTo>
                    <a:lnTo>
                      <a:pt x="1935205" y="478556"/>
                    </a:lnTo>
                    <a:lnTo>
                      <a:pt x="1881205" y="479293"/>
                    </a:lnTo>
                    <a:lnTo>
                      <a:pt x="1827205" y="479614"/>
                    </a:lnTo>
                    <a:lnTo>
                      <a:pt x="1773205" y="481269"/>
                    </a:lnTo>
                    <a:lnTo>
                      <a:pt x="1719205" y="482928"/>
                    </a:lnTo>
                    <a:lnTo>
                      <a:pt x="1665205" y="482268"/>
                    </a:lnTo>
                    <a:lnTo>
                      <a:pt x="1611205" y="478400"/>
                    </a:lnTo>
                    <a:lnTo>
                      <a:pt x="1557205" y="476134"/>
                    </a:lnTo>
                    <a:lnTo>
                      <a:pt x="1503205" y="475822"/>
                    </a:lnTo>
                    <a:lnTo>
                      <a:pt x="1449205" y="475665"/>
                    </a:lnTo>
                    <a:lnTo>
                      <a:pt x="1395205" y="477815"/>
                    </a:lnTo>
                    <a:lnTo>
                      <a:pt x="1341205" y="479511"/>
                    </a:lnTo>
                    <a:lnTo>
                      <a:pt x="1287205" y="480160"/>
                    </a:lnTo>
                    <a:lnTo>
                      <a:pt x="1233205" y="480651"/>
                    </a:lnTo>
                    <a:lnTo>
                      <a:pt x="1179205" y="479661"/>
                    </a:lnTo>
                    <a:lnTo>
                      <a:pt x="1125205" y="479951"/>
                    </a:lnTo>
                    <a:lnTo>
                      <a:pt x="1071205" y="481711"/>
                    </a:lnTo>
                    <a:lnTo>
                      <a:pt x="1017205" y="482379"/>
                    </a:lnTo>
                    <a:lnTo>
                      <a:pt x="963205" y="482316"/>
                    </a:lnTo>
                    <a:lnTo>
                      <a:pt x="909205" y="479094"/>
                    </a:lnTo>
                    <a:lnTo>
                      <a:pt x="855205" y="473911"/>
                    </a:lnTo>
                    <a:lnTo>
                      <a:pt x="801205" y="471713"/>
                    </a:lnTo>
                    <a:lnTo>
                      <a:pt x="747205" y="470682"/>
                    </a:lnTo>
                    <a:lnTo>
                      <a:pt x="693205" y="470048"/>
                    </a:lnTo>
                    <a:lnTo>
                      <a:pt x="639205" y="471061"/>
                    </a:lnTo>
                    <a:lnTo>
                      <a:pt x="585205" y="472897"/>
                    </a:lnTo>
                    <a:lnTo>
                      <a:pt x="531205" y="479889"/>
                    </a:lnTo>
                    <a:lnTo>
                      <a:pt x="477205" y="486487"/>
                    </a:lnTo>
                    <a:lnTo>
                      <a:pt x="423205" y="487868"/>
                    </a:lnTo>
                    <a:lnTo>
                      <a:pt x="369205" y="486221"/>
                    </a:lnTo>
                    <a:lnTo>
                      <a:pt x="315205" y="483330"/>
                    </a:lnTo>
                    <a:lnTo>
                      <a:pt x="261205" y="481276"/>
                    </a:lnTo>
                    <a:lnTo>
                      <a:pt x="207205" y="482389"/>
                    </a:lnTo>
                    <a:lnTo>
                      <a:pt x="153205" y="482798"/>
                    </a:lnTo>
                    <a:lnTo>
                      <a:pt x="99205" y="481934"/>
                    </a:lnTo>
                    <a:lnTo>
                      <a:pt x="45205" y="480973"/>
                    </a:lnTo>
                    <a:lnTo>
                      <a:pt x="2904" y="471000"/>
                    </a:lnTo>
                    <a:lnTo>
                      <a:pt x="8064" y="417000"/>
                    </a:lnTo>
                    <a:lnTo>
                      <a:pt x="9434" y="363000"/>
                    </a:lnTo>
                    <a:lnTo>
                      <a:pt x="8225" y="309000"/>
                    </a:lnTo>
                    <a:lnTo>
                      <a:pt x="5876" y="255000"/>
                    </a:lnTo>
                    <a:lnTo>
                      <a:pt x="4337" y="201000"/>
                    </a:lnTo>
                    <a:lnTo>
                      <a:pt x="4501" y="147000"/>
                    </a:lnTo>
                    <a:lnTo>
                      <a:pt x="3542" y="93000"/>
                    </a:lnTo>
                    <a:lnTo>
                      <a:pt x="1528" y="39000"/>
                    </a:lnTo>
                    <a:lnTo>
                      <a:pt x="0" y="0"/>
                    </a:lnTo>
                    <a:close/>
                  </a:path>
                </a:pathLst>
              </a:custGeom>
              <a:solidFill>
                <a:srgbClr val="F6DEAF"/>
              </a:solidFill>
              <a:ln w="9000" cap="flat">
                <a:solidFill>
                  <a:srgbClr val="EBF2FF"/>
                </a:solidFill>
                <a:round/>
              </a:ln>
            </p:spPr>
          </p:sp>
          <p:pic>
            <p:nvPicPr>
              <p:cNvPr id="309" name="Mark"/>
              <p:cNvPicPr>
                <a:picLocks noChangeAspect="1"/>
              </p:cNvPicPr>
              <p:nvPr/>
            </p:nvPicPr>
            <p:blipFill>
              <a:blip r:embed="rId7"/>
              <a:stretch>
                <a:fillRect/>
              </a:stretch>
            </p:blipFill>
            <p:spPr>
              <a:xfrm>
                <a:off x="2134732" y="5925537"/>
                <a:ext cy="180000" cx="180000"/>
              </a:xfrm>
              <a:prstGeom prst="rect">
                <a:avLst/>
              </a:prstGeom>
            </p:spPr>
          </p:pic>
          <p:sp>
            <p:nvSpPr>
              <p:cNvPr id="471" name="Text 471"/>
              <p:cNvSpPr txBox="1"/>
              <p:nvPr/>
            </p:nvSpPr>
            <p:spPr>
              <a:xfrm>
                <a:off x="2341732" y="5818737"/>
                <a:ext cy="408000" cx="4761188"/>
              </a:xfrm>
              <a:prstGeom prst="rect">
                <a:avLst/>
              </a:prstGeom>
              <a:noFill/>
            </p:spPr>
            <p:txBody>
              <a:bodyPr anchor="ctr" lIns="0" wrap="square" rtlCol="0" rIns="0" tIns="0" bIns="11000"/>
              <a:lstStyle/>
              <a:p>
                <a:pPr algn="ctr">
                  <a:lnSpc>
                    <a:spcPct val="100000"/>
                  </a:lnSpc>
                </a:pPr>
                <a:r>
                  <a:rPr sz="1260">
                    <a:solidFill>
                      <a:srgbClr val="000000"/>
                    </a:solidFill>
                    <a:latin typeface="標楷體"/>
                  </a:rPr>
                  <a:t>實務模型開發工作：完善任務訓練資料治理整備及前後端配套演算法，以完成最後一哩路，將引擎轉化為具體業務可用模型</a:t>
                </a:r>
              </a:p>
            </p:txBody>
          </p:sp>
        </p:grpSp>
      </p:grpSp>
    </p:spTree>
  </p:cSld>
  <p:clrMapOvr>
    <a:masterClrMapping/>
  </p:clrMapOvr>
</p:sld>
</file>

<file path=ppt/slides/slide7.xml><?xml version="1.0" encoding="utf-8"?>
<p:sld xmlns:r="http://schemas.openxmlformats.org/officeDocument/2006/relationships" xmlns:a="http://schemas.openxmlformats.org/drawingml/2006/main" xmlns:p="http://schemas.openxmlformats.org/presentationml/2006/main">
  <p:cSld>
    <p:spTree>
      <p:nvGrpSpPr>
        <p:cNvPr id="300000100" name="Page-1"/>
        <p:cNvGrpSpPr/>
        <p:nvPr/>
      </p:nvGrpSpPr>
      <p:grpSpPr>
        <a:xfrm>
          <a:off x="0" y="0"/>
          <a:ext cy="0" cx="0"/>
          <a:chOff x="0" y="0"/>
          <a:chExt cy="0" cx="0"/>
        </a:xfrm>
      </p:grpSpPr>
      <p:pic>
        <p:nvPicPr>
          <p:cNvPr id="0" name="Image"/>
          <p:cNvPicPr>
            <a:picLocks noChangeAspect="1"/>
          </p:cNvPicPr>
          <p:nvPr/>
        </p:nvPicPr>
        <p:blipFill>
          <a:blip r:embed="rId2"/>
          <a:stretch>
            <a:fillRect/>
          </a:stretch>
        </p:blipFill>
        <p:spPr>
          <a:xfrm>
            <a:off x="0" y="0"/>
            <a:ext cy="6860000" cx="9140000"/>
          </a:xfrm>
          <a:prstGeom prst="rect">
            <a:avLst/>
          </a:prstGeom>
        </p:spPr>
      </p:pic>
      <p:grpSp>
        <p:nvGrpSpPr>
          <p:cNvPr id="462" name="Group462"/>
          <p:cNvGrpSpPr/>
          <p:nvPr/>
        </p:nvGrpSpPr>
        <p:grpSpPr>
          <a:xfrm>
            <a:off x="342054" y="404401"/>
            <a:ext cy="6060000" cx="8475000"/>
            <a:chOff x="342054" y="404401"/>
            <a:chExt cy="6060000" cx="8475000"/>
          </a:xfrm>
        </p:grpSpPr>
        <p:sp>
          <p:nvSpPr>
            <p:cNvPr id="431" name="Summary"/>
            <p:cNvSpPr/>
            <p:nvPr/>
          </p:nvSpPr>
          <p:spPr>
            <a:xfrm>
              <a:off x="5681053" y="3338542"/>
              <a:ext cy="2720000" cx="180000"/>
            </a:xfrm>
            <a:custGeom>
              <a:avLst/>
              <a:gdLst/>
              <a:ahLst/>
              <a:cxnLst/>
              <a:pathLst>
                <a:path fill="none" w="180000" h="2720000">
                  <a:moveTo>
                    <a:pt x="1269" y="0"/>
                  </a:moveTo>
                  <a:lnTo>
                    <a:pt x="62096" y="55225"/>
                  </a:lnTo>
                  <a:lnTo>
                    <a:pt x="81896" y="141004"/>
                  </a:lnTo>
                  <a:lnTo>
                    <a:pt x="84527" y="231809"/>
                  </a:lnTo>
                  <a:lnTo>
                    <a:pt x="85043" y="321809"/>
                  </a:lnTo>
                  <a:lnTo>
                    <a:pt x="88318" y="411809"/>
                  </a:lnTo>
                  <a:lnTo>
                    <a:pt x="93064" y="501809"/>
                  </a:lnTo>
                  <a:lnTo>
                    <a:pt x="93906" y="591809"/>
                  </a:lnTo>
                  <a:lnTo>
                    <a:pt x="89048" y="681809"/>
                  </a:lnTo>
                  <a:lnTo>
                    <a:pt x="85003" y="771809"/>
                  </a:lnTo>
                  <a:lnTo>
                    <a:pt x="83923" y="861809"/>
                  </a:lnTo>
                  <a:lnTo>
                    <a:pt x="86890" y="951809"/>
                  </a:lnTo>
                  <a:lnTo>
                    <a:pt x="93520" y="1041809"/>
                  </a:lnTo>
                  <a:lnTo>
                    <a:pt x="97107" y="1131809"/>
                  </a:lnTo>
                  <a:lnTo>
                    <a:pt x="97423" y="1226758"/>
                  </a:lnTo>
                  <a:lnTo>
                    <a:pt x="116094" y="1313960"/>
                  </a:lnTo>
                  <a:lnTo>
                    <a:pt x="162340" y="1354031"/>
                  </a:lnTo>
                  <a:lnTo>
                    <a:pt x="98026" y="1424695"/>
                  </a:lnTo>
                  <a:lnTo>
                    <a:pt x="82680" y="1521907"/>
                  </a:lnTo>
                  <a:lnTo>
                    <a:pt x="89990" y="1611907"/>
                  </a:lnTo>
                  <a:lnTo>
                    <a:pt x="92323" y="1701907"/>
                  </a:lnTo>
                  <a:lnTo>
                    <a:pt x="91881" y="1791907"/>
                  </a:lnTo>
                  <a:lnTo>
                    <a:pt x="90729" y="1881907"/>
                  </a:lnTo>
                  <a:lnTo>
                    <a:pt x="90202" y="1971907"/>
                  </a:lnTo>
                  <a:lnTo>
                    <a:pt x="88993" y="2061907"/>
                  </a:lnTo>
                  <a:lnTo>
                    <a:pt x="83156" y="2151907"/>
                  </a:lnTo>
                  <a:lnTo>
                    <a:pt x="76147" y="2241907"/>
                  </a:lnTo>
                  <a:lnTo>
                    <a:pt x="74682" y="2331907"/>
                  </a:lnTo>
                  <a:lnTo>
                    <a:pt x="78086" y="2421907"/>
                  </a:lnTo>
                  <a:lnTo>
                    <a:pt x="85058" y="2511907"/>
                  </a:lnTo>
                  <a:lnTo>
                    <a:pt x="83080" y="2607991"/>
                  </a:lnTo>
                  <a:lnTo>
                    <a:pt x="54484" y="2693895"/>
                  </a:lnTo>
                  <a:lnTo>
                    <a:pt x="0" y="2720000"/>
                  </a:lnTo>
                </a:path>
              </a:pathLst>
            </a:custGeom>
            <a:solidFill>
              <a:srgbClr val="F17663">
                <a:alpha val="0"/>
              </a:srgbClr>
            </a:solidFill>
            <a:ln w="15000" cap="flat">
              <a:solidFill>
                <a:srgbClr val="F17663">
                  <a:alpha val="0"/>
                </a:srgbClr>
              </a:solidFill>
              <a:round/>
            </a:ln>
          </p:spPr>
        </p:sp>
        <p:sp>
          <p:nvSpPr>
            <p:cNvPr id="265" name="MMConnector"/>
            <p:cNvSpPr/>
            <p:nvPr/>
          </p:nvSpPr>
          <p:spPr>
            <a:xfrm>
              <a:off x="934554" y="2153542"/>
              <a:ext cy="890000" cx="285000"/>
            </a:xfrm>
            <a:custGeom>
              <a:avLst/>
              <a:gdLst/>
              <a:pathLst>
                <a:path fill="none" w="285000" h="890000">
                  <a:moveTo>
                    <a:pt x="-142500" y="-445000"/>
                  </a:moveTo>
                  <a:lnTo>
                    <a:pt x="-147839" y="-355000"/>
                  </a:lnTo>
                  <a:lnTo>
                    <a:pt x="-147229" y="-265000"/>
                  </a:lnTo>
                  <a:lnTo>
                    <a:pt x="-146106" y="-175000"/>
                  </a:lnTo>
                  <a:lnTo>
                    <a:pt x="-145590" y="-85000"/>
                  </a:lnTo>
                  <a:lnTo>
                    <a:pt x="-142315" y="5000"/>
                  </a:lnTo>
                  <a:lnTo>
                    <a:pt x="-137569" y="95000"/>
                  </a:lnTo>
                  <a:lnTo>
                    <a:pt x="-136727" y="185000"/>
                  </a:lnTo>
                  <a:lnTo>
                    <a:pt x="-141585" y="275000"/>
                  </a:lnTo>
                  <a:lnTo>
                    <a:pt x="-144352" y="370448"/>
                  </a:lnTo>
                  <a:lnTo>
                    <a:pt x="-89558" y="441632"/>
                  </a:lnTo>
                  <a:lnTo>
                    <a:pt x="7500" y="446243"/>
                  </a:lnTo>
                  <a:lnTo>
                    <a:pt x="97500" y="439613"/>
                  </a:lnTo>
                  <a:lnTo>
                    <a:pt x="142500" y="445000"/>
                  </a:lnTo>
                </a:path>
              </a:pathLst>
            </a:custGeom>
            <a:noFill/>
            <a:ln w="15000" cap="rnd">
              <a:solidFill>
                <a:srgbClr val="191919"/>
              </a:solidFill>
              <a:round/>
            </a:ln>
          </p:spPr>
        </p:sp>
        <p:sp>
          <p:nvSpPr>
            <p:cNvPr id="267" name="MMConnector"/>
            <p:cNvSpPr/>
            <p:nvPr/>
          </p:nvSpPr>
          <p:spPr>
            <a:xfrm>
              <a:off x="1374054" y="3563542"/>
              <a:ext cy="1110000" cx="234000"/>
            </a:xfrm>
            <a:custGeom>
              <a:avLst/>
              <a:gdLst/>
              <a:pathLst>
                <a:path fill="none" w="234000" h="1110000">
                  <a:moveTo>
                    <a:pt x="-117000" y="-555000"/>
                  </a:moveTo>
                  <a:lnTo>
                    <a:pt x="-122339" y="-465000"/>
                  </a:lnTo>
                  <a:lnTo>
                    <a:pt x="-121729" y="-375000"/>
                  </a:lnTo>
                  <a:lnTo>
                    <a:pt x="-120606" y="-285000"/>
                  </a:lnTo>
                  <a:lnTo>
                    <a:pt x="-120090" y="-195000"/>
                  </a:lnTo>
                  <a:lnTo>
                    <a:pt x="-116815" y="-105000"/>
                  </a:lnTo>
                  <a:lnTo>
                    <a:pt x="-112069" y="-15000"/>
                  </a:lnTo>
                  <a:lnTo>
                    <a:pt x="-111227" y="75000"/>
                  </a:lnTo>
                  <a:lnTo>
                    <a:pt x="-116085" y="165000"/>
                  </a:lnTo>
                  <a:lnTo>
                    <a:pt x="-120130" y="255000"/>
                  </a:lnTo>
                  <a:lnTo>
                    <a:pt x="-121210" y="345000"/>
                  </a:lnTo>
                  <a:lnTo>
                    <a:pt x="-118243" y="435000"/>
                  </a:lnTo>
                  <a:lnTo>
                    <a:pt x="-93495" y="517309"/>
                  </a:lnTo>
                  <a:lnTo>
                    <a:pt x="-12000" y="546027"/>
                  </a:lnTo>
                  <a:lnTo>
                    <a:pt x="78000" y="547694"/>
                  </a:lnTo>
                  <a:lnTo>
                    <a:pt x="117000" y="555000"/>
                  </a:lnTo>
                </a:path>
              </a:pathLst>
            </a:custGeom>
            <a:noFill/>
            <a:ln w="15000" cap="rnd">
              <a:solidFill>
                <a:srgbClr val="191919"/>
              </a:solidFill>
              <a:round/>
            </a:ln>
          </p:spPr>
        </p:sp>
        <p:sp>
          <p:nvSpPr>
            <p:cNvPr id="269" name="MMConnector"/>
            <p:cNvSpPr/>
            <p:nvPr/>
          </p:nvSpPr>
          <p:spPr>
            <a:xfrm>
              <a:off x="1374054" y="3853542"/>
              <a:ext cy="1690000" cx="234000"/>
            </a:xfrm>
            <a:custGeom>
              <a:avLst/>
              <a:gdLst/>
              <a:pathLst>
                <a:path fill="none" w="234000" h="1690000">
                  <a:moveTo>
                    <a:pt x="-117000" y="-845000"/>
                  </a:moveTo>
                  <a:lnTo>
                    <a:pt x="-122339" y="-755000"/>
                  </a:lnTo>
                  <a:lnTo>
                    <a:pt x="-121729" y="-665000"/>
                  </a:lnTo>
                  <a:lnTo>
                    <a:pt x="-120606" y="-575000"/>
                  </a:lnTo>
                  <a:lnTo>
                    <a:pt x="-120090" y="-485000"/>
                  </a:lnTo>
                  <a:lnTo>
                    <a:pt x="-116815" y="-395000"/>
                  </a:lnTo>
                  <a:lnTo>
                    <a:pt x="-112069" y="-305000"/>
                  </a:lnTo>
                  <a:lnTo>
                    <a:pt x="-111227" y="-215000"/>
                  </a:lnTo>
                  <a:lnTo>
                    <a:pt x="-116085" y="-125000"/>
                  </a:lnTo>
                  <a:lnTo>
                    <a:pt x="-120130" y="-35000"/>
                  </a:lnTo>
                  <a:lnTo>
                    <a:pt x="-121210" y="55000"/>
                  </a:lnTo>
                  <a:lnTo>
                    <a:pt x="-118243" y="145000"/>
                  </a:lnTo>
                  <a:lnTo>
                    <a:pt x="-111613" y="235000"/>
                  </a:lnTo>
                  <a:lnTo>
                    <a:pt x="-108027" y="325000"/>
                  </a:lnTo>
                  <a:lnTo>
                    <a:pt x="-109694" y="415000"/>
                  </a:lnTo>
                  <a:lnTo>
                    <a:pt x="-118049" y="505000"/>
                  </a:lnTo>
                  <a:lnTo>
                    <a:pt x="-126452" y="595000"/>
                  </a:lnTo>
                  <a:lnTo>
                    <a:pt x="-127677" y="685000"/>
                  </a:lnTo>
                  <a:lnTo>
                    <a:pt x="-117218" y="786236"/>
                  </a:lnTo>
                  <a:lnTo>
                    <a:pt x="-47746" y="840685"/>
                  </a:lnTo>
                  <a:lnTo>
                    <a:pt x="48000" y="840810"/>
                  </a:lnTo>
                  <a:lnTo>
                    <a:pt x="117000" y="845000"/>
                  </a:lnTo>
                </a:path>
              </a:pathLst>
            </a:custGeom>
            <a:noFill/>
            <a:ln w="15000" cap="rnd">
              <a:solidFill>
                <a:srgbClr val="191919"/>
              </a:solidFill>
              <a:round/>
            </a:ln>
          </p:spPr>
        </p:sp>
        <p:sp>
          <p:nvSpPr>
            <p:cNvPr id="271" name="MMConnector"/>
            <p:cNvSpPr/>
            <p:nvPr/>
          </p:nvSpPr>
          <p:spPr>
            <a:xfrm>
              <a:off x="1374054" y="4143542"/>
              <a:ext cy="2270000" cx="234000"/>
            </a:xfrm>
            <a:custGeom>
              <a:avLst/>
              <a:gdLst/>
              <a:pathLst>
                <a:path fill="none" w="234000" h="2270000">
                  <a:moveTo>
                    <a:pt x="-117000" y="-1135000"/>
                  </a:moveTo>
                  <a:lnTo>
                    <a:pt x="-122339" y="-1045000"/>
                  </a:lnTo>
                  <a:lnTo>
                    <a:pt x="-121729" y="-955000"/>
                  </a:lnTo>
                  <a:lnTo>
                    <a:pt x="-120606" y="-865000"/>
                  </a:lnTo>
                  <a:lnTo>
                    <a:pt x="-120090" y="-775000"/>
                  </a:lnTo>
                  <a:lnTo>
                    <a:pt x="-116815" y="-685000"/>
                  </a:lnTo>
                  <a:lnTo>
                    <a:pt x="-112069" y="-595000"/>
                  </a:lnTo>
                  <a:lnTo>
                    <a:pt x="-111227" y="-505000"/>
                  </a:lnTo>
                  <a:lnTo>
                    <a:pt x="-116085" y="-415000"/>
                  </a:lnTo>
                  <a:lnTo>
                    <a:pt x="-120130" y="-325000"/>
                  </a:lnTo>
                  <a:lnTo>
                    <a:pt x="-121210" y="-235000"/>
                  </a:lnTo>
                  <a:lnTo>
                    <a:pt x="-118243" y="-145000"/>
                  </a:lnTo>
                  <a:lnTo>
                    <a:pt x="-111613" y="-55000"/>
                  </a:lnTo>
                  <a:lnTo>
                    <a:pt x="-108027" y="35000"/>
                  </a:lnTo>
                  <a:lnTo>
                    <a:pt x="-109694" y="125000"/>
                  </a:lnTo>
                  <a:lnTo>
                    <a:pt x="-118049" y="215000"/>
                  </a:lnTo>
                  <a:lnTo>
                    <a:pt x="-126452" y="305000"/>
                  </a:lnTo>
                  <a:lnTo>
                    <a:pt x="-127677" y="395000"/>
                  </a:lnTo>
                  <a:lnTo>
                    <a:pt x="-122454" y="485000"/>
                  </a:lnTo>
                  <a:lnTo>
                    <a:pt x="-115143" y="575000"/>
                  </a:lnTo>
                  <a:lnTo>
                    <a:pt x="-112810" y="665000"/>
                  </a:lnTo>
                  <a:lnTo>
                    <a:pt x="-113252" y="755000"/>
                  </a:lnTo>
                  <a:lnTo>
                    <a:pt x="-114405" y="845000"/>
                  </a:lnTo>
                  <a:lnTo>
                    <a:pt x="-114932" y="935000"/>
                  </a:lnTo>
                  <a:lnTo>
                    <a:pt x="-116140" y="1025000"/>
                  </a:lnTo>
                  <a:lnTo>
                    <a:pt x="-90859" y="1115287"/>
                  </a:lnTo>
                  <a:lnTo>
                    <a:pt x="3000" y="1146986"/>
                  </a:lnTo>
                  <a:lnTo>
                    <a:pt x="93000" y="1148451"/>
                  </a:lnTo>
                  <a:lnTo>
                    <a:pt x="117000" y="1135000"/>
                  </a:lnTo>
                </a:path>
              </a:pathLst>
            </a:custGeom>
            <a:noFill/>
            <a:ln w="15000" cap="rnd">
              <a:solidFill>
                <a:srgbClr val="191919"/>
              </a:solidFill>
              <a:round/>
            </a:ln>
          </p:spPr>
        </p:sp>
        <p:sp>
          <p:nvSpPr>
            <p:cNvPr id="275" name="MMConnector"/>
            <p:cNvSpPr/>
            <p:nvPr/>
          </p:nvSpPr>
          <p:spPr>
            <a:xfrm>
              <a:off x="1374054" y="4433542"/>
              <a:ext cy="2850000" cx="234000"/>
            </a:xfrm>
            <a:custGeom>
              <a:avLst/>
              <a:gdLst/>
              <a:pathLst>
                <a:path fill="none" w="234000" h="2850000">
                  <a:moveTo>
                    <a:pt x="-117000" y="-1425000"/>
                  </a:moveTo>
                  <a:lnTo>
                    <a:pt x="-122339" y="-1335000"/>
                  </a:lnTo>
                  <a:lnTo>
                    <a:pt x="-121729" y="-1245000"/>
                  </a:lnTo>
                  <a:lnTo>
                    <a:pt x="-120606" y="-1155000"/>
                  </a:lnTo>
                  <a:lnTo>
                    <a:pt x="-120090" y="-1065000"/>
                  </a:lnTo>
                  <a:lnTo>
                    <a:pt x="-116815" y="-975000"/>
                  </a:lnTo>
                  <a:lnTo>
                    <a:pt x="-112069" y="-885000"/>
                  </a:lnTo>
                  <a:lnTo>
                    <a:pt x="-111227" y="-795000"/>
                  </a:lnTo>
                  <a:lnTo>
                    <a:pt x="-116085" y="-705000"/>
                  </a:lnTo>
                  <a:lnTo>
                    <a:pt x="-120130" y="-615000"/>
                  </a:lnTo>
                  <a:lnTo>
                    <a:pt x="-121210" y="-525000"/>
                  </a:lnTo>
                  <a:lnTo>
                    <a:pt x="-118243" y="-435000"/>
                  </a:lnTo>
                  <a:lnTo>
                    <a:pt x="-111613" y="-345000"/>
                  </a:lnTo>
                  <a:lnTo>
                    <a:pt x="-108027" y="-255000"/>
                  </a:lnTo>
                  <a:lnTo>
                    <a:pt x="-109694" y="-165000"/>
                  </a:lnTo>
                  <a:lnTo>
                    <a:pt x="-118049" y="-75000"/>
                  </a:lnTo>
                  <a:lnTo>
                    <a:pt x="-126452" y="15000"/>
                  </a:lnTo>
                  <a:lnTo>
                    <a:pt x="-127677" y="105000"/>
                  </a:lnTo>
                  <a:lnTo>
                    <a:pt x="-122454" y="195000"/>
                  </a:lnTo>
                  <a:lnTo>
                    <a:pt x="-115143" y="285000"/>
                  </a:lnTo>
                  <a:lnTo>
                    <a:pt x="-112810" y="375000"/>
                  </a:lnTo>
                  <a:lnTo>
                    <a:pt x="-113252" y="465000"/>
                  </a:lnTo>
                  <a:lnTo>
                    <a:pt x="-114405" y="555000"/>
                  </a:lnTo>
                  <a:lnTo>
                    <a:pt x="-114932" y="645000"/>
                  </a:lnTo>
                  <a:lnTo>
                    <a:pt x="-116140" y="735000"/>
                  </a:lnTo>
                  <a:lnTo>
                    <a:pt x="-121977" y="825000"/>
                  </a:lnTo>
                  <a:lnTo>
                    <a:pt x="-128986" y="915000"/>
                  </a:lnTo>
                  <a:lnTo>
                    <a:pt x="-130451" y="1005000"/>
                  </a:lnTo>
                  <a:lnTo>
                    <a:pt x="-127048" y="1095000"/>
                  </a:lnTo>
                  <a:lnTo>
                    <a:pt x="-120075" y="1185000"/>
                  </a:lnTo>
                  <a:lnTo>
                    <a:pt x="-116055" y="1275000"/>
                  </a:lnTo>
                  <a:lnTo>
                    <a:pt x="-108430" y="1363191"/>
                  </a:lnTo>
                  <a:lnTo>
                    <a:pt x="-45484" y="1411319"/>
                  </a:lnTo>
                  <a:lnTo>
                    <a:pt x="48000" y="1407374"/>
                  </a:lnTo>
                  <a:lnTo>
                    <a:pt x="117000" y="1425000"/>
                  </a:lnTo>
                </a:path>
              </a:pathLst>
            </a:custGeom>
            <a:noFill/>
            <a:ln w="15000" cap="rnd">
              <a:solidFill>
                <a:srgbClr val="191919"/>
              </a:solidFill>
              <a:round/>
            </a:ln>
          </p:spPr>
        </p:sp>
        <p:sp>
          <p:nvSpPr>
            <p:cNvPr id="284" name="MMConnector"/>
            <p:cNvSpPr/>
            <p:nvPr/>
          </p:nvSpPr>
          <p:spPr>
            <a:xfrm>
              <a:off x="1374054" y="3273542"/>
              <a:ext cy="530000" cx="234000"/>
            </a:xfrm>
            <a:custGeom>
              <a:avLst/>
              <a:gdLst/>
              <a:pathLst>
                <a:path fill="none" w="234000" h="530000">
                  <a:moveTo>
                    <a:pt x="-117000" y="-265000"/>
                  </a:moveTo>
                  <a:lnTo>
                    <a:pt x="-122339" y="-175000"/>
                  </a:lnTo>
                  <a:lnTo>
                    <a:pt x="-121729" y="-85000"/>
                  </a:lnTo>
                  <a:lnTo>
                    <a:pt x="-120606" y="5000"/>
                  </a:lnTo>
                  <a:lnTo>
                    <a:pt x="-120090" y="95000"/>
                  </a:lnTo>
                  <a:lnTo>
                    <a:pt x="-115583" y="189901"/>
                  </a:lnTo>
                  <a:lnTo>
                    <a:pt x="-60457" y="253231"/>
                  </a:lnTo>
                  <a:lnTo>
                    <a:pt x="33000" y="259227"/>
                  </a:lnTo>
                  <a:lnTo>
                    <a:pt x="117000" y="264085"/>
                  </a:lnTo>
                </a:path>
              </a:pathLst>
            </a:custGeom>
            <a:noFill/>
            <a:ln w="15000" cap="rnd">
              <a:solidFill>
                <a:srgbClr val="191919"/>
              </a:solidFill>
              <a:round/>
            </a:ln>
          </p:spPr>
        </p:sp>
        <p:sp>
          <p:nvSpPr>
            <p:cNvPr id="301" name="MMConnector"/>
            <p:cNvSpPr/>
            <p:nvPr/>
          </p:nvSpPr>
          <p:spPr>
            <a:xfrm>
              <a:off x="934554" y="4178542"/>
              <a:ext cy="4940000" cx="285000"/>
            </a:xfrm>
            <a:custGeom>
              <a:avLst/>
              <a:gdLst/>
              <a:pathLst>
                <a:path fill="none" w="285000" h="4940000">
                  <a:moveTo>
                    <a:pt x="-142500" y="-2470000"/>
                  </a:moveTo>
                  <a:lnTo>
                    <a:pt x="-147839" y="-2380000"/>
                  </a:lnTo>
                  <a:lnTo>
                    <a:pt x="-147229" y="-2290000"/>
                  </a:lnTo>
                  <a:lnTo>
                    <a:pt x="-146106" y="-2200000"/>
                  </a:lnTo>
                  <a:lnTo>
                    <a:pt x="-145590" y="-2110000"/>
                  </a:lnTo>
                  <a:lnTo>
                    <a:pt x="-142315" y="-2020000"/>
                  </a:lnTo>
                  <a:lnTo>
                    <a:pt x="-137569" y="-1930000"/>
                  </a:lnTo>
                  <a:lnTo>
                    <a:pt x="-136727" y="-1840000"/>
                  </a:lnTo>
                  <a:lnTo>
                    <a:pt x="-141585" y="-1750000"/>
                  </a:lnTo>
                  <a:lnTo>
                    <a:pt x="-145630" y="-1660000"/>
                  </a:lnTo>
                  <a:lnTo>
                    <a:pt x="-146710" y="-1570000"/>
                  </a:lnTo>
                  <a:lnTo>
                    <a:pt x="-143743" y="-1480000"/>
                  </a:lnTo>
                  <a:lnTo>
                    <a:pt x="-137113" y="-1390000"/>
                  </a:lnTo>
                  <a:lnTo>
                    <a:pt x="-133527" y="-1300000"/>
                  </a:lnTo>
                  <a:lnTo>
                    <a:pt x="-135194" y="-1210000"/>
                  </a:lnTo>
                  <a:lnTo>
                    <a:pt x="-143549" y="-1120000"/>
                  </a:lnTo>
                  <a:lnTo>
                    <a:pt x="-151952" y="-1030000"/>
                  </a:lnTo>
                  <a:lnTo>
                    <a:pt x="-153177" y="-940000"/>
                  </a:lnTo>
                  <a:lnTo>
                    <a:pt x="-147954" y="-850000"/>
                  </a:lnTo>
                  <a:lnTo>
                    <a:pt x="-140643" y="-760000"/>
                  </a:lnTo>
                  <a:lnTo>
                    <a:pt x="-138310" y="-670000"/>
                  </a:lnTo>
                  <a:lnTo>
                    <a:pt x="-138752" y="-580000"/>
                  </a:lnTo>
                  <a:lnTo>
                    <a:pt x="-139905" y="-490000"/>
                  </a:lnTo>
                  <a:lnTo>
                    <a:pt x="-140432" y="-400000"/>
                  </a:lnTo>
                  <a:lnTo>
                    <a:pt x="-141640" y="-310000"/>
                  </a:lnTo>
                  <a:lnTo>
                    <a:pt x="-147477" y="-220000"/>
                  </a:lnTo>
                  <a:lnTo>
                    <a:pt x="-154486" y="-130000"/>
                  </a:lnTo>
                  <a:lnTo>
                    <a:pt x="-155951" y="-40000"/>
                  </a:lnTo>
                  <a:lnTo>
                    <a:pt x="-152548" y="50000"/>
                  </a:lnTo>
                  <a:lnTo>
                    <a:pt x="-145575" y="140000"/>
                  </a:lnTo>
                  <a:lnTo>
                    <a:pt x="-141555" y="230000"/>
                  </a:lnTo>
                  <a:lnTo>
                    <a:pt x="-138653" y="320000"/>
                  </a:lnTo>
                  <a:lnTo>
                    <a:pt x="-131008" y="410000"/>
                  </a:lnTo>
                  <a:lnTo>
                    <a:pt x="-124874" y="500000"/>
                  </a:lnTo>
                  <a:lnTo>
                    <a:pt x="-125461" y="590000"/>
                  </a:lnTo>
                  <a:lnTo>
                    <a:pt x="-128765" y="680000"/>
                  </a:lnTo>
                  <a:lnTo>
                    <a:pt x="-132392" y="770000"/>
                  </a:lnTo>
                  <a:lnTo>
                    <a:pt x="-133840" y="860000"/>
                  </a:lnTo>
                  <a:lnTo>
                    <a:pt x="-141973" y="950000"/>
                  </a:lnTo>
                  <a:lnTo>
                    <a:pt x="-152221" y="1040000"/>
                  </a:lnTo>
                  <a:lnTo>
                    <a:pt x="-156633" y="1130000"/>
                  </a:lnTo>
                  <a:lnTo>
                    <a:pt x="-156167" y="1220000"/>
                  </a:lnTo>
                  <a:lnTo>
                    <a:pt x="-154082" y="1310000"/>
                  </a:lnTo>
                  <a:lnTo>
                    <a:pt x="-150779" y="1400000"/>
                  </a:lnTo>
                  <a:lnTo>
                    <a:pt x="-150413" y="1490000"/>
                  </a:lnTo>
                  <a:lnTo>
                    <a:pt x="-149198" y="1580000"/>
                  </a:lnTo>
                  <a:lnTo>
                    <a:pt x="-144786" y="1670000"/>
                  </a:lnTo>
                  <a:lnTo>
                    <a:pt x="-142812" y="1760000"/>
                  </a:lnTo>
                  <a:lnTo>
                    <a:pt x="-139956" y="1850000"/>
                  </a:lnTo>
                  <a:lnTo>
                    <a:pt x="-133515" y="1940000"/>
                  </a:lnTo>
                  <a:lnTo>
                    <a:pt x="-130166" y="2030000"/>
                  </a:lnTo>
                  <a:lnTo>
                    <a:pt x="-130724" y="2120000"/>
                  </a:lnTo>
                  <a:lnTo>
                    <a:pt x="-132101" y="2210000"/>
                  </a:lnTo>
                  <a:lnTo>
                    <a:pt x="-132501" y="2300000"/>
                  </a:lnTo>
                  <a:lnTo>
                    <a:pt x="-132988" y="2393548"/>
                  </a:lnTo>
                  <a:lnTo>
                    <a:pt x="-87164" y="2461048"/>
                  </a:lnTo>
                  <a:lnTo>
                    <a:pt x="7500" y="2472656"/>
                  </a:lnTo>
                  <a:lnTo>
                    <a:pt x="97500" y="2473228"/>
                  </a:lnTo>
                  <a:lnTo>
                    <a:pt x="142500" y="2470000"/>
                  </a:lnTo>
                </a:path>
              </a:pathLst>
            </a:custGeom>
            <a:noFill/>
            <a:ln w="15000" cap="rnd">
              <a:solidFill>
                <a:srgbClr val="191919"/>
              </a:solidFill>
              <a:round/>
            </a:ln>
          </p:spPr>
        </p:sp>
        <p:sp>
          <p:nvSpPr>
            <p:cNvPr id="261" name="MainTopic"/>
            <p:cNvSpPr/>
            <p:nvPr/>
          </p:nvSpPr>
          <p:spPr>
            <a:xfrm>
              <a:off x="387054" y="1058542"/>
              <a:ext cy="650000" cx="4110600"/>
            </a:xfrm>
            <a:custGeom>
              <a:avLst/>
              <a:gdLst>
                <a:gd fmla="*/ 222300 w 4110600" name="rtl"/>
                <a:gd fmla="*/ 148500 h 650000" name="rtt"/>
                <a:gd fmla="*/ 3777300 w 4110600" name="rtr"/>
                <a:gd fmla="*/ 528500 h 650000" name="rtb"/>
              </a:gdLst>
              <a:ahLst/>
              <a:cxnLst/>
              <a:rect r="rtr" b="rtb" l="rtl" t="rtt"/>
              <a:pathLst>
                <a:path w="4110600" h="650000">
                  <a:moveTo>
                    <a:pt x="325000" y="0"/>
                  </a:moveTo>
                  <a:lnTo>
                    <a:pt x="415000" y="5339"/>
                  </a:lnTo>
                  <a:lnTo>
                    <a:pt x="505000" y="4729"/>
                  </a:lnTo>
                  <a:lnTo>
                    <a:pt x="595000" y="3606"/>
                  </a:lnTo>
                  <a:lnTo>
                    <a:pt x="685000" y="3090"/>
                  </a:lnTo>
                  <a:lnTo>
                    <a:pt x="775000" y="-185"/>
                  </a:lnTo>
                  <a:lnTo>
                    <a:pt x="865000" y="-4931"/>
                  </a:lnTo>
                  <a:lnTo>
                    <a:pt x="955000" y="-5773"/>
                  </a:lnTo>
                  <a:lnTo>
                    <a:pt x="1045000" y="-915"/>
                  </a:lnTo>
                  <a:lnTo>
                    <a:pt x="1135000" y="3130"/>
                  </a:lnTo>
                  <a:lnTo>
                    <a:pt x="1225000" y="4210"/>
                  </a:lnTo>
                  <a:lnTo>
                    <a:pt x="1315000" y="1243"/>
                  </a:lnTo>
                  <a:lnTo>
                    <a:pt x="1405000" y="-5387"/>
                  </a:lnTo>
                  <a:lnTo>
                    <a:pt x="1495000" y="-8973"/>
                  </a:lnTo>
                  <a:lnTo>
                    <a:pt x="1585000" y="-7306"/>
                  </a:lnTo>
                  <a:lnTo>
                    <a:pt x="1675000" y="1049"/>
                  </a:lnTo>
                  <a:lnTo>
                    <a:pt x="1765000" y="9452"/>
                  </a:lnTo>
                  <a:lnTo>
                    <a:pt x="1855000" y="10677"/>
                  </a:lnTo>
                  <a:lnTo>
                    <a:pt x="1945000" y="5454"/>
                  </a:lnTo>
                  <a:lnTo>
                    <a:pt x="2035000" y="-1857"/>
                  </a:lnTo>
                  <a:lnTo>
                    <a:pt x="2125000" y="-4190"/>
                  </a:lnTo>
                  <a:lnTo>
                    <a:pt x="2215000" y="-3748"/>
                  </a:lnTo>
                  <a:lnTo>
                    <a:pt x="2305000" y="-2595"/>
                  </a:lnTo>
                  <a:lnTo>
                    <a:pt x="2395000" y="-2068"/>
                  </a:lnTo>
                  <a:lnTo>
                    <a:pt x="2485000" y="-860"/>
                  </a:lnTo>
                  <a:lnTo>
                    <a:pt x="2575000" y="4977"/>
                  </a:lnTo>
                  <a:lnTo>
                    <a:pt x="2665000" y="11986"/>
                  </a:lnTo>
                  <a:lnTo>
                    <a:pt x="2755000" y="13451"/>
                  </a:lnTo>
                  <a:lnTo>
                    <a:pt x="2845000" y="10048"/>
                  </a:lnTo>
                  <a:lnTo>
                    <a:pt x="2935000" y="3075"/>
                  </a:lnTo>
                  <a:lnTo>
                    <a:pt x="3025000" y="-945"/>
                  </a:lnTo>
                  <a:lnTo>
                    <a:pt x="3115000" y="-3847"/>
                  </a:lnTo>
                  <a:lnTo>
                    <a:pt x="3205000" y="-11492"/>
                  </a:lnTo>
                  <a:lnTo>
                    <a:pt x="3295000" y="-17626"/>
                  </a:lnTo>
                  <a:lnTo>
                    <a:pt x="3385000" y="-17039"/>
                  </a:lnTo>
                  <a:lnTo>
                    <a:pt x="3475000" y="-13735"/>
                  </a:lnTo>
                  <a:lnTo>
                    <a:pt x="3565000" y="-10108"/>
                  </a:lnTo>
                  <a:lnTo>
                    <a:pt x="3655000" y="-8660"/>
                  </a:lnTo>
                  <a:lnTo>
                    <a:pt x="3745000" y="-527"/>
                  </a:lnTo>
                  <a:lnTo>
                    <a:pt x="3843493" y="15023"/>
                  </a:lnTo>
                  <a:lnTo>
                    <a:pt x="3924037" y="46578"/>
                  </a:lnTo>
                  <a:lnTo>
                    <a:pt x="3995149" y="94737"/>
                  </a:lnTo>
                  <a:lnTo>
                    <a:pt x="4051931" y="159688"/>
                  </a:lnTo>
                  <a:lnTo>
                    <a:pt x="4090182" y="237847"/>
                  </a:lnTo>
                  <a:lnTo>
                    <a:pt x="4102687" y="325000"/>
                  </a:lnTo>
                  <a:lnTo>
                    <a:pt x="4091858" y="412039"/>
                  </a:lnTo>
                  <a:lnTo>
                    <a:pt x="4060129" y="494731"/>
                  </a:lnTo>
                  <a:lnTo>
                    <a:pt x="4004570" y="564744"/>
                  </a:lnTo>
                  <a:lnTo>
                    <a:pt x="3931999" y="618087"/>
                  </a:lnTo>
                  <a:lnTo>
                    <a:pt x="3847494" y="653260"/>
                  </a:lnTo>
                  <a:lnTo>
                    <a:pt x="3755600" y="662334"/>
                  </a:lnTo>
                  <a:lnTo>
                    <a:pt x="3665600" y="661776"/>
                  </a:lnTo>
                  <a:lnTo>
                    <a:pt x="3575600" y="660399"/>
                  </a:lnTo>
                  <a:lnTo>
                    <a:pt x="3485600" y="659999"/>
                  </a:lnTo>
                  <a:lnTo>
                    <a:pt x="3395600" y="658392"/>
                  </a:lnTo>
                  <a:lnTo>
                    <a:pt x="3305600" y="651865"/>
                  </a:lnTo>
                  <a:lnTo>
                    <a:pt x="3215600" y="647344"/>
                  </a:lnTo>
                  <a:lnTo>
                    <a:pt x="3125600" y="646772"/>
                  </a:lnTo>
                  <a:lnTo>
                    <a:pt x="3035600" y="654049"/>
                  </a:lnTo>
                  <a:lnTo>
                    <a:pt x="2945600" y="662638"/>
                  </a:lnTo>
                  <a:lnTo>
                    <a:pt x="2855600" y="665286"/>
                  </a:lnTo>
                  <a:lnTo>
                    <a:pt x="2765600" y="662978"/>
                  </a:lnTo>
                  <a:lnTo>
                    <a:pt x="2675600" y="658622"/>
                  </a:lnTo>
                  <a:lnTo>
                    <a:pt x="2585600" y="656883"/>
                  </a:lnTo>
                  <a:lnTo>
                    <a:pt x="2495600" y="657444"/>
                  </a:lnTo>
                  <a:lnTo>
                    <a:pt x="2405600" y="660039"/>
                  </a:lnTo>
                  <a:lnTo>
                    <a:pt x="2315600" y="663190"/>
                  </a:lnTo>
                  <a:lnTo>
                    <a:pt x="2225600" y="663693"/>
                  </a:lnTo>
                  <a:lnTo>
                    <a:pt x="2135600" y="659834"/>
                  </a:lnTo>
                  <a:lnTo>
                    <a:pt x="2045600" y="656737"/>
                  </a:lnTo>
                  <a:lnTo>
                    <a:pt x="1955600" y="655370"/>
                  </a:lnTo>
                  <a:lnTo>
                    <a:pt x="1865600" y="652663"/>
                  </a:lnTo>
                  <a:lnTo>
                    <a:pt x="1775600" y="647633"/>
                  </a:lnTo>
                  <a:lnTo>
                    <a:pt x="1685600" y="646122"/>
                  </a:lnTo>
                  <a:lnTo>
                    <a:pt x="1595600" y="645555"/>
                  </a:lnTo>
                  <a:lnTo>
                    <a:pt x="1505600" y="642399"/>
                  </a:lnTo>
                  <a:lnTo>
                    <a:pt x="1415600" y="638293"/>
                  </a:lnTo>
                  <a:lnTo>
                    <a:pt x="1325600" y="637192"/>
                  </a:lnTo>
                  <a:lnTo>
                    <a:pt x="1235600" y="639274"/>
                  </a:lnTo>
                  <a:lnTo>
                    <a:pt x="1145600" y="641430"/>
                  </a:lnTo>
                  <a:lnTo>
                    <a:pt x="1055600" y="642694"/>
                  </a:lnTo>
                  <a:lnTo>
                    <a:pt x="965600" y="640917"/>
                  </a:lnTo>
                  <a:lnTo>
                    <a:pt x="875600" y="636495"/>
                  </a:lnTo>
                  <a:lnTo>
                    <a:pt x="785600" y="632191"/>
                  </a:lnTo>
                  <a:lnTo>
                    <a:pt x="695600" y="633661"/>
                  </a:lnTo>
                  <a:lnTo>
                    <a:pt x="605600" y="641920"/>
                  </a:lnTo>
                  <a:lnTo>
                    <a:pt x="515600" y="649730"/>
                  </a:lnTo>
                  <a:lnTo>
                    <a:pt x="425600" y="651030"/>
                  </a:lnTo>
                  <a:lnTo>
                    <a:pt x="325000" y="646383"/>
                  </a:lnTo>
                  <a:lnTo>
                    <a:pt x="239196" y="626905"/>
                  </a:lnTo>
                  <a:lnTo>
                    <a:pt x="162331" y="588131"/>
                  </a:lnTo>
                  <a:lnTo>
                    <a:pt x="92244" y="537584"/>
                  </a:lnTo>
                  <a:lnTo>
                    <a:pt x="30456" y="472128"/>
                  </a:lnTo>
                  <a:lnTo>
                    <a:pt x="-10240" y="388202"/>
                  </a:lnTo>
                  <a:lnTo>
                    <a:pt x="-13082" y="293721"/>
                  </a:lnTo>
                  <a:lnTo>
                    <a:pt x="18029" y="206229"/>
                  </a:lnTo>
                  <a:lnTo>
                    <a:pt x="69721" y="132530"/>
                  </a:lnTo>
                  <a:lnTo>
                    <a:pt x="133588" y="72067"/>
                  </a:lnTo>
                  <a:lnTo>
                    <a:pt x="210219" y="29906"/>
                  </a:lnTo>
                  <a:lnTo>
                    <a:pt x="295135" y="8649"/>
                  </a:lnTo>
                  <a:lnTo>
                    <a:pt x="325000" y="0"/>
                  </a:lnTo>
                  <a:close/>
                </a:path>
              </a:pathLst>
            </a:custGeom>
            <a:solidFill>
              <a:srgbClr val="F17663"/>
            </a:solidFill>
            <a:ln w="45000" cap="flat">
              <a:solidFill>
                <a:srgbClr val="F17663"/>
              </a:solidFill>
              <a:round/>
            </a:ln>
          </p:spPr>
          <p:txBody>
            <a:bodyPr anchor="ctr" lIns="0" wrap="none" rtlCol="0" rIns="0" tIns="0" bIns="11000"/>
            <a:lstStyle/>
            <a:p>
              <a:pPr algn="ctr">
                <a:lnSpc>
                  <a:spcPct val="100000"/>
                </a:lnSpc>
              </a:pPr>
              <a:r>
                <a:rPr b="1" sz="2400">
                  <a:solidFill>
                    <a:srgbClr val="FFFFFF"/>
                  </a:solidFill>
                  <a:latin typeface="標楷體"/>
                </a:rPr>
                <a:t>6.文本篩選推薦方法論</a:t>
              </a:r>
            </a:p>
          </p:txBody>
        </p:sp>
        <p:sp>
          <p:nvSpPr>
            <p:cNvPr id="264" name="SubTopic"/>
            <p:cNvSpPr/>
            <p:nvPr/>
          </p:nvSpPr>
          <p:spPr>
            <a:xfrm>
              <a:off x="1077054" y="2188542"/>
              <a:ext cy="820000" cx="5404158"/>
            </a:xfrm>
            <a:custGeom>
              <a:avLst/>
              <a:gdLst>
                <a:gd fmla="*/ 124500 w 5404158" name="rtl"/>
                <a:gd fmla="*/ 58500 h 820000" name="rtt"/>
                <a:gd fmla="*/ 5333563 w 5404158" name="rtr"/>
                <a:gd fmla="*/ 818500 h 820000" name="rtb"/>
              </a:gdLst>
              <a:ahLst/>
              <a:cxnLst/>
              <a:rect r="rtr" b="rtb" l="rtl" t="rtt"/>
              <a:pathLst>
                <a:path w="5404158" stroke="false" h="820000">
                  <a:moveTo>
                    <a:pt x="0" y="0"/>
                  </a:moveTo>
                  <a:lnTo>
                    <a:pt x="90000" y="5339"/>
                  </a:lnTo>
                  <a:lnTo>
                    <a:pt x="180000" y="4729"/>
                  </a:lnTo>
                  <a:lnTo>
                    <a:pt x="270000" y="3606"/>
                  </a:lnTo>
                  <a:lnTo>
                    <a:pt x="360000" y="3090"/>
                  </a:lnTo>
                  <a:lnTo>
                    <a:pt x="450000" y="-185"/>
                  </a:lnTo>
                  <a:lnTo>
                    <a:pt x="540000" y="-4931"/>
                  </a:lnTo>
                  <a:lnTo>
                    <a:pt x="630000" y="-5773"/>
                  </a:lnTo>
                  <a:lnTo>
                    <a:pt x="720000" y="-915"/>
                  </a:lnTo>
                  <a:lnTo>
                    <a:pt x="810000" y="3130"/>
                  </a:lnTo>
                  <a:lnTo>
                    <a:pt x="900000" y="4210"/>
                  </a:lnTo>
                  <a:lnTo>
                    <a:pt x="990000" y="1243"/>
                  </a:lnTo>
                  <a:lnTo>
                    <a:pt x="1080000" y="-5387"/>
                  </a:lnTo>
                  <a:lnTo>
                    <a:pt x="1170000" y="-8973"/>
                  </a:lnTo>
                  <a:lnTo>
                    <a:pt x="1260000" y="-7306"/>
                  </a:lnTo>
                  <a:lnTo>
                    <a:pt x="1350000" y="1049"/>
                  </a:lnTo>
                  <a:lnTo>
                    <a:pt x="1440000" y="9452"/>
                  </a:lnTo>
                  <a:lnTo>
                    <a:pt x="1530000" y="10677"/>
                  </a:lnTo>
                  <a:lnTo>
                    <a:pt x="1620000" y="5454"/>
                  </a:lnTo>
                  <a:lnTo>
                    <a:pt x="1710000" y="-1857"/>
                  </a:lnTo>
                  <a:lnTo>
                    <a:pt x="1800000" y="-4190"/>
                  </a:lnTo>
                  <a:lnTo>
                    <a:pt x="1890000" y="-3748"/>
                  </a:lnTo>
                  <a:lnTo>
                    <a:pt x="1980000" y="-2595"/>
                  </a:lnTo>
                  <a:lnTo>
                    <a:pt x="2070000" y="-2068"/>
                  </a:lnTo>
                  <a:lnTo>
                    <a:pt x="2160000" y="-860"/>
                  </a:lnTo>
                  <a:lnTo>
                    <a:pt x="2250000" y="4977"/>
                  </a:lnTo>
                  <a:lnTo>
                    <a:pt x="2340000" y="11986"/>
                  </a:lnTo>
                  <a:lnTo>
                    <a:pt x="2430000" y="13451"/>
                  </a:lnTo>
                  <a:lnTo>
                    <a:pt x="2520000" y="10048"/>
                  </a:lnTo>
                  <a:lnTo>
                    <a:pt x="2610000" y="3075"/>
                  </a:lnTo>
                  <a:lnTo>
                    <a:pt x="2700000" y="-945"/>
                  </a:lnTo>
                  <a:lnTo>
                    <a:pt x="2790000" y="-3847"/>
                  </a:lnTo>
                  <a:lnTo>
                    <a:pt x="2880000" y="-11492"/>
                  </a:lnTo>
                  <a:lnTo>
                    <a:pt x="2970000" y="-17626"/>
                  </a:lnTo>
                  <a:lnTo>
                    <a:pt x="3060000" y="-17039"/>
                  </a:lnTo>
                  <a:lnTo>
                    <a:pt x="3150000" y="-13735"/>
                  </a:lnTo>
                  <a:lnTo>
                    <a:pt x="3240000" y="-10108"/>
                  </a:lnTo>
                  <a:lnTo>
                    <a:pt x="3330000" y="-8660"/>
                  </a:lnTo>
                  <a:lnTo>
                    <a:pt x="3420000" y="-527"/>
                  </a:lnTo>
                  <a:lnTo>
                    <a:pt x="3510000" y="9721"/>
                  </a:lnTo>
                  <a:lnTo>
                    <a:pt x="3600000" y="14133"/>
                  </a:lnTo>
                  <a:lnTo>
                    <a:pt x="3690000" y="13667"/>
                  </a:lnTo>
                  <a:lnTo>
                    <a:pt x="3780000" y="11582"/>
                  </a:lnTo>
                  <a:lnTo>
                    <a:pt x="3870000" y="8279"/>
                  </a:lnTo>
                  <a:lnTo>
                    <a:pt x="3960000" y="7913"/>
                  </a:lnTo>
                  <a:lnTo>
                    <a:pt x="4050000" y="6698"/>
                  </a:lnTo>
                  <a:lnTo>
                    <a:pt x="4140000" y="2286"/>
                  </a:lnTo>
                  <a:lnTo>
                    <a:pt x="4230000" y="312"/>
                  </a:lnTo>
                  <a:lnTo>
                    <a:pt x="4320000" y="-2544"/>
                  </a:lnTo>
                  <a:lnTo>
                    <a:pt x="4410000" y="-8985"/>
                  </a:lnTo>
                  <a:lnTo>
                    <a:pt x="4500000" y="-12334"/>
                  </a:lnTo>
                  <a:lnTo>
                    <a:pt x="4590000" y="-11776"/>
                  </a:lnTo>
                  <a:lnTo>
                    <a:pt x="4680000" y="-10399"/>
                  </a:lnTo>
                  <a:lnTo>
                    <a:pt x="4770000" y="-9999"/>
                  </a:lnTo>
                  <a:lnTo>
                    <a:pt x="4860000" y="-8392"/>
                  </a:lnTo>
                  <a:lnTo>
                    <a:pt x="4950000" y="-1865"/>
                  </a:lnTo>
                  <a:lnTo>
                    <a:pt x="5040000" y="2656"/>
                  </a:lnTo>
                  <a:lnTo>
                    <a:pt x="5130000" y="3228"/>
                  </a:lnTo>
                  <a:lnTo>
                    <a:pt x="5220000" y="-4049"/>
                  </a:lnTo>
                  <a:lnTo>
                    <a:pt x="5310000" y="-12638"/>
                  </a:lnTo>
                  <a:lnTo>
                    <a:pt x="5419444" y="0"/>
                  </a:lnTo>
                  <a:lnTo>
                    <a:pt x="5417136" y="90000"/>
                  </a:lnTo>
                  <a:lnTo>
                    <a:pt x="5412780" y="180000"/>
                  </a:lnTo>
                  <a:lnTo>
                    <a:pt x="5411041" y="270000"/>
                  </a:lnTo>
                  <a:lnTo>
                    <a:pt x="5411602" y="360000"/>
                  </a:lnTo>
                  <a:lnTo>
                    <a:pt x="5414197" y="450000"/>
                  </a:lnTo>
                  <a:lnTo>
                    <a:pt x="5417348" y="540000"/>
                  </a:lnTo>
                  <a:lnTo>
                    <a:pt x="5417851" y="630000"/>
                  </a:lnTo>
                  <a:lnTo>
                    <a:pt x="5413992" y="720000"/>
                  </a:lnTo>
                  <a:lnTo>
                    <a:pt x="5404158" y="826737"/>
                  </a:lnTo>
                  <a:lnTo>
                    <a:pt x="5314158" y="825370"/>
                  </a:lnTo>
                  <a:lnTo>
                    <a:pt x="5224158" y="822663"/>
                  </a:lnTo>
                  <a:lnTo>
                    <a:pt x="5134158" y="817633"/>
                  </a:lnTo>
                  <a:lnTo>
                    <a:pt x="5044158" y="816122"/>
                  </a:lnTo>
                  <a:lnTo>
                    <a:pt x="4954158" y="815555"/>
                  </a:lnTo>
                  <a:lnTo>
                    <a:pt x="4864158" y="812399"/>
                  </a:lnTo>
                  <a:lnTo>
                    <a:pt x="4774158" y="808293"/>
                  </a:lnTo>
                  <a:lnTo>
                    <a:pt x="4684158" y="807192"/>
                  </a:lnTo>
                  <a:lnTo>
                    <a:pt x="4594158" y="809274"/>
                  </a:lnTo>
                  <a:lnTo>
                    <a:pt x="4504158" y="811430"/>
                  </a:lnTo>
                  <a:lnTo>
                    <a:pt x="4414158" y="812694"/>
                  </a:lnTo>
                  <a:lnTo>
                    <a:pt x="4324158" y="810917"/>
                  </a:lnTo>
                  <a:lnTo>
                    <a:pt x="4234158" y="806495"/>
                  </a:lnTo>
                  <a:lnTo>
                    <a:pt x="4144158" y="802191"/>
                  </a:lnTo>
                  <a:lnTo>
                    <a:pt x="4054158" y="803661"/>
                  </a:lnTo>
                  <a:lnTo>
                    <a:pt x="3964158" y="811920"/>
                  </a:lnTo>
                  <a:lnTo>
                    <a:pt x="3874158" y="819730"/>
                  </a:lnTo>
                  <a:lnTo>
                    <a:pt x="3784158" y="821030"/>
                  </a:lnTo>
                  <a:lnTo>
                    <a:pt x="3694158" y="816383"/>
                  </a:lnTo>
                  <a:lnTo>
                    <a:pt x="3604158" y="808777"/>
                  </a:lnTo>
                  <a:lnTo>
                    <a:pt x="3514158" y="804305"/>
                  </a:lnTo>
                  <a:lnTo>
                    <a:pt x="3424158" y="810221"/>
                  </a:lnTo>
                  <a:lnTo>
                    <a:pt x="3334158" y="824173"/>
                  </a:lnTo>
                  <a:lnTo>
                    <a:pt x="3244158" y="836086"/>
                  </a:lnTo>
                  <a:lnTo>
                    <a:pt x="3154158" y="834505"/>
                  </a:lnTo>
                  <a:lnTo>
                    <a:pt x="3064158" y="824058"/>
                  </a:lnTo>
                  <a:lnTo>
                    <a:pt x="2974158" y="814685"/>
                  </a:lnTo>
                  <a:lnTo>
                    <a:pt x="2884158" y="812176"/>
                  </a:lnTo>
                  <a:lnTo>
                    <a:pt x="2794158" y="811543"/>
                  </a:lnTo>
                  <a:lnTo>
                    <a:pt x="2704158" y="812736"/>
                  </a:lnTo>
                  <a:lnTo>
                    <a:pt x="2614158" y="813947"/>
                  </a:lnTo>
                  <a:lnTo>
                    <a:pt x="2524158" y="814406"/>
                  </a:lnTo>
                  <a:lnTo>
                    <a:pt x="2434158" y="815568"/>
                  </a:lnTo>
                  <a:lnTo>
                    <a:pt x="2344158" y="816825"/>
                  </a:lnTo>
                  <a:lnTo>
                    <a:pt x="2254158" y="817479"/>
                  </a:lnTo>
                  <a:lnTo>
                    <a:pt x="2164158" y="820472"/>
                  </a:lnTo>
                  <a:lnTo>
                    <a:pt x="2074158" y="824692"/>
                  </a:lnTo>
                  <a:lnTo>
                    <a:pt x="1984158" y="825740"/>
                  </a:lnTo>
                  <a:lnTo>
                    <a:pt x="1894158" y="822543"/>
                  </a:lnTo>
                  <a:lnTo>
                    <a:pt x="1804158" y="816529"/>
                  </a:lnTo>
                  <a:lnTo>
                    <a:pt x="1714158" y="812667"/>
                  </a:lnTo>
                  <a:lnTo>
                    <a:pt x="1624158" y="816742"/>
                  </a:lnTo>
                  <a:lnTo>
                    <a:pt x="1534158" y="822806"/>
                  </a:lnTo>
                  <a:lnTo>
                    <a:pt x="1444158" y="824359"/>
                  </a:lnTo>
                  <a:lnTo>
                    <a:pt x="1354158" y="825171"/>
                  </a:lnTo>
                  <a:lnTo>
                    <a:pt x="1264158" y="828658"/>
                  </a:lnTo>
                  <a:lnTo>
                    <a:pt x="1174158" y="832213"/>
                  </a:lnTo>
                  <a:lnTo>
                    <a:pt x="1084158" y="832654"/>
                  </a:lnTo>
                  <a:lnTo>
                    <a:pt x="994158" y="826285"/>
                  </a:lnTo>
                  <a:lnTo>
                    <a:pt x="904158" y="815881"/>
                  </a:lnTo>
                  <a:lnTo>
                    <a:pt x="814158" y="810572"/>
                  </a:lnTo>
                  <a:lnTo>
                    <a:pt x="724158" y="809851"/>
                  </a:lnTo>
                  <a:lnTo>
                    <a:pt x="634158" y="806067"/>
                  </a:lnTo>
                  <a:lnTo>
                    <a:pt x="544158" y="801571"/>
                  </a:lnTo>
                  <a:lnTo>
                    <a:pt x="454158" y="802869"/>
                  </a:lnTo>
                  <a:lnTo>
                    <a:pt x="364158" y="809115"/>
                  </a:lnTo>
                  <a:lnTo>
                    <a:pt x="274158" y="814355"/>
                  </a:lnTo>
                  <a:lnTo>
                    <a:pt x="184158" y="815576"/>
                  </a:lnTo>
                  <a:lnTo>
                    <a:pt x="94158" y="816543"/>
                  </a:lnTo>
                  <a:lnTo>
                    <a:pt x="1383" y="820000"/>
                  </a:lnTo>
                  <a:lnTo>
                    <a:pt x="1330" y="730000"/>
                  </a:lnTo>
                  <a:lnTo>
                    <a:pt x="-1913" y="640000"/>
                  </a:lnTo>
                  <a:lnTo>
                    <a:pt x="-6386" y="550000"/>
                  </a:lnTo>
                  <a:lnTo>
                    <a:pt x="-9265" y="460000"/>
                  </a:lnTo>
                  <a:lnTo>
                    <a:pt x="-7466" y="370000"/>
                  </a:lnTo>
                  <a:lnTo>
                    <a:pt x="709" y="280000"/>
                  </a:lnTo>
                  <a:lnTo>
                    <a:pt x="9101" y="190000"/>
                  </a:lnTo>
                  <a:lnTo>
                    <a:pt x="11283" y="100000"/>
                  </a:lnTo>
                  <a:lnTo>
                    <a:pt x="0" y="0"/>
                  </a:lnTo>
                  <a:close/>
                </a:path>
              </a:pathLst>
            </a:custGeom>
            <a:solidFill>
              <a:srgbClr val="FCECEA"/>
            </a:solidFill>
            <a:ln w="15000" cap="flat">
              <a:solidFill>
                <a:srgbClr val="FCECEA"/>
              </a:solidFill>
              <a:round/>
            </a:ln>
          </p:spPr>
          <p:txBody>
            <a:bodyPr anchor="ctr" lIns="0" wrap="square" rtlCol="0" rIns="0" tIns="0" bIns="11000"/>
            <a:lstStyle/>
            <a:p>
              <a:pPr algn="ctr">
                <a:lnSpc>
                  <a:spcPct val="100000"/>
                </a:lnSpc>
              </a:pPr>
              <a:r>
                <a:rPr sz="2400">
                  <a:solidFill>
                    <a:srgbClr val="454545"/>
                  </a:solidFill>
                  <a:latin typeface="標楷體"/>
                </a:rPr>
                <a:t>使用者對文本內容感興趣的程度與文章內容各片段的類別組成高度相關</a:t>
              </a:r>
            </a:p>
          </p:txBody>
        </p:sp>
        <p:grpSp>
          <p:nvGrpSpPr>
            <p:cNvPr id="463" name="Group 463"/>
            <p:cNvGrpSpPr/>
            <p:nvPr/>
          </p:nvGrpSpPr>
          <p:grpSpPr>
            <a:xfrm>
              <a:off x="1491053" y="3918542"/>
              <a:ext cy="400000" cx="4115000"/>
              <a:chOff x="1491053" y="3918542"/>
              <a:chExt cy="400000" cx="4115000"/>
            </a:xfrm>
          </p:grpSpPr>
          <p:sp>
            <p:nvSpPr>
              <p:cNvPr id="266" name="SubTopic"/>
              <p:cNvSpPr/>
              <p:nvPr/>
            </p:nvSpPr>
            <p:spPr>
              <a:xfrm>
                <a:off x="1491053" y="3918542"/>
                <a:ext cy="400000" cx="4115000"/>
              </a:xfrm>
              <a:custGeom>
                <a:avLst/>
                <a:gdLst/>
                <a:ahLst/>
                <a:cxnLst/>
                <a:pathLst>
                  <a:path w="4115000" stroke="false" h="400000">
                    <a:moveTo>
                      <a:pt x="0" y="0"/>
                    </a:moveTo>
                    <a:lnTo>
                      <a:pt x="90000" y="5339"/>
                    </a:lnTo>
                    <a:lnTo>
                      <a:pt x="180000" y="4729"/>
                    </a:lnTo>
                    <a:lnTo>
                      <a:pt x="270000" y="3606"/>
                    </a:lnTo>
                    <a:lnTo>
                      <a:pt x="360000" y="3090"/>
                    </a:lnTo>
                    <a:lnTo>
                      <a:pt x="450000" y="-185"/>
                    </a:lnTo>
                    <a:lnTo>
                      <a:pt x="540000" y="-4931"/>
                    </a:lnTo>
                    <a:lnTo>
                      <a:pt x="630000" y="-5773"/>
                    </a:lnTo>
                    <a:lnTo>
                      <a:pt x="720000" y="-915"/>
                    </a:lnTo>
                    <a:lnTo>
                      <a:pt x="810000" y="3130"/>
                    </a:lnTo>
                    <a:lnTo>
                      <a:pt x="900000" y="4210"/>
                    </a:lnTo>
                    <a:lnTo>
                      <a:pt x="990000" y="1243"/>
                    </a:lnTo>
                    <a:lnTo>
                      <a:pt x="1080000" y="-5387"/>
                    </a:lnTo>
                    <a:lnTo>
                      <a:pt x="1170000" y="-8973"/>
                    </a:lnTo>
                    <a:lnTo>
                      <a:pt x="1260000" y="-7306"/>
                    </a:lnTo>
                    <a:lnTo>
                      <a:pt x="1350000" y="1049"/>
                    </a:lnTo>
                    <a:lnTo>
                      <a:pt x="1440000" y="9452"/>
                    </a:lnTo>
                    <a:lnTo>
                      <a:pt x="1530000" y="10677"/>
                    </a:lnTo>
                    <a:lnTo>
                      <a:pt x="1620000" y="5454"/>
                    </a:lnTo>
                    <a:lnTo>
                      <a:pt x="1710000" y="-1857"/>
                    </a:lnTo>
                    <a:lnTo>
                      <a:pt x="1800000" y="-4190"/>
                    </a:lnTo>
                    <a:lnTo>
                      <a:pt x="1890000" y="-3748"/>
                    </a:lnTo>
                    <a:lnTo>
                      <a:pt x="1980000" y="-2595"/>
                    </a:lnTo>
                    <a:lnTo>
                      <a:pt x="2070000" y="-2068"/>
                    </a:lnTo>
                    <a:lnTo>
                      <a:pt x="2160000" y="-860"/>
                    </a:lnTo>
                    <a:lnTo>
                      <a:pt x="2250000" y="4977"/>
                    </a:lnTo>
                    <a:lnTo>
                      <a:pt x="2340000" y="11986"/>
                    </a:lnTo>
                    <a:lnTo>
                      <a:pt x="2430000" y="13451"/>
                    </a:lnTo>
                    <a:lnTo>
                      <a:pt x="2520000" y="10048"/>
                    </a:lnTo>
                    <a:lnTo>
                      <a:pt x="2610000" y="3075"/>
                    </a:lnTo>
                    <a:lnTo>
                      <a:pt x="2700000" y="-945"/>
                    </a:lnTo>
                    <a:lnTo>
                      <a:pt x="2790000" y="-3847"/>
                    </a:lnTo>
                    <a:lnTo>
                      <a:pt x="2880000" y="-11492"/>
                    </a:lnTo>
                    <a:lnTo>
                      <a:pt x="2970000" y="-17626"/>
                    </a:lnTo>
                    <a:lnTo>
                      <a:pt x="3060000" y="-17039"/>
                    </a:lnTo>
                    <a:lnTo>
                      <a:pt x="3150000" y="-13735"/>
                    </a:lnTo>
                    <a:lnTo>
                      <a:pt x="3240000" y="-10108"/>
                    </a:lnTo>
                    <a:lnTo>
                      <a:pt x="3330000" y="-8660"/>
                    </a:lnTo>
                    <a:lnTo>
                      <a:pt x="3420000" y="-527"/>
                    </a:lnTo>
                    <a:lnTo>
                      <a:pt x="3510000" y="9721"/>
                    </a:lnTo>
                    <a:lnTo>
                      <a:pt x="3600000" y="14133"/>
                    </a:lnTo>
                    <a:lnTo>
                      <a:pt x="3690000" y="13667"/>
                    </a:lnTo>
                    <a:lnTo>
                      <a:pt x="3780000" y="11582"/>
                    </a:lnTo>
                    <a:lnTo>
                      <a:pt x="3870000" y="8279"/>
                    </a:lnTo>
                    <a:lnTo>
                      <a:pt x="3960000" y="7913"/>
                    </a:lnTo>
                    <a:lnTo>
                      <a:pt x="4050000" y="6698"/>
                    </a:lnTo>
                    <a:lnTo>
                      <a:pt x="4112714" y="30000"/>
                    </a:lnTo>
                    <a:lnTo>
                      <a:pt x="4114688" y="120000"/>
                    </a:lnTo>
                    <a:lnTo>
                      <a:pt x="4117544" y="210000"/>
                    </a:lnTo>
                    <a:lnTo>
                      <a:pt x="4123985" y="300000"/>
                    </a:lnTo>
                    <a:lnTo>
                      <a:pt x="4115000" y="412334"/>
                    </a:lnTo>
                    <a:lnTo>
                      <a:pt x="4025000" y="411776"/>
                    </a:lnTo>
                    <a:lnTo>
                      <a:pt x="3935000" y="410399"/>
                    </a:lnTo>
                    <a:lnTo>
                      <a:pt x="3845000" y="409999"/>
                    </a:lnTo>
                    <a:lnTo>
                      <a:pt x="3755000" y="408392"/>
                    </a:lnTo>
                    <a:lnTo>
                      <a:pt x="3665000" y="401865"/>
                    </a:lnTo>
                    <a:lnTo>
                      <a:pt x="3575000" y="397344"/>
                    </a:lnTo>
                    <a:lnTo>
                      <a:pt x="3485000" y="396772"/>
                    </a:lnTo>
                    <a:lnTo>
                      <a:pt x="3395000" y="404049"/>
                    </a:lnTo>
                    <a:lnTo>
                      <a:pt x="3305000" y="412638"/>
                    </a:lnTo>
                    <a:lnTo>
                      <a:pt x="3215000" y="415286"/>
                    </a:lnTo>
                    <a:lnTo>
                      <a:pt x="3125000" y="412978"/>
                    </a:lnTo>
                    <a:lnTo>
                      <a:pt x="3035000" y="408622"/>
                    </a:lnTo>
                    <a:lnTo>
                      <a:pt x="2945000" y="406883"/>
                    </a:lnTo>
                    <a:lnTo>
                      <a:pt x="2855000" y="407444"/>
                    </a:lnTo>
                    <a:lnTo>
                      <a:pt x="2765000" y="410039"/>
                    </a:lnTo>
                    <a:lnTo>
                      <a:pt x="2675000" y="413190"/>
                    </a:lnTo>
                    <a:lnTo>
                      <a:pt x="2585000" y="413693"/>
                    </a:lnTo>
                    <a:lnTo>
                      <a:pt x="2495000" y="409834"/>
                    </a:lnTo>
                    <a:lnTo>
                      <a:pt x="2405000" y="406737"/>
                    </a:lnTo>
                    <a:lnTo>
                      <a:pt x="2315000" y="405370"/>
                    </a:lnTo>
                    <a:lnTo>
                      <a:pt x="2225000" y="402663"/>
                    </a:lnTo>
                    <a:lnTo>
                      <a:pt x="2135000" y="397633"/>
                    </a:lnTo>
                    <a:lnTo>
                      <a:pt x="2045000" y="396122"/>
                    </a:lnTo>
                    <a:lnTo>
                      <a:pt x="1955000" y="395555"/>
                    </a:lnTo>
                    <a:lnTo>
                      <a:pt x="1865000" y="392399"/>
                    </a:lnTo>
                    <a:lnTo>
                      <a:pt x="1775000" y="388293"/>
                    </a:lnTo>
                    <a:lnTo>
                      <a:pt x="1685000" y="387192"/>
                    </a:lnTo>
                    <a:lnTo>
                      <a:pt x="1595000" y="389274"/>
                    </a:lnTo>
                    <a:lnTo>
                      <a:pt x="1505000" y="391430"/>
                    </a:lnTo>
                    <a:lnTo>
                      <a:pt x="1415000" y="392694"/>
                    </a:lnTo>
                    <a:lnTo>
                      <a:pt x="1325000" y="390917"/>
                    </a:lnTo>
                    <a:lnTo>
                      <a:pt x="1235000" y="386495"/>
                    </a:lnTo>
                    <a:lnTo>
                      <a:pt x="1145000" y="382191"/>
                    </a:lnTo>
                    <a:lnTo>
                      <a:pt x="1055000" y="383661"/>
                    </a:lnTo>
                    <a:lnTo>
                      <a:pt x="965000" y="391920"/>
                    </a:lnTo>
                    <a:lnTo>
                      <a:pt x="875000" y="399730"/>
                    </a:lnTo>
                    <a:lnTo>
                      <a:pt x="785000" y="401030"/>
                    </a:lnTo>
                    <a:lnTo>
                      <a:pt x="695000" y="396383"/>
                    </a:lnTo>
                    <a:lnTo>
                      <a:pt x="605000" y="388777"/>
                    </a:lnTo>
                    <a:lnTo>
                      <a:pt x="515000" y="384305"/>
                    </a:lnTo>
                    <a:lnTo>
                      <a:pt x="425000" y="390221"/>
                    </a:lnTo>
                    <a:lnTo>
                      <a:pt x="335000" y="404173"/>
                    </a:lnTo>
                    <a:lnTo>
                      <a:pt x="245000" y="416086"/>
                    </a:lnTo>
                    <a:lnTo>
                      <a:pt x="155000" y="414505"/>
                    </a:lnTo>
                    <a:lnTo>
                      <a:pt x="65000" y="404058"/>
                    </a:lnTo>
                    <a:lnTo>
                      <a:pt x="5315" y="370000"/>
                    </a:lnTo>
                    <a:lnTo>
                      <a:pt x="7824" y="280000"/>
                    </a:lnTo>
                    <a:lnTo>
                      <a:pt x="8457" y="190000"/>
                    </a:lnTo>
                    <a:lnTo>
                      <a:pt x="7264" y="100000"/>
                    </a:lnTo>
                    <a:lnTo>
                      <a:pt x="0" y="0"/>
                    </a:lnTo>
                    <a:close/>
                  </a:path>
                </a:pathLst>
              </a:custGeom>
              <a:solidFill>
                <a:srgbClr val="E1F3CF"/>
              </a:solidFill>
              <a:ln w="15000" cap="flat">
                <a:solidFill>
                  <a:srgbClr val="FCECEA"/>
                </a:solidFill>
                <a:round/>
              </a:ln>
            </p:spPr>
          </p:sp>
          <p:pic>
            <p:nvPicPr>
              <p:cNvPr id="293" name="Mark"/>
              <p:cNvPicPr>
                <a:picLocks noChangeAspect="1"/>
              </p:cNvPicPr>
              <p:nvPr/>
            </p:nvPicPr>
            <p:blipFill>
              <a:blip r:embed="rId3"/>
              <a:stretch>
                <a:fillRect/>
              </a:stretch>
            </p:blipFill>
            <p:spPr>
              <a:xfrm>
                <a:off x="1626053" y="3985042"/>
                <a:ext cy="300000" cx="300000"/>
              </a:xfrm>
              <a:prstGeom prst="rect">
                <a:avLst/>
              </a:prstGeom>
            </p:spPr>
          </p:pic>
          <p:sp>
            <p:nvSpPr>
              <p:cNvPr id="464" name="Text 464"/>
              <p:cNvSpPr txBox="1"/>
              <p:nvPr/>
            </p:nvSpPr>
            <p:spPr>
              <a:xfrm>
                <a:off x="1956053" y="3977042"/>
                <a:ext cy="340000" cx="3560000"/>
              </a:xfrm>
              <a:prstGeom prst="rect">
                <a:avLst/>
              </a:prstGeom>
              <a:noFill/>
            </p:spPr>
            <p:txBody>
              <a:bodyPr anchor="ctr" lIns="0" wrap="none" rtlCol="0" rIns="0" tIns="0" bIns="11000"/>
              <a:lstStyle/>
              <a:p>
                <a:pPr algn="ctr">
                  <a:lnSpc>
                    <a:spcPct val="100000"/>
                  </a:lnSpc>
                </a:pPr>
                <a:r>
                  <a:rPr sz="2100">
                    <a:solidFill>
                      <a:srgbClr val="454545"/>
                    </a:solidFill>
                    <a:latin typeface="標楷體"/>
                  </a:rPr>
                  <a:t>10段總體經濟分析、1段廣告</a:t>
                </a:r>
              </a:p>
            </p:txBody>
          </p:sp>
        </p:grpSp>
        <p:grpSp>
          <p:nvGrpSpPr>
            <p:cNvPr id="465" name="Group 465"/>
            <p:cNvGrpSpPr/>
            <p:nvPr/>
          </p:nvGrpSpPr>
          <p:grpSpPr>
            <a:xfrm>
              <a:off x="1491053" y="4498542"/>
              <a:ext cy="400000" cx="3975000"/>
              <a:chOff x="1491053" y="4498542"/>
              <a:chExt cy="400000" cx="3975000"/>
            </a:xfrm>
          </p:grpSpPr>
          <p:sp>
            <p:nvSpPr>
              <p:cNvPr id="268" name="SubTopic"/>
              <p:cNvSpPr/>
              <p:nvPr/>
            </p:nvSpPr>
            <p:spPr>
              <a:xfrm>
                <a:off x="1491053" y="4498542"/>
                <a:ext cy="400000" cx="3975000"/>
              </a:xfrm>
              <a:custGeom>
                <a:avLst/>
                <a:gdLst/>
                <a:ahLst/>
                <a:cxnLst/>
                <a:pathLst>
                  <a:path w="3975000" stroke="false" h="400000">
                    <a:moveTo>
                      <a:pt x="0" y="0"/>
                    </a:moveTo>
                    <a:lnTo>
                      <a:pt x="90000" y="5339"/>
                    </a:lnTo>
                    <a:lnTo>
                      <a:pt x="180000" y="4729"/>
                    </a:lnTo>
                    <a:lnTo>
                      <a:pt x="270000" y="3606"/>
                    </a:lnTo>
                    <a:lnTo>
                      <a:pt x="360000" y="3090"/>
                    </a:lnTo>
                    <a:lnTo>
                      <a:pt x="450000" y="-185"/>
                    </a:lnTo>
                    <a:lnTo>
                      <a:pt x="540000" y="-4931"/>
                    </a:lnTo>
                    <a:lnTo>
                      <a:pt x="630000" y="-5773"/>
                    </a:lnTo>
                    <a:lnTo>
                      <a:pt x="720000" y="-915"/>
                    </a:lnTo>
                    <a:lnTo>
                      <a:pt x="810000" y="3130"/>
                    </a:lnTo>
                    <a:lnTo>
                      <a:pt x="900000" y="4210"/>
                    </a:lnTo>
                    <a:lnTo>
                      <a:pt x="990000" y="1243"/>
                    </a:lnTo>
                    <a:lnTo>
                      <a:pt x="1080000" y="-5387"/>
                    </a:lnTo>
                    <a:lnTo>
                      <a:pt x="1170000" y="-8973"/>
                    </a:lnTo>
                    <a:lnTo>
                      <a:pt x="1260000" y="-7306"/>
                    </a:lnTo>
                    <a:lnTo>
                      <a:pt x="1350000" y="1049"/>
                    </a:lnTo>
                    <a:lnTo>
                      <a:pt x="1440000" y="9452"/>
                    </a:lnTo>
                    <a:lnTo>
                      <a:pt x="1530000" y="10677"/>
                    </a:lnTo>
                    <a:lnTo>
                      <a:pt x="1620000" y="5454"/>
                    </a:lnTo>
                    <a:lnTo>
                      <a:pt x="1710000" y="-1857"/>
                    </a:lnTo>
                    <a:lnTo>
                      <a:pt x="1800000" y="-4190"/>
                    </a:lnTo>
                    <a:lnTo>
                      <a:pt x="1890000" y="-3748"/>
                    </a:lnTo>
                    <a:lnTo>
                      <a:pt x="1980000" y="-2595"/>
                    </a:lnTo>
                    <a:lnTo>
                      <a:pt x="2070000" y="-2068"/>
                    </a:lnTo>
                    <a:lnTo>
                      <a:pt x="2160000" y="-860"/>
                    </a:lnTo>
                    <a:lnTo>
                      <a:pt x="2250000" y="4977"/>
                    </a:lnTo>
                    <a:lnTo>
                      <a:pt x="2340000" y="11986"/>
                    </a:lnTo>
                    <a:lnTo>
                      <a:pt x="2430000" y="13451"/>
                    </a:lnTo>
                    <a:lnTo>
                      <a:pt x="2520000" y="10048"/>
                    </a:lnTo>
                    <a:lnTo>
                      <a:pt x="2610000" y="3075"/>
                    </a:lnTo>
                    <a:lnTo>
                      <a:pt x="2700000" y="-945"/>
                    </a:lnTo>
                    <a:lnTo>
                      <a:pt x="2790000" y="-3847"/>
                    </a:lnTo>
                    <a:lnTo>
                      <a:pt x="2880000" y="-11492"/>
                    </a:lnTo>
                    <a:lnTo>
                      <a:pt x="2970000" y="-17626"/>
                    </a:lnTo>
                    <a:lnTo>
                      <a:pt x="3060000" y="-17039"/>
                    </a:lnTo>
                    <a:lnTo>
                      <a:pt x="3150000" y="-13735"/>
                    </a:lnTo>
                    <a:lnTo>
                      <a:pt x="3240000" y="-10108"/>
                    </a:lnTo>
                    <a:lnTo>
                      <a:pt x="3330000" y="-8660"/>
                    </a:lnTo>
                    <a:lnTo>
                      <a:pt x="3420000" y="-527"/>
                    </a:lnTo>
                    <a:lnTo>
                      <a:pt x="3510000" y="9721"/>
                    </a:lnTo>
                    <a:lnTo>
                      <a:pt x="3600000" y="14133"/>
                    </a:lnTo>
                    <a:lnTo>
                      <a:pt x="3690000" y="13667"/>
                    </a:lnTo>
                    <a:lnTo>
                      <a:pt x="3780000" y="11582"/>
                    </a:lnTo>
                    <a:lnTo>
                      <a:pt x="3870000" y="8279"/>
                    </a:lnTo>
                    <a:lnTo>
                      <a:pt x="3960000" y="7913"/>
                    </a:lnTo>
                    <a:lnTo>
                      <a:pt x="3968302" y="75000"/>
                    </a:lnTo>
                    <a:lnTo>
                      <a:pt x="3972714" y="165000"/>
                    </a:lnTo>
                    <a:lnTo>
                      <a:pt x="3974688" y="255000"/>
                    </a:lnTo>
                    <a:lnTo>
                      <a:pt x="3977544" y="345000"/>
                    </a:lnTo>
                    <a:lnTo>
                      <a:pt x="3930000" y="408985"/>
                    </a:lnTo>
                    <a:lnTo>
                      <a:pt x="3840000" y="412334"/>
                    </a:lnTo>
                    <a:lnTo>
                      <a:pt x="3750000" y="411776"/>
                    </a:lnTo>
                    <a:lnTo>
                      <a:pt x="3660000" y="410399"/>
                    </a:lnTo>
                    <a:lnTo>
                      <a:pt x="3570000" y="409999"/>
                    </a:lnTo>
                    <a:lnTo>
                      <a:pt x="3480000" y="408392"/>
                    </a:lnTo>
                    <a:lnTo>
                      <a:pt x="3390000" y="401865"/>
                    </a:lnTo>
                    <a:lnTo>
                      <a:pt x="3300000" y="397344"/>
                    </a:lnTo>
                    <a:lnTo>
                      <a:pt x="3210000" y="396772"/>
                    </a:lnTo>
                    <a:lnTo>
                      <a:pt x="3120000" y="404049"/>
                    </a:lnTo>
                    <a:lnTo>
                      <a:pt x="3030000" y="412638"/>
                    </a:lnTo>
                    <a:lnTo>
                      <a:pt x="2940000" y="415286"/>
                    </a:lnTo>
                    <a:lnTo>
                      <a:pt x="2850000" y="412978"/>
                    </a:lnTo>
                    <a:lnTo>
                      <a:pt x="2760000" y="408622"/>
                    </a:lnTo>
                    <a:lnTo>
                      <a:pt x="2670000" y="406883"/>
                    </a:lnTo>
                    <a:lnTo>
                      <a:pt x="2580000" y="407444"/>
                    </a:lnTo>
                    <a:lnTo>
                      <a:pt x="2490000" y="410039"/>
                    </a:lnTo>
                    <a:lnTo>
                      <a:pt x="2400000" y="413190"/>
                    </a:lnTo>
                    <a:lnTo>
                      <a:pt x="2310000" y="413693"/>
                    </a:lnTo>
                    <a:lnTo>
                      <a:pt x="2220000" y="409834"/>
                    </a:lnTo>
                    <a:lnTo>
                      <a:pt x="2130000" y="406737"/>
                    </a:lnTo>
                    <a:lnTo>
                      <a:pt x="2040000" y="405370"/>
                    </a:lnTo>
                    <a:lnTo>
                      <a:pt x="1950000" y="402663"/>
                    </a:lnTo>
                    <a:lnTo>
                      <a:pt x="1860000" y="397633"/>
                    </a:lnTo>
                    <a:lnTo>
                      <a:pt x="1770000" y="396122"/>
                    </a:lnTo>
                    <a:lnTo>
                      <a:pt x="1680000" y="395555"/>
                    </a:lnTo>
                    <a:lnTo>
                      <a:pt x="1590000" y="392399"/>
                    </a:lnTo>
                    <a:lnTo>
                      <a:pt x="1500000" y="388293"/>
                    </a:lnTo>
                    <a:lnTo>
                      <a:pt x="1410000" y="387192"/>
                    </a:lnTo>
                    <a:lnTo>
                      <a:pt x="1320000" y="389274"/>
                    </a:lnTo>
                    <a:lnTo>
                      <a:pt x="1230000" y="391430"/>
                    </a:lnTo>
                    <a:lnTo>
                      <a:pt x="1140000" y="392694"/>
                    </a:lnTo>
                    <a:lnTo>
                      <a:pt x="1050000" y="390917"/>
                    </a:lnTo>
                    <a:lnTo>
                      <a:pt x="960000" y="386495"/>
                    </a:lnTo>
                    <a:lnTo>
                      <a:pt x="870000" y="382191"/>
                    </a:lnTo>
                    <a:lnTo>
                      <a:pt x="780000" y="383661"/>
                    </a:lnTo>
                    <a:lnTo>
                      <a:pt x="690000" y="391920"/>
                    </a:lnTo>
                    <a:lnTo>
                      <a:pt x="600000" y="399730"/>
                    </a:lnTo>
                    <a:lnTo>
                      <a:pt x="510000" y="401030"/>
                    </a:lnTo>
                    <a:lnTo>
                      <a:pt x="420000" y="396383"/>
                    </a:lnTo>
                    <a:lnTo>
                      <a:pt x="330000" y="388777"/>
                    </a:lnTo>
                    <a:lnTo>
                      <a:pt x="240000" y="384305"/>
                    </a:lnTo>
                    <a:lnTo>
                      <a:pt x="150000" y="390221"/>
                    </a:lnTo>
                    <a:lnTo>
                      <a:pt x="60000" y="404173"/>
                    </a:lnTo>
                    <a:lnTo>
                      <a:pt x="-16086" y="370000"/>
                    </a:lnTo>
                    <a:lnTo>
                      <a:pt x="-14505" y="280000"/>
                    </a:lnTo>
                    <a:lnTo>
                      <a:pt x="-4058" y="190000"/>
                    </a:lnTo>
                    <a:lnTo>
                      <a:pt x="5315" y="100000"/>
                    </a:lnTo>
                    <a:lnTo>
                      <a:pt x="0" y="0"/>
                    </a:lnTo>
                    <a:close/>
                  </a:path>
                </a:pathLst>
              </a:custGeom>
              <a:solidFill>
                <a:srgbClr val="D8D8D8"/>
              </a:solidFill>
              <a:ln w="15000" cap="flat">
                <a:solidFill>
                  <a:srgbClr val="FCECEA"/>
                </a:solidFill>
                <a:round/>
              </a:ln>
            </p:spPr>
          </p:sp>
          <p:pic>
            <p:nvPicPr>
              <p:cNvPr id="295" name="Mark"/>
              <p:cNvPicPr>
                <a:picLocks noChangeAspect="1"/>
              </p:cNvPicPr>
              <p:nvPr/>
            </p:nvPicPr>
            <p:blipFill>
              <a:blip r:embed="rId4"/>
              <a:stretch>
                <a:fillRect/>
              </a:stretch>
            </p:blipFill>
            <p:spPr>
              <a:xfrm>
                <a:off x="1626053" y="4565042"/>
                <a:ext cy="300000" cx="300000"/>
              </a:xfrm>
              <a:prstGeom prst="rect">
                <a:avLst/>
              </a:prstGeom>
            </p:spPr>
          </p:pic>
          <p:sp>
            <p:nvSpPr>
              <p:cNvPr id="466" name="Text 466"/>
              <p:cNvSpPr txBox="1"/>
              <p:nvPr/>
            </p:nvSpPr>
            <p:spPr>
              <a:xfrm>
                <a:off x="1956053" y="4557042"/>
                <a:ext cy="340000" cx="3420000"/>
              </a:xfrm>
              <a:prstGeom prst="rect">
                <a:avLst/>
              </a:prstGeom>
              <a:noFill/>
            </p:spPr>
            <p:txBody>
              <a:bodyPr anchor="ctr" lIns="0" wrap="none" rtlCol="0" rIns="0" tIns="0" bIns="11000"/>
              <a:lstStyle/>
              <a:p>
                <a:pPr algn="ctr">
                  <a:lnSpc>
                    <a:spcPct val="100000"/>
                  </a:lnSpc>
                </a:pPr>
                <a:r>
                  <a:rPr sz="2100">
                    <a:solidFill>
                      <a:srgbClr val="454545"/>
                    </a:solidFill>
                    <a:latin typeface="標楷體"/>
                  </a:rPr>
                  <a:t>5段運動新聞、2段電影資訊</a:t>
                </a:r>
              </a:p>
            </p:txBody>
          </p:sp>
        </p:grpSp>
        <p:grpSp>
          <p:nvGrpSpPr>
            <p:cNvPr id="467" name="Group 467"/>
            <p:cNvGrpSpPr/>
            <p:nvPr/>
          </p:nvGrpSpPr>
          <p:grpSpPr>
            <a:xfrm>
              <a:off x="1491053" y="5078542"/>
              <a:ext cy="400000" cx="2295000"/>
              <a:chOff x="1491053" y="5078542"/>
              <a:chExt cy="400000" cx="2295000"/>
            </a:xfrm>
          </p:grpSpPr>
          <p:sp>
            <p:nvSpPr>
              <p:cNvPr id="270" name="SubTopic"/>
              <p:cNvSpPr/>
              <p:nvPr/>
            </p:nvSpPr>
            <p:spPr>
              <a:xfrm>
                <a:off x="1491053" y="5078542"/>
                <a:ext cy="400000" cx="2295000"/>
              </a:xfrm>
              <a:custGeom>
                <a:avLst/>
                <a:gdLst/>
                <a:ahLst/>
                <a:cxnLst/>
                <a:pathLst>
                  <a:path w="2295000" stroke="false" h="400000">
                    <a:moveTo>
                      <a:pt x="0" y="0"/>
                    </a:moveTo>
                    <a:lnTo>
                      <a:pt x="90000" y="5339"/>
                    </a:lnTo>
                    <a:lnTo>
                      <a:pt x="180000" y="4729"/>
                    </a:lnTo>
                    <a:lnTo>
                      <a:pt x="270000" y="3606"/>
                    </a:lnTo>
                    <a:lnTo>
                      <a:pt x="360000" y="3090"/>
                    </a:lnTo>
                    <a:lnTo>
                      <a:pt x="450000" y="-185"/>
                    </a:lnTo>
                    <a:lnTo>
                      <a:pt x="540000" y="-4931"/>
                    </a:lnTo>
                    <a:lnTo>
                      <a:pt x="630000" y="-5773"/>
                    </a:lnTo>
                    <a:lnTo>
                      <a:pt x="720000" y="-915"/>
                    </a:lnTo>
                    <a:lnTo>
                      <a:pt x="810000" y="3130"/>
                    </a:lnTo>
                    <a:lnTo>
                      <a:pt x="900000" y="4210"/>
                    </a:lnTo>
                    <a:lnTo>
                      <a:pt x="990000" y="1243"/>
                    </a:lnTo>
                    <a:lnTo>
                      <a:pt x="1080000" y="-5387"/>
                    </a:lnTo>
                    <a:lnTo>
                      <a:pt x="1170000" y="-8973"/>
                    </a:lnTo>
                    <a:lnTo>
                      <a:pt x="1260000" y="-7306"/>
                    </a:lnTo>
                    <a:lnTo>
                      <a:pt x="1350000" y="1049"/>
                    </a:lnTo>
                    <a:lnTo>
                      <a:pt x="1440000" y="9452"/>
                    </a:lnTo>
                    <a:lnTo>
                      <a:pt x="1530000" y="10677"/>
                    </a:lnTo>
                    <a:lnTo>
                      <a:pt x="1620000" y="5454"/>
                    </a:lnTo>
                    <a:lnTo>
                      <a:pt x="1710000" y="-1857"/>
                    </a:lnTo>
                    <a:lnTo>
                      <a:pt x="1800000" y="-4190"/>
                    </a:lnTo>
                    <a:lnTo>
                      <a:pt x="1890000" y="-3748"/>
                    </a:lnTo>
                    <a:lnTo>
                      <a:pt x="1980000" y="-2595"/>
                    </a:lnTo>
                    <a:lnTo>
                      <a:pt x="2070000" y="-2068"/>
                    </a:lnTo>
                    <a:lnTo>
                      <a:pt x="2160000" y="-860"/>
                    </a:lnTo>
                    <a:lnTo>
                      <a:pt x="2250000" y="4977"/>
                    </a:lnTo>
                    <a:lnTo>
                      <a:pt x="2283014" y="45000"/>
                    </a:lnTo>
                    <a:lnTo>
                      <a:pt x="2281549" y="135000"/>
                    </a:lnTo>
                    <a:lnTo>
                      <a:pt x="2284952" y="225000"/>
                    </a:lnTo>
                    <a:lnTo>
                      <a:pt x="2291925" y="315000"/>
                    </a:lnTo>
                    <a:lnTo>
                      <a:pt x="2280000" y="400945"/>
                    </a:lnTo>
                    <a:lnTo>
                      <a:pt x="2190000" y="403847"/>
                    </a:lnTo>
                    <a:lnTo>
                      <a:pt x="2100000" y="411492"/>
                    </a:lnTo>
                    <a:lnTo>
                      <a:pt x="2010000" y="417626"/>
                    </a:lnTo>
                    <a:lnTo>
                      <a:pt x="1920000" y="417039"/>
                    </a:lnTo>
                    <a:lnTo>
                      <a:pt x="1830000" y="413735"/>
                    </a:lnTo>
                    <a:lnTo>
                      <a:pt x="1740000" y="410108"/>
                    </a:lnTo>
                    <a:lnTo>
                      <a:pt x="1650000" y="408660"/>
                    </a:lnTo>
                    <a:lnTo>
                      <a:pt x="1560000" y="400527"/>
                    </a:lnTo>
                    <a:lnTo>
                      <a:pt x="1470000" y="390279"/>
                    </a:lnTo>
                    <a:lnTo>
                      <a:pt x="1380000" y="385867"/>
                    </a:lnTo>
                    <a:lnTo>
                      <a:pt x="1290000" y="386333"/>
                    </a:lnTo>
                    <a:lnTo>
                      <a:pt x="1200000" y="388418"/>
                    </a:lnTo>
                    <a:lnTo>
                      <a:pt x="1110000" y="391721"/>
                    </a:lnTo>
                    <a:lnTo>
                      <a:pt x="1020000" y="392087"/>
                    </a:lnTo>
                    <a:lnTo>
                      <a:pt x="930000" y="393302"/>
                    </a:lnTo>
                    <a:lnTo>
                      <a:pt x="840000" y="397714"/>
                    </a:lnTo>
                    <a:lnTo>
                      <a:pt x="750000" y="399688"/>
                    </a:lnTo>
                    <a:lnTo>
                      <a:pt x="660000" y="402544"/>
                    </a:lnTo>
                    <a:lnTo>
                      <a:pt x="570000" y="408985"/>
                    </a:lnTo>
                    <a:lnTo>
                      <a:pt x="480000" y="412334"/>
                    </a:lnTo>
                    <a:lnTo>
                      <a:pt x="390000" y="411776"/>
                    </a:lnTo>
                    <a:lnTo>
                      <a:pt x="300000" y="410399"/>
                    </a:lnTo>
                    <a:lnTo>
                      <a:pt x="210000" y="409999"/>
                    </a:lnTo>
                    <a:lnTo>
                      <a:pt x="120000" y="408392"/>
                    </a:lnTo>
                    <a:lnTo>
                      <a:pt x="30000" y="401865"/>
                    </a:lnTo>
                    <a:lnTo>
                      <a:pt x="2656" y="340000"/>
                    </a:lnTo>
                    <a:lnTo>
                      <a:pt x="3228" y="250000"/>
                    </a:lnTo>
                    <a:lnTo>
                      <a:pt x="-4049" y="160000"/>
                    </a:lnTo>
                    <a:lnTo>
                      <a:pt x="-12638" y="70000"/>
                    </a:lnTo>
                    <a:lnTo>
                      <a:pt x="0" y="0"/>
                    </a:lnTo>
                    <a:close/>
                  </a:path>
                </a:pathLst>
              </a:custGeom>
              <a:solidFill>
                <a:srgbClr val="B4E8E2"/>
              </a:solidFill>
              <a:ln w="15000" cap="flat">
                <a:solidFill>
                  <a:srgbClr val="FCECEA"/>
                </a:solidFill>
                <a:round/>
              </a:ln>
            </p:spPr>
          </p:sp>
          <p:pic>
            <p:nvPicPr>
              <p:cNvPr id="296" name="Mark"/>
              <p:cNvPicPr>
                <a:picLocks noChangeAspect="1"/>
              </p:cNvPicPr>
              <p:nvPr/>
            </p:nvPicPr>
            <p:blipFill>
              <a:blip r:embed="rId5"/>
              <a:stretch>
                <a:fillRect/>
              </a:stretch>
            </p:blipFill>
            <p:spPr>
              <a:xfrm>
                <a:off x="1626053" y="5145042"/>
                <a:ext cy="300000" cx="300000"/>
              </a:xfrm>
              <a:prstGeom prst="rect">
                <a:avLst/>
              </a:prstGeom>
            </p:spPr>
          </p:pic>
          <p:sp>
            <p:nvSpPr>
              <p:cNvPr id="468" name="Text 468"/>
              <p:cNvSpPr txBox="1"/>
              <p:nvPr/>
            </p:nvSpPr>
            <p:spPr>
              <a:xfrm>
                <a:off x="1956053" y="5137042"/>
                <a:ext cy="340000" cx="1740000"/>
              </a:xfrm>
              <a:prstGeom prst="rect">
                <a:avLst/>
              </a:prstGeom>
              <a:noFill/>
            </p:spPr>
            <p:txBody>
              <a:bodyPr anchor="ctr" lIns="0" wrap="none" rtlCol="0" rIns="0" tIns="0" bIns="11000"/>
              <a:lstStyle/>
              <a:p>
                <a:pPr algn="ctr">
                  <a:lnSpc>
                    <a:spcPct val="100000"/>
                  </a:lnSpc>
                </a:pPr>
                <a:r>
                  <a:rPr sz="2100">
                    <a:solidFill>
                      <a:srgbClr val="454545"/>
                    </a:solidFill>
                    <a:latin typeface="標楷體"/>
                  </a:rPr>
                  <a:t>10段政治新聞</a:t>
                </a:r>
              </a:p>
            </p:txBody>
          </p:sp>
        </p:grpSp>
        <p:grpSp>
          <p:nvGrpSpPr>
            <p:cNvPr id="469" name="Group 469"/>
            <p:cNvGrpSpPr/>
            <p:nvPr/>
          </p:nvGrpSpPr>
          <p:grpSpPr>
            <a:xfrm>
              <a:off x="1491053" y="5658542"/>
              <a:ext cy="400000" cx="2155000"/>
              <a:chOff x="1491053" y="5658542"/>
              <a:chExt cy="400000" cx="2155000"/>
            </a:xfrm>
          </p:grpSpPr>
          <p:sp>
            <p:nvSpPr>
              <p:cNvPr id="272" name="SubTopic"/>
              <p:cNvSpPr/>
              <p:nvPr/>
            </p:nvSpPr>
            <p:spPr>
              <a:xfrm>
                <a:off x="1491053" y="5658542"/>
                <a:ext cy="400000" cx="2155000"/>
              </a:xfrm>
              <a:custGeom>
                <a:avLst/>
                <a:gdLst/>
                <a:ahLst/>
                <a:cxnLst/>
                <a:pathLst>
                  <a:path w="2155000" stroke="false" h="400000">
                    <a:moveTo>
                      <a:pt x="0" y="0"/>
                    </a:moveTo>
                    <a:lnTo>
                      <a:pt x="90000" y="5339"/>
                    </a:lnTo>
                    <a:lnTo>
                      <a:pt x="180000" y="4729"/>
                    </a:lnTo>
                    <a:lnTo>
                      <a:pt x="270000" y="3606"/>
                    </a:lnTo>
                    <a:lnTo>
                      <a:pt x="360000" y="3090"/>
                    </a:lnTo>
                    <a:lnTo>
                      <a:pt x="450000" y="-185"/>
                    </a:lnTo>
                    <a:lnTo>
                      <a:pt x="540000" y="-4931"/>
                    </a:lnTo>
                    <a:lnTo>
                      <a:pt x="630000" y="-5773"/>
                    </a:lnTo>
                    <a:lnTo>
                      <a:pt x="720000" y="-915"/>
                    </a:lnTo>
                    <a:lnTo>
                      <a:pt x="810000" y="3130"/>
                    </a:lnTo>
                    <a:lnTo>
                      <a:pt x="900000" y="4210"/>
                    </a:lnTo>
                    <a:lnTo>
                      <a:pt x="990000" y="1243"/>
                    </a:lnTo>
                    <a:lnTo>
                      <a:pt x="1080000" y="-5387"/>
                    </a:lnTo>
                    <a:lnTo>
                      <a:pt x="1170000" y="-8973"/>
                    </a:lnTo>
                    <a:lnTo>
                      <a:pt x="1260000" y="-7306"/>
                    </a:lnTo>
                    <a:lnTo>
                      <a:pt x="1350000" y="1049"/>
                    </a:lnTo>
                    <a:lnTo>
                      <a:pt x="1440000" y="9452"/>
                    </a:lnTo>
                    <a:lnTo>
                      <a:pt x="1530000" y="10677"/>
                    </a:lnTo>
                    <a:lnTo>
                      <a:pt x="1620000" y="5454"/>
                    </a:lnTo>
                    <a:lnTo>
                      <a:pt x="1710000" y="-1857"/>
                    </a:lnTo>
                    <a:lnTo>
                      <a:pt x="1800000" y="-4190"/>
                    </a:lnTo>
                    <a:lnTo>
                      <a:pt x="1890000" y="-3748"/>
                    </a:lnTo>
                    <a:lnTo>
                      <a:pt x="1980000" y="-2595"/>
                    </a:lnTo>
                    <a:lnTo>
                      <a:pt x="2070000" y="-2068"/>
                    </a:lnTo>
                    <a:lnTo>
                      <a:pt x="2155860" y="15000"/>
                    </a:lnTo>
                    <a:lnTo>
                      <a:pt x="2150023" y="105000"/>
                    </a:lnTo>
                    <a:lnTo>
                      <a:pt x="2143014" y="195000"/>
                    </a:lnTo>
                    <a:lnTo>
                      <a:pt x="2141549" y="285000"/>
                    </a:lnTo>
                    <a:lnTo>
                      <a:pt x="2144952" y="375000"/>
                    </a:lnTo>
                    <a:lnTo>
                      <a:pt x="2080000" y="396925"/>
                    </a:lnTo>
                    <a:lnTo>
                      <a:pt x="1990000" y="400945"/>
                    </a:lnTo>
                    <a:lnTo>
                      <a:pt x="1900000" y="403847"/>
                    </a:lnTo>
                    <a:lnTo>
                      <a:pt x="1810000" y="411492"/>
                    </a:lnTo>
                    <a:lnTo>
                      <a:pt x="1720000" y="417626"/>
                    </a:lnTo>
                    <a:lnTo>
                      <a:pt x="1630000" y="417039"/>
                    </a:lnTo>
                    <a:lnTo>
                      <a:pt x="1540000" y="413735"/>
                    </a:lnTo>
                    <a:lnTo>
                      <a:pt x="1450000" y="410108"/>
                    </a:lnTo>
                    <a:lnTo>
                      <a:pt x="1360000" y="408660"/>
                    </a:lnTo>
                    <a:lnTo>
                      <a:pt x="1270000" y="400527"/>
                    </a:lnTo>
                    <a:lnTo>
                      <a:pt x="1180000" y="390279"/>
                    </a:lnTo>
                    <a:lnTo>
                      <a:pt x="1090000" y="385867"/>
                    </a:lnTo>
                    <a:lnTo>
                      <a:pt x="1000000" y="386333"/>
                    </a:lnTo>
                    <a:lnTo>
                      <a:pt x="910000" y="388418"/>
                    </a:lnTo>
                    <a:lnTo>
                      <a:pt x="820000" y="391721"/>
                    </a:lnTo>
                    <a:lnTo>
                      <a:pt x="730000" y="392087"/>
                    </a:lnTo>
                    <a:lnTo>
                      <a:pt x="640000" y="393302"/>
                    </a:lnTo>
                    <a:lnTo>
                      <a:pt x="550000" y="397714"/>
                    </a:lnTo>
                    <a:lnTo>
                      <a:pt x="460000" y="399688"/>
                    </a:lnTo>
                    <a:lnTo>
                      <a:pt x="370000" y="402544"/>
                    </a:lnTo>
                    <a:lnTo>
                      <a:pt x="280000" y="408985"/>
                    </a:lnTo>
                    <a:lnTo>
                      <a:pt x="190000" y="412334"/>
                    </a:lnTo>
                    <a:lnTo>
                      <a:pt x="100000" y="411776"/>
                    </a:lnTo>
                    <a:lnTo>
                      <a:pt x="-10399" y="400000"/>
                    </a:lnTo>
                    <a:lnTo>
                      <a:pt x="-9999" y="310000"/>
                    </a:lnTo>
                    <a:lnTo>
                      <a:pt x="-8392" y="220000"/>
                    </a:lnTo>
                    <a:lnTo>
                      <a:pt x="-1865" y="130000"/>
                    </a:lnTo>
                    <a:lnTo>
                      <a:pt x="2656" y="40000"/>
                    </a:lnTo>
                    <a:lnTo>
                      <a:pt x="0" y="0"/>
                    </a:lnTo>
                    <a:close/>
                  </a:path>
                </a:pathLst>
              </a:custGeom>
              <a:solidFill>
                <a:srgbClr val="D8D8D8"/>
              </a:solidFill>
              <a:ln w="15000" cap="flat">
                <a:solidFill>
                  <a:srgbClr val="FCECEA"/>
                </a:solidFill>
                <a:round/>
              </a:ln>
            </p:spPr>
          </p:sp>
          <p:pic>
            <p:nvPicPr>
              <p:cNvPr id="297" name="Mark"/>
              <p:cNvPicPr>
                <a:picLocks noChangeAspect="1"/>
              </p:cNvPicPr>
              <p:nvPr/>
            </p:nvPicPr>
            <p:blipFill>
              <a:blip r:embed="rId6"/>
              <a:stretch>
                <a:fillRect/>
              </a:stretch>
            </p:blipFill>
            <p:spPr>
              <a:xfrm>
                <a:off x="1626053" y="5725042"/>
                <a:ext cy="300000" cx="300000"/>
              </a:xfrm>
              <a:prstGeom prst="rect">
                <a:avLst/>
              </a:prstGeom>
            </p:spPr>
          </p:pic>
          <p:sp>
            <p:nvSpPr>
              <p:cNvPr id="470" name="Text 470"/>
              <p:cNvSpPr txBox="1"/>
              <p:nvPr/>
            </p:nvSpPr>
            <p:spPr>
              <a:xfrm>
                <a:off x="1956053" y="5717042"/>
                <a:ext cy="340000" cx="1600000"/>
              </a:xfrm>
              <a:prstGeom prst="rect">
                <a:avLst/>
              </a:prstGeom>
              <a:noFill/>
            </p:spPr>
            <p:txBody>
              <a:bodyPr anchor="ctr" lIns="0" wrap="none" rtlCol="0" rIns="0" tIns="0" bIns="11000"/>
              <a:lstStyle/>
              <a:p>
                <a:pPr algn="ctr">
                  <a:lnSpc>
                    <a:spcPct val="100000"/>
                  </a:lnSpc>
                </a:pPr>
                <a:r>
                  <a:rPr sz="2100">
                    <a:solidFill>
                      <a:srgbClr val="454545"/>
                    </a:solidFill>
                    <a:latin typeface="標楷體"/>
                  </a:rPr>
                  <a:t>2段政治新聞</a:t>
                </a:r>
              </a:p>
            </p:txBody>
          </p:sp>
        </p:grpSp>
        <p:grpSp>
          <p:nvGrpSpPr>
            <p:cNvPr id="471" name="Group 471"/>
            <p:cNvGrpSpPr/>
            <p:nvPr/>
          </p:nvGrpSpPr>
          <p:grpSpPr>
            <a:xfrm>
              <a:off x="1491053" y="3338542"/>
              <a:ext cy="400000" cx="3975000"/>
              <a:chOff x="1491053" y="3338542"/>
              <a:chExt cy="400000" cx="3975000"/>
            </a:xfrm>
          </p:grpSpPr>
          <p:sp>
            <p:nvSpPr>
              <p:cNvPr id="278" name="SubTopic"/>
              <p:cNvSpPr/>
              <p:nvPr/>
            </p:nvSpPr>
            <p:spPr>
              <a:xfrm>
                <a:off x="1491053" y="3338542"/>
                <a:ext cy="400000" cx="3975000"/>
              </a:xfrm>
              <a:custGeom>
                <a:avLst/>
                <a:gdLst/>
                <a:ahLst/>
                <a:cxnLst/>
                <a:pathLst>
                  <a:path w="3975000" stroke="false" h="400000">
                    <a:moveTo>
                      <a:pt x="0" y="0"/>
                    </a:moveTo>
                    <a:lnTo>
                      <a:pt x="90000" y="5339"/>
                    </a:lnTo>
                    <a:lnTo>
                      <a:pt x="180000" y="4729"/>
                    </a:lnTo>
                    <a:lnTo>
                      <a:pt x="270000" y="3606"/>
                    </a:lnTo>
                    <a:lnTo>
                      <a:pt x="360000" y="3090"/>
                    </a:lnTo>
                    <a:lnTo>
                      <a:pt x="450000" y="-185"/>
                    </a:lnTo>
                    <a:lnTo>
                      <a:pt x="540000" y="-4931"/>
                    </a:lnTo>
                    <a:lnTo>
                      <a:pt x="630000" y="-5773"/>
                    </a:lnTo>
                    <a:lnTo>
                      <a:pt x="720000" y="-915"/>
                    </a:lnTo>
                    <a:lnTo>
                      <a:pt x="810000" y="3130"/>
                    </a:lnTo>
                    <a:lnTo>
                      <a:pt x="900000" y="4210"/>
                    </a:lnTo>
                    <a:lnTo>
                      <a:pt x="990000" y="1243"/>
                    </a:lnTo>
                    <a:lnTo>
                      <a:pt x="1080000" y="-5387"/>
                    </a:lnTo>
                    <a:lnTo>
                      <a:pt x="1170000" y="-8973"/>
                    </a:lnTo>
                    <a:lnTo>
                      <a:pt x="1260000" y="-7306"/>
                    </a:lnTo>
                    <a:lnTo>
                      <a:pt x="1350000" y="1049"/>
                    </a:lnTo>
                    <a:lnTo>
                      <a:pt x="1440000" y="9452"/>
                    </a:lnTo>
                    <a:lnTo>
                      <a:pt x="1530000" y="10677"/>
                    </a:lnTo>
                    <a:lnTo>
                      <a:pt x="1620000" y="5454"/>
                    </a:lnTo>
                    <a:lnTo>
                      <a:pt x="1710000" y="-1857"/>
                    </a:lnTo>
                    <a:lnTo>
                      <a:pt x="1800000" y="-4190"/>
                    </a:lnTo>
                    <a:lnTo>
                      <a:pt x="1890000" y="-3748"/>
                    </a:lnTo>
                    <a:lnTo>
                      <a:pt x="1980000" y="-2595"/>
                    </a:lnTo>
                    <a:lnTo>
                      <a:pt x="2070000" y="-2068"/>
                    </a:lnTo>
                    <a:lnTo>
                      <a:pt x="2160000" y="-860"/>
                    </a:lnTo>
                    <a:lnTo>
                      <a:pt x="2250000" y="4977"/>
                    </a:lnTo>
                    <a:lnTo>
                      <a:pt x="2340000" y="11986"/>
                    </a:lnTo>
                    <a:lnTo>
                      <a:pt x="2430000" y="13451"/>
                    </a:lnTo>
                    <a:lnTo>
                      <a:pt x="2520000" y="10048"/>
                    </a:lnTo>
                    <a:lnTo>
                      <a:pt x="2610000" y="3075"/>
                    </a:lnTo>
                    <a:lnTo>
                      <a:pt x="2700000" y="-945"/>
                    </a:lnTo>
                    <a:lnTo>
                      <a:pt x="2790000" y="-3847"/>
                    </a:lnTo>
                    <a:lnTo>
                      <a:pt x="2880000" y="-11492"/>
                    </a:lnTo>
                    <a:lnTo>
                      <a:pt x="2970000" y="-17626"/>
                    </a:lnTo>
                    <a:lnTo>
                      <a:pt x="3060000" y="-17039"/>
                    </a:lnTo>
                    <a:lnTo>
                      <a:pt x="3150000" y="-13735"/>
                    </a:lnTo>
                    <a:lnTo>
                      <a:pt x="3240000" y="-10108"/>
                    </a:lnTo>
                    <a:lnTo>
                      <a:pt x="3330000" y="-8660"/>
                    </a:lnTo>
                    <a:lnTo>
                      <a:pt x="3420000" y="-527"/>
                    </a:lnTo>
                    <a:lnTo>
                      <a:pt x="3510000" y="9721"/>
                    </a:lnTo>
                    <a:lnTo>
                      <a:pt x="3600000" y="14133"/>
                    </a:lnTo>
                    <a:lnTo>
                      <a:pt x="3690000" y="13667"/>
                    </a:lnTo>
                    <a:lnTo>
                      <a:pt x="3780000" y="11582"/>
                    </a:lnTo>
                    <a:lnTo>
                      <a:pt x="3870000" y="8279"/>
                    </a:lnTo>
                    <a:lnTo>
                      <a:pt x="3960000" y="7913"/>
                    </a:lnTo>
                    <a:lnTo>
                      <a:pt x="3968302" y="75000"/>
                    </a:lnTo>
                    <a:lnTo>
                      <a:pt x="3972714" y="165000"/>
                    </a:lnTo>
                    <a:lnTo>
                      <a:pt x="3974688" y="255000"/>
                    </a:lnTo>
                    <a:lnTo>
                      <a:pt x="3977544" y="345000"/>
                    </a:lnTo>
                    <a:lnTo>
                      <a:pt x="3930000" y="408985"/>
                    </a:lnTo>
                    <a:lnTo>
                      <a:pt x="3840000" y="412334"/>
                    </a:lnTo>
                    <a:lnTo>
                      <a:pt x="3750000" y="411776"/>
                    </a:lnTo>
                    <a:lnTo>
                      <a:pt x="3660000" y="410399"/>
                    </a:lnTo>
                    <a:lnTo>
                      <a:pt x="3570000" y="409999"/>
                    </a:lnTo>
                    <a:lnTo>
                      <a:pt x="3480000" y="408392"/>
                    </a:lnTo>
                    <a:lnTo>
                      <a:pt x="3390000" y="401865"/>
                    </a:lnTo>
                    <a:lnTo>
                      <a:pt x="3300000" y="397344"/>
                    </a:lnTo>
                    <a:lnTo>
                      <a:pt x="3210000" y="396772"/>
                    </a:lnTo>
                    <a:lnTo>
                      <a:pt x="3120000" y="404049"/>
                    </a:lnTo>
                    <a:lnTo>
                      <a:pt x="3030000" y="412638"/>
                    </a:lnTo>
                    <a:lnTo>
                      <a:pt x="2940000" y="415286"/>
                    </a:lnTo>
                    <a:lnTo>
                      <a:pt x="2850000" y="412978"/>
                    </a:lnTo>
                    <a:lnTo>
                      <a:pt x="2760000" y="408622"/>
                    </a:lnTo>
                    <a:lnTo>
                      <a:pt x="2670000" y="406883"/>
                    </a:lnTo>
                    <a:lnTo>
                      <a:pt x="2580000" y="407444"/>
                    </a:lnTo>
                    <a:lnTo>
                      <a:pt x="2490000" y="410039"/>
                    </a:lnTo>
                    <a:lnTo>
                      <a:pt x="2400000" y="413190"/>
                    </a:lnTo>
                    <a:lnTo>
                      <a:pt x="2310000" y="413693"/>
                    </a:lnTo>
                    <a:lnTo>
                      <a:pt x="2220000" y="409834"/>
                    </a:lnTo>
                    <a:lnTo>
                      <a:pt x="2130000" y="406737"/>
                    </a:lnTo>
                    <a:lnTo>
                      <a:pt x="2040000" y="405370"/>
                    </a:lnTo>
                    <a:lnTo>
                      <a:pt x="1950000" y="402663"/>
                    </a:lnTo>
                    <a:lnTo>
                      <a:pt x="1860000" y="397633"/>
                    </a:lnTo>
                    <a:lnTo>
                      <a:pt x="1770000" y="396122"/>
                    </a:lnTo>
                    <a:lnTo>
                      <a:pt x="1680000" y="395555"/>
                    </a:lnTo>
                    <a:lnTo>
                      <a:pt x="1590000" y="392399"/>
                    </a:lnTo>
                    <a:lnTo>
                      <a:pt x="1500000" y="388293"/>
                    </a:lnTo>
                    <a:lnTo>
                      <a:pt x="1410000" y="387192"/>
                    </a:lnTo>
                    <a:lnTo>
                      <a:pt x="1320000" y="389274"/>
                    </a:lnTo>
                    <a:lnTo>
                      <a:pt x="1230000" y="391430"/>
                    </a:lnTo>
                    <a:lnTo>
                      <a:pt x="1140000" y="392694"/>
                    </a:lnTo>
                    <a:lnTo>
                      <a:pt x="1050000" y="390917"/>
                    </a:lnTo>
                    <a:lnTo>
                      <a:pt x="960000" y="386495"/>
                    </a:lnTo>
                    <a:lnTo>
                      <a:pt x="870000" y="382191"/>
                    </a:lnTo>
                    <a:lnTo>
                      <a:pt x="780000" y="383661"/>
                    </a:lnTo>
                    <a:lnTo>
                      <a:pt x="690000" y="391920"/>
                    </a:lnTo>
                    <a:lnTo>
                      <a:pt x="600000" y="399730"/>
                    </a:lnTo>
                    <a:lnTo>
                      <a:pt x="510000" y="401030"/>
                    </a:lnTo>
                    <a:lnTo>
                      <a:pt x="420000" y="396383"/>
                    </a:lnTo>
                    <a:lnTo>
                      <a:pt x="330000" y="388777"/>
                    </a:lnTo>
                    <a:lnTo>
                      <a:pt x="240000" y="384305"/>
                    </a:lnTo>
                    <a:lnTo>
                      <a:pt x="150000" y="390221"/>
                    </a:lnTo>
                    <a:lnTo>
                      <a:pt x="60000" y="404173"/>
                    </a:lnTo>
                    <a:lnTo>
                      <a:pt x="-16086" y="370000"/>
                    </a:lnTo>
                    <a:lnTo>
                      <a:pt x="-14505" y="280000"/>
                    </a:lnTo>
                    <a:lnTo>
                      <a:pt x="-4058" y="190000"/>
                    </a:lnTo>
                    <a:lnTo>
                      <a:pt x="5315" y="100000"/>
                    </a:lnTo>
                    <a:lnTo>
                      <a:pt x="0" y="0"/>
                    </a:lnTo>
                    <a:close/>
                  </a:path>
                </a:pathLst>
              </a:custGeom>
              <a:solidFill>
                <a:srgbClr val="D7CFFD"/>
              </a:solidFill>
              <a:ln w="15000" cap="flat">
                <a:solidFill>
                  <a:srgbClr val="FCECEA"/>
                </a:solidFill>
                <a:round/>
              </a:ln>
            </p:spPr>
          </p:sp>
          <p:pic>
            <p:nvPicPr>
              <p:cNvPr id="285" name="Mark"/>
              <p:cNvPicPr>
                <a:picLocks noChangeAspect="1"/>
              </p:cNvPicPr>
              <p:nvPr/>
            </p:nvPicPr>
            <p:blipFill>
              <a:blip r:embed="rId7"/>
              <a:stretch>
                <a:fillRect/>
              </a:stretch>
            </p:blipFill>
            <p:spPr>
              <a:xfrm>
                <a:off x="1626053" y="3405042"/>
                <a:ext cy="300000" cx="300000"/>
              </a:xfrm>
              <a:prstGeom prst="rect">
                <a:avLst/>
              </a:prstGeom>
            </p:spPr>
          </p:pic>
          <p:sp>
            <p:nvSpPr>
              <p:cNvPr id="472" name="Text 472"/>
              <p:cNvSpPr txBox="1"/>
              <p:nvPr/>
            </p:nvSpPr>
            <p:spPr>
              <a:xfrm>
                <a:off x="1956053" y="3397042"/>
                <a:ext cy="340000" cx="3420000"/>
              </a:xfrm>
              <a:prstGeom prst="rect">
                <a:avLst/>
              </a:prstGeom>
              <a:noFill/>
            </p:spPr>
            <p:txBody>
              <a:bodyPr anchor="ctr" lIns="0" wrap="none" rtlCol="0" rIns="0" tIns="0" bIns="11000"/>
              <a:lstStyle/>
              <a:p>
                <a:pPr algn="ctr">
                  <a:lnSpc>
                    <a:spcPct val="100000"/>
                  </a:lnSpc>
                </a:pPr>
                <a:r>
                  <a:rPr sz="2100">
                    <a:solidFill>
                      <a:srgbClr val="454545"/>
                    </a:solidFill>
                    <a:latin typeface="標楷體"/>
                  </a:rPr>
                  <a:t>2段總體經濟分析、5段廣告</a:t>
                </a:r>
              </a:p>
            </p:txBody>
          </p:sp>
        </p:grpSp>
        <p:sp>
          <p:nvSpPr>
            <p:cNvPr id="300" name="SubTopic"/>
            <p:cNvSpPr/>
            <p:nvPr/>
          </p:nvSpPr>
          <p:spPr>
            <a:xfrm>
              <a:off x="1077054" y="6238542"/>
              <a:ext cy="820000" cx="7725000"/>
            </a:xfrm>
            <a:custGeom>
              <a:avLst/>
              <a:gdLst>
                <a:gd fmla="*/ 124500 w 7725000" name="rtl"/>
                <a:gd fmla="*/ 58500 h 820000" name="rtt"/>
                <a:gd fmla="*/ 7624500 w 7725000" name="rtr"/>
                <a:gd fmla="*/ 818500 h 820000" name="rtb"/>
              </a:gdLst>
              <a:ahLst/>
              <a:cxnLst/>
              <a:rect r="rtr" b="rtb" l="rtl" t="rtt"/>
              <a:pathLst>
                <a:path w="7725000" stroke="false" h="820000">
                  <a:moveTo>
                    <a:pt x="0" y="0"/>
                  </a:moveTo>
                  <a:lnTo>
                    <a:pt x="90000" y="5339"/>
                  </a:lnTo>
                  <a:lnTo>
                    <a:pt x="180000" y="4729"/>
                  </a:lnTo>
                  <a:lnTo>
                    <a:pt x="270000" y="3606"/>
                  </a:lnTo>
                  <a:lnTo>
                    <a:pt x="360000" y="3090"/>
                  </a:lnTo>
                  <a:lnTo>
                    <a:pt x="450000" y="-185"/>
                  </a:lnTo>
                  <a:lnTo>
                    <a:pt x="540000" y="-4931"/>
                  </a:lnTo>
                  <a:lnTo>
                    <a:pt x="630000" y="-5773"/>
                  </a:lnTo>
                  <a:lnTo>
                    <a:pt x="720000" y="-915"/>
                  </a:lnTo>
                  <a:lnTo>
                    <a:pt x="810000" y="3130"/>
                  </a:lnTo>
                  <a:lnTo>
                    <a:pt x="900000" y="4210"/>
                  </a:lnTo>
                  <a:lnTo>
                    <a:pt x="990000" y="1243"/>
                  </a:lnTo>
                  <a:lnTo>
                    <a:pt x="1080000" y="-5387"/>
                  </a:lnTo>
                  <a:lnTo>
                    <a:pt x="1170000" y="-8973"/>
                  </a:lnTo>
                  <a:lnTo>
                    <a:pt x="1260000" y="-7306"/>
                  </a:lnTo>
                  <a:lnTo>
                    <a:pt x="1350000" y="1049"/>
                  </a:lnTo>
                  <a:lnTo>
                    <a:pt x="1440000" y="9452"/>
                  </a:lnTo>
                  <a:lnTo>
                    <a:pt x="1530000" y="10677"/>
                  </a:lnTo>
                  <a:lnTo>
                    <a:pt x="1620000" y="5454"/>
                  </a:lnTo>
                  <a:lnTo>
                    <a:pt x="1710000" y="-1857"/>
                  </a:lnTo>
                  <a:lnTo>
                    <a:pt x="1800000" y="-4190"/>
                  </a:lnTo>
                  <a:lnTo>
                    <a:pt x="1890000" y="-3748"/>
                  </a:lnTo>
                  <a:lnTo>
                    <a:pt x="1980000" y="-2595"/>
                  </a:lnTo>
                  <a:lnTo>
                    <a:pt x="2070000" y="-2068"/>
                  </a:lnTo>
                  <a:lnTo>
                    <a:pt x="2160000" y="-860"/>
                  </a:lnTo>
                  <a:lnTo>
                    <a:pt x="2250000" y="4977"/>
                  </a:lnTo>
                  <a:lnTo>
                    <a:pt x="2340000" y="11986"/>
                  </a:lnTo>
                  <a:lnTo>
                    <a:pt x="2430000" y="13451"/>
                  </a:lnTo>
                  <a:lnTo>
                    <a:pt x="2520000" y="10048"/>
                  </a:lnTo>
                  <a:lnTo>
                    <a:pt x="2610000" y="3075"/>
                  </a:lnTo>
                  <a:lnTo>
                    <a:pt x="2700000" y="-945"/>
                  </a:lnTo>
                  <a:lnTo>
                    <a:pt x="2790000" y="-3847"/>
                  </a:lnTo>
                  <a:lnTo>
                    <a:pt x="2880000" y="-11492"/>
                  </a:lnTo>
                  <a:lnTo>
                    <a:pt x="2970000" y="-17626"/>
                  </a:lnTo>
                  <a:lnTo>
                    <a:pt x="3060000" y="-17039"/>
                  </a:lnTo>
                  <a:lnTo>
                    <a:pt x="3150000" y="-13735"/>
                  </a:lnTo>
                  <a:lnTo>
                    <a:pt x="3240000" y="-10108"/>
                  </a:lnTo>
                  <a:lnTo>
                    <a:pt x="3330000" y="-8660"/>
                  </a:lnTo>
                  <a:lnTo>
                    <a:pt x="3420000" y="-527"/>
                  </a:lnTo>
                  <a:lnTo>
                    <a:pt x="3510000" y="9721"/>
                  </a:lnTo>
                  <a:lnTo>
                    <a:pt x="3600000" y="14133"/>
                  </a:lnTo>
                  <a:lnTo>
                    <a:pt x="3690000" y="13667"/>
                  </a:lnTo>
                  <a:lnTo>
                    <a:pt x="3780000" y="11582"/>
                  </a:lnTo>
                  <a:lnTo>
                    <a:pt x="3870000" y="8279"/>
                  </a:lnTo>
                  <a:lnTo>
                    <a:pt x="3960000" y="7913"/>
                  </a:lnTo>
                  <a:lnTo>
                    <a:pt x="4050000" y="6698"/>
                  </a:lnTo>
                  <a:lnTo>
                    <a:pt x="4140000" y="2286"/>
                  </a:lnTo>
                  <a:lnTo>
                    <a:pt x="4230000" y="312"/>
                  </a:lnTo>
                  <a:lnTo>
                    <a:pt x="4320000" y="-2544"/>
                  </a:lnTo>
                  <a:lnTo>
                    <a:pt x="4410000" y="-8985"/>
                  </a:lnTo>
                  <a:lnTo>
                    <a:pt x="4500000" y="-12334"/>
                  </a:lnTo>
                  <a:lnTo>
                    <a:pt x="4590000" y="-11776"/>
                  </a:lnTo>
                  <a:lnTo>
                    <a:pt x="4680000" y="-10399"/>
                  </a:lnTo>
                  <a:lnTo>
                    <a:pt x="4770000" y="-9999"/>
                  </a:lnTo>
                  <a:lnTo>
                    <a:pt x="4860000" y="-8392"/>
                  </a:lnTo>
                  <a:lnTo>
                    <a:pt x="4950000" y="-1865"/>
                  </a:lnTo>
                  <a:lnTo>
                    <a:pt x="5040000" y="2656"/>
                  </a:lnTo>
                  <a:lnTo>
                    <a:pt x="5130000" y="3228"/>
                  </a:lnTo>
                  <a:lnTo>
                    <a:pt x="5220000" y="-4049"/>
                  </a:lnTo>
                  <a:lnTo>
                    <a:pt x="5310000" y="-12638"/>
                  </a:lnTo>
                  <a:lnTo>
                    <a:pt x="5400000" y="-15286"/>
                  </a:lnTo>
                  <a:lnTo>
                    <a:pt x="5490000" y="-12978"/>
                  </a:lnTo>
                  <a:lnTo>
                    <a:pt x="5580000" y="-8622"/>
                  </a:lnTo>
                  <a:lnTo>
                    <a:pt x="5670000" y="-6883"/>
                  </a:lnTo>
                  <a:lnTo>
                    <a:pt x="5760000" y="-7444"/>
                  </a:lnTo>
                  <a:lnTo>
                    <a:pt x="5850000" y="-10039"/>
                  </a:lnTo>
                  <a:lnTo>
                    <a:pt x="5940000" y="-13190"/>
                  </a:lnTo>
                  <a:lnTo>
                    <a:pt x="6030000" y="-13693"/>
                  </a:lnTo>
                  <a:lnTo>
                    <a:pt x="6120000" y="-9834"/>
                  </a:lnTo>
                  <a:lnTo>
                    <a:pt x="6210000" y="-6737"/>
                  </a:lnTo>
                  <a:lnTo>
                    <a:pt x="6300000" y="-5370"/>
                  </a:lnTo>
                  <a:lnTo>
                    <a:pt x="6390000" y="-2663"/>
                  </a:lnTo>
                  <a:lnTo>
                    <a:pt x="6480000" y="2367"/>
                  </a:lnTo>
                  <a:lnTo>
                    <a:pt x="6570000" y="3878"/>
                  </a:lnTo>
                  <a:lnTo>
                    <a:pt x="6660000" y="4445"/>
                  </a:lnTo>
                  <a:lnTo>
                    <a:pt x="6750000" y="7601"/>
                  </a:lnTo>
                  <a:lnTo>
                    <a:pt x="6840000" y="11707"/>
                  </a:lnTo>
                  <a:lnTo>
                    <a:pt x="6930000" y="12808"/>
                  </a:lnTo>
                  <a:lnTo>
                    <a:pt x="7020000" y="10726"/>
                  </a:lnTo>
                  <a:lnTo>
                    <a:pt x="7110000" y="8570"/>
                  </a:lnTo>
                  <a:lnTo>
                    <a:pt x="7200000" y="7306"/>
                  </a:lnTo>
                  <a:lnTo>
                    <a:pt x="7290000" y="9083"/>
                  </a:lnTo>
                  <a:lnTo>
                    <a:pt x="7380000" y="13505"/>
                  </a:lnTo>
                  <a:lnTo>
                    <a:pt x="7470000" y="17809"/>
                  </a:lnTo>
                  <a:lnTo>
                    <a:pt x="7560000" y="16339"/>
                  </a:lnTo>
                  <a:lnTo>
                    <a:pt x="7650000" y="8080"/>
                  </a:lnTo>
                  <a:lnTo>
                    <a:pt x="7724730" y="15000"/>
                  </a:lnTo>
                  <a:lnTo>
                    <a:pt x="7726030" y="105000"/>
                  </a:lnTo>
                  <a:lnTo>
                    <a:pt x="7721383" y="195000"/>
                  </a:lnTo>
                  <a:lnTo>
                    <a:pt x="7713777" y="285000"/>
                  </a:lnTo>
                  <a:lnTo>
                    <a:pt x="7709305" y="375000"/>
                  </a:lnTo>
                  <a:lnTo>
                    <a:pt x="7715221" y="465000"/>
                  </a:lnTo>
                  <a:lnTo>
                    <a:pt x="7729173" y="555000"/>
                  </a:lnTo>
                  <a:lnTo>
                    <a:pt x="7741086" y="645000"/>
                  </a:lnTo>
                  <a:lnTo>
                    <a:pt x="7739505" y="735000"/>
                  </a:lnTo>
                  <a:lnTo>
                    <a:pt x="7710000" y="824058"/>
                  </a:lnTo>
                  <a:lnTo>
                    <a:pt x="7620000" y="814685"/>
                  </a:lnTo>
                  <a:lnTo>
                    <a:pt x="7530000" y="812176"/>
                  </a:lnTo>
                  <a:lnTo>
                    <a:pt x="7440000" y="811543"/>
                  </a:lnTo>
                  <a:lnTo>
                    <a:pt x="7350000" y="812736"/>
                  </a:lnTo>
                  <a:lnTo>
                    <a:pt x="7260000" y="813947"/>
                  </a:lnTo>
                  <a:lnTo>
                    <a:pt x="7170000" y="814406"/>
                  </a:lnTo>
                  <a:lnTo>
                    <a:pt x="7080000" y="815568"/>
                  </a:lnTo>
                  <a:lnTo>
                    <a:pt x="6990000" y="816825"/>
                  </a:lnTo>
                  <a:lnTo>
                    <a:pt x="6900000" y="817479"/>
                  </a:lnTo>
                  <a:lnTo>
                    <a:pt x="6810000" y="820472"/>
                  </a:lnTo>
                  <a:lnTo>
                    <a:pt x="6720000" y="824692"/>
                  </a:lnTo>
                  <a:lnTo>
                    <a:pt x="6630000" y="825740"/>
                  </a:lnTo>
                  <a:lnTo>
                    <a:pt x="6540000" y="822543"/>
                  </a:lnTo>
                  <a:lnTo>
                    <a:pt x="6450000" y="816529"/>
                  </a:lnTo>
                  <a:lnTo>
                    <a:pt x="6360000" y="812667"/>
                  </a:lnTo>
                  <a:lnTo>
                    <a:pt x="6270000" y="816742"/>
                  </a:lnTo>
                  <a:lnTo>
                    <a:pt x="6180000" y="822806"/>
                  </a:lnTo>
                  <a:lnTo>
                    <a:pt x="6090000" y="824359"/>
                  </a:lnTo>
                  <a:lnTo>
                    <a:pt x="6000000" y="825171"/>
                  </a:lnTo>
                  <a:lnTo>
                    <a:pt x="5910000" y="828658"/>
                  </a:lnTo>
                  <a:lnTo>
                    <a:pt x="5820000" y="832213"/>
                  </a:lnTo>
                  <a:lnTo>
                    <a:pt x="5730000" y="832654"/>
                  </a:lnTo>
                  <a:lnTo>
                    <a:pt x="5640000" y="826285"/>
                  </a:lnTo>
                  <a:lnTo>
                    <a:pt x="5550000" y="815881"/>
                  </a:lnTo>
                  <a:lnTo>
                    <a:pt x="5460000" y="810572"/>
                  </a:lnTo>
                  <a:lnTo>
                    <a:pt x="5370000" y="809851"/>
                  </a:lnTo>
                  <a:lnTo>
                    <a:pt x="5280000" y="806067"/>
                  </a:lnTo>
                  <a:lnTo>
                    <a:pt x="5190000" y="801571"/>
                  </a:lnTo>
                  <a:lnTo>
                    <a:pt x="5100000" y="802869"/>
                  </a:lnTo>
                  <a:lnTo>
                    <a:pt x="5010000" y="809115"/>
                  </a:lnTo>
                  <a:lnTo>
                    <a:pt x="4920000" y="814355"/>
                  </a:lnTo>
                  <a:lnTo>
                    <a:pt x="4830000" y="815576"/>
                  </a:lnTo>
                  <a:lnTo>
                    <a:pt x="4740000" y="816543"/>
                  </a:lnTo>
                  <a:lnTo>
                    <a:pt x="4650000" y="818617"/>
                  </a:lnTo>
                  <a:lnTo>
                    <a:pt x="4560000" y="818670"/>
                  </a:lnTo>
                  <a:lnTo>
                    <a:pt x="4470000" y="821913"/>
                  </a:lnTo>
                  <a:lnTo>
                    <a:pt x="4380000" y="826386"/>
                  </a:lnTo>
                  <a:lnTo>
                    <a:pt x="4290000" y="829265"/>
                  </a:lnTo>
                  <a:lnTo>
                    <a:pt x="4200000" y="827466"/>
                  </a:lnTo>
                  <a:lnTo>
                    <a:pt x="4110000" y="819291"/>
                  </a:lnTo>
                  <a:lnTo>
                    <a:pt x="4020000" y="810899"/>
                  </a:lnTo>
                  <a:lnTo>
                    <a:pt x="3930000" y="808717"/>
                  </a:lnTo>
                  <a:lnTo>
                    <a:pt x="3840000" y="810677"/>
                  </a:lnTo>
                  <a:lnTo>
                    <a:pt x="3750000" y="811154"/>
                  </a:lnTo>
                  <a:lnTo>
                    <a:pt x="3660000" y="811140"/>
                  </a:lnTo>
                  <a:lnTo>
                    <a:pt x="3570000" y="810212"/>
                  </a:lnTo>
                  <a:lnTo>
                    <a:pt x="3480000" y="807249"/>
                  </a:lnTo>
                  <a:lnTo>
                    <a:pt x="3390000" y="804896"/>
                  </a:lnTo>
                  <a:lnTo>
                    <a:pt x="3300000" y="807383"/>
                  </a:lnTo>
                  <a:lnTo>
                    <a:pt x="3210000" y="818892"/>
                  </a:lnTo>
                  <a:lnTo>
                    <a:pt x="3120000" y="828377"/>
                  </a:lnTo>
                  <a:lnTo>
                    <a:pt x="3030000" y="830499"/>
                  </a:lnTo>
                  <a:lnTo>
                    <a:pt x="2940000" y="832408"/>
                  </a:lnTo>
                  <a:lnTo>
                    <a:pt x="2850000" y="831972"/>
                  </a:lnTo>
                  <a:lnTo>
                    <a:pt x="2760000" y="830237"/>
                  </a:lnTo>
                  <a:lnTo>
                    <a:pt x="2670000" y="826851"/>
                  </a:lnTo>
                  <a:lnTo>
                    <a:pt x="2580000" y="818594"/>
                  </a:lnTo>
                  <a:lnTo>
                    <a:pt x="2490000" y="813513"/>
                  </a:lnTo>
                  <a:lnTo>
                    <a:pt x="2400000" y="813278"/>
                  </a:lnTo>
                  <a:lnTo>
                    <a:pt x="2310000" y="814606"/>
                  </a:lnTo>
                  <a:lnTo>
                    <a:pt x="2220000" y="817802"/>
                  </a:lnTo>
                  <a:lnTo>
                    <a:pt x="2130000" y="818309"/>
                  </a:lnTo>
                  <a:lnTo>
                    <a:pt x="2040000" y="816642"/>
                  </a:lnTo>
                  <a:lnTo>
                    <a:pt x="1950000" y="817593"/>
                  </a:lnTo>
                  <a:lnTo>
                    <a:pt x="1860000" y="818822"/>
                  </a:lnTo>
                  <a:lnTo>
                    <a:pt x="1770000" y="819357"/>
                  </a:lnTo>
                  <a:lnTo>
                    <a:pt x="1680000" y="822115"/>
                  </a:lnTo>
                  <a:lnTo>
                    <a:pt x="1590000" y="824880"/>
                  </a:lnTo>
                  <a:lnTo>
                    <a:pt x="1500000" y="823779"/>
                  </a:lnTo>
                  <a:lnTo>
                    <a:pt x="1410000" y="817333"/>
                  </a:lnTo>
                  <a:lnTo>
                    <a:pt x="1320000" y="813557"/>
                  </a:lnTo>
                  <a:lnTo>
                    <a:pt x="1230000" y="813037"/>
                  </a:lnTo>
                  <a:lnTo>
                    <a:pt x="1140000" y="812775"/>
                  </a:lnTo>
                  <a:lnTo>
                    <a:pt x="1050000" y="816358"/>
                  </a:lnTo>
                  <a:lnTo>
                    <a:pt x="960000" y="819184"/>
                  </a:lnTo>
                  <a:lnTo>
                    <a:pt x="870000" y="820266"/>
                  </a:lnTo>
                  <a:lnTo>
                    <a:pt x="780000" y="821085"/>
                  </a:lnTo>
                  <a:lnTo>
                    <a:pt x="690000" y="819436"/>
                  </a:lnTo>
                  <a:lnTo>
                    <a:pt x="600000" y="819919"/>
                  </a:lnTo>
                  <a:lnTo>
                    <a:pt x="510000" y="822852"/>
                  </a:lnTo>
                  <a:lnTo>
                    <a:pt x="420000" y="823966"/>
                  </a:lnTo>
                  <a:lnTo>
                    <a:pt x="330000" y="823859"/>
                  </a:lnTo>
                  <a:lnTo>
                    <a:pt x="240000" y="818489"/>
                  </a:lnTo>
                  <a:lnTo>
                    <a:pt x="150000" y="809852"/>
                  </a:lnTo>
                  <a:lnTo>
                    <a:pt x="60000" y="806189"/>
                  </a:lnTo>
                  <a:lnTo>
                    <a:pt x="15531" y="790000"/>
                  </a:lnTo>
                  <a:lnTo>
                    <a:pt x="16586" y="700000"/>
                  </a:lnTo>
                  <a:lnTo>
                    <a:pt x="14898" y="610000"/>
                  </a:lnTo>
                  <a:lnTo>
                    <a:pt x="11839" y="520000"/>
                  </a:lnTo>
                  <a:lnTo>
                    <a:pt x="185" y="430000"/>
                  </a:lnTo>
                  <a:lnTo>
                    <a:pt x="-10812" y="340000"/>
                  </a:lnTo>
                  <a:lnTo>
                    <a:pt x="-13113" y="250000"/>
                  </a:lnTo>
                  <a:lnTo>
                    <a:pt x="-10368" y="160000"/>
                  </a:lnTo>
                  <a:lnTo>
                    <a:pt x="-5551" y="70000"/>
                  </a:lnTo>
                  <a:lnTo>
                    <a:pt x="0" y="0"/>
                  </a:lnTo>
                  <a:close/>
                </a:path>
              </a:pathLst>
            </a:custGeom>
            <a:solidFill>
              <a:srgbClr val="F6DEAF"/>
            </a:solidFill>
            <a:ln w="15000" cap="flat">
              <a:solidFill>
                <a:srgbClr val="FCECEA"/>
              </a:solidFill>
              <a:round/>
            </a:ln>
          </p:spPr>
          <p:txBody>
            <a:bodyPr anchor="ctr" lIns="0" wrap="square" rtlCol="0" rIns="0" tIns="0" bIns="11000"/>
            <a:lstStyle/>
            <a:p>
              <a:pPr algn="ctr">
                <a:lnSpc>
                  <a:spcPct val="100000"/>
                </a:lnSpc>
              </a:pPr>
              <a:r>
                <a:rPr sz="2400">
                  <a:solidFill>
                    <a:srgbClr val="000000"/>
                  </a:solidFill>
                  <a:latin typeface="標楷體"/>
                </a:rPr>
                <a:t>仿照材料科學家分析物質性質的精神，</a:t>
              </a:r>
              <a:r>
                <a:rPr sz="2400">
                  <a:solidFill>
                    <a:srgbClr val="C00000"/>
                  </a:solidFill>
                  <a:latin typeface="標楷體"/>
                </a:rPr>
                <a:t>用AI把整篇的文章組成類別成份解析完畢。</a:t>
              </a:r>
            </a:p>
          </p:txBody>
        </p:sp>
        <p:grpSp>
          <p:nvGrpSpPr>
            <p:cNvPr id="473" name="Group 473"/>
            <p:cNvGrpSpPr/>
            <p:nvPr/>
          </p:nvGrpSpPr>
          <p:grpSpPr>
            <a:xfrm>
              <a:off x="5996053" y="3540429"/>
              <a:ext cy="2316225" cx="2705034"/>
              <a:chOff x="5996053" y="3540429"/>
              <a:chExt cy="2316225" cx="2705034"/>
            </a:xfrm>
          </p:grpSpPr>
          <p:sp>
            <p:nvSpPr>
              <p:cNvPr id="432" name="SummaryTopic"/>
              <p:cNvSpPr/>
              <p:nvPr/>
            </p:nvSpPr>
            <p:spPr>
              <a:xfrm>
                <a:off x="5996053" y="3540429"/>
                <a:ext cy="2316225" cx="2705034"/>
              </a:xfrm>
              <a:custGeom>
                <a:avLst/>
                <a:gdLst/>
                <a:ahLst/>
                <a:cxnLst/>
                <a:pathLst>
                  <a:path w="2705034" h="2316225">
                    <a:moveTo>
                      <a:pt x="26881" y="8276"/>
                    </a:moveTo>
                    <a:cubicBezTo>
                      <a:pt x="28021" y="7743"/>
                      <a:pt x="29205" y="7253"/>
                      <a:pt x="30434" y="6806"/>
                    </a:cubicBezTo>
                    <a:cubicBezTo>
                      <a:pt x="58986" y="-3564"/>
                      <a:pt x="89496" y="783"/>
                      <a:pt x="120049" y="3441"/>
                    </a:cubicBezTo>
                    <a:cubicBezTo>
                      <a:pt x="150214" y="6065"/>
                      <a:pt x="179980" y="5336"/>
                      <a:pt x="210009" y="4597"/>
                    </a:cubicBezTo>
                    <a:cubicBezTo>
                      <a:pt x="240271" y="3853"/>
                      <a:pt x="270000" y="3604"/>
                      <a:pt x="300001" y="3428"/>
                    </a:cubicBezTo>
                    <a:cubicBezTo>
                      <a:pt x="330290" y="3251"/>
                      <a:pt x="360031" y="2745"/>
                      <a:pt x="390036" y="1883"/>
                    </a:cubicBezTo>
                    <a:cubicBezTo>
                      <a:pt x="420336" y="1012"/>
                      <a:pt x="450076" y="-304"/>
                      <a:pt x="480081" y="-1806"/>
                    </a:cubicBezTo>
                    <a:cubicBezTo>
                      <a:pt x="510314" y="-3319"/>
                      <a:pt x="540016" y="-4425"/>
                      <a:pt x="570005" y="-5042"/>
                    </a:cubicBezTo>
                    <a:cubicBezTo>
                      <a:pt x="600311" y="-5666"/>
                      <a:pt x="630066" y="-5166"/>
                      <a:pt x="660078" y="-3955"/>
                    </a:cubicBezTo>
                    <a:cubicBezTo>
                      <a:pt x="690354" y="-2734"/>
                      <a:pt x="720070" y="-1132"/>
                      <a:pt x="750064" y="357"/>
                    </a:cubicBezTo>
                    <a:cubicBezTo>
                      <a:pt x="780299" y="1857"/>
                      <a:pt x="810012" y="2801"/>
                      <a:pt x="840006" y="3383"/>
                    </a:cubicBezTo>
                    <a:cubicBezTo>
                      <a:pt x="870286" y="3970"/>
                      <a:pt x="900024" y="3776"/>
                      <a:pt x="930028" y="3080"/>
                    </a:cubicBezTo>
                    <a:cubicBezTo>
                      <a:pt x="960372" y="2376"/>
                      <a:pt x="990138" y="872"/>
                      <a:pt x="1020154" y="-1093"/>
                    </a:cubicBezTo>
                    <a:cubicBezTo>
                      <a:pt x="1050383" y="-3071"/>
                      <a:pt x="1080071" y="-4943"/>
                      <a:pt x="1110054" y="-6433"/>
                    </a:cubicBezTo>
                    <a:cubicBezTo>
                      <a:pt x="1140291" y="-7935"/>
                      <a:pt x="1170011" y="-8408"/>
                      <a:pt x="1200008" y="-8234"/>
                    </a:cubicBezTo>
                    <a:cubicBezTo>
                      <a:pt x="1230406" y="-8058"/>
                      <a:pt x="1260207" y="-6586"/>
                      <a:pt x="1290237" y="-4275"/>
                    </a:cubicBezTo>
                    <a:cubicBezTo>
                      <a:pt x="1320550" y="-1942"/>
                      <a:pt x="1350268" y="940"/>
                      <a:pt x="1380265" y="3823"/>
                    </a:cubicBezTo>
                    <a:cubicBezTo>
                      <a:pt x="1410396" y="6719"/>
                      <a:pt x="1440044" y="8590"/>
                      <a:pt x="1470011" y="9575"/>
                    </a:cubicBezTo>
                    <a:cubicBezTo>
                      <a:pt x="1500315" y="10571"/>
                      <a:pt x="1530076" y="10047"/>
                      <a:pt x="1560090" y="8733"/>
                    </a:cubicBezTo>
                    <a:cubicBezTo>
                      <a:pt x="1590431" y="7404"/>
                      <a:pt x="1620184" y="5313"/>
                      <a:pt x="1650194" y="2966"/>
                    </a:cubicBezTo>
                    <a:cubicBezTo>
                      <a:pt x="1680381" y="606"/>
                      <a:pt x="1710051" y="-1217"/>
                      <a:pt x="1740027" y="-2421"/>
                    </a:cubicBezTo>
                    <a:cubicBezTo>
                      <a:pt x="1770273" y="-3636"/>
                      <a:pt x="1800000" y="-3969"/>
                      <a:pt x="1830001" y="-3976"/>
                    </a:cubicBezTo>
                    <a:cubicBezTo>
                      <a:pt x="1860273" y="-3976"/>
                      <a:pt x="1890004" y="-3706"/>
                      <a:pt x="1920005" y="-3352"/>
                    </a:cubicBezTo>
                    <a:cubicBezTo>
                      <a:pt x="1950273" y="-2995"/>
                      <a:pt x="1980001" y="-2683"/>
                      <a:pt x="2010001" y="-2449"/>
                    </a:cubicBezTo>
                    <a:cubicBezTo>
                      <a:pt x="2040273" y="-2214"/>
                      <a:pt x="2070004" y="-1968"/>
                      <a:pt x="2100005" y="-1631"/>
                    </a:cubicBezTo>
                    <a:cubicBezTo>
                      <a:pt x="2130336" y="-1291"/>
                      <a:pt x="2160100" y="-305"/>
                      <a:pt x="2190115" y="1273"/>
                    </a:cubicBezTo>
                    <a:cubicBezTo>
                      <a:pt x="2220435" y="2868"/>
                      <a:pt x="2250175" y="5028"/>
                      <a:pt x="2280181" y="7334"/>
                    </a:cubicBezTo>
                    <a:cubicBezTo>
                      <a:pt x="2310364" y="9654"/>
                      <a:pt x="2340036" y="11293"/>
                      <a:pt x="2370013" y="12244"/>
                    </a:cubicBezTo>
                    <a:cubicBezTo>
                      <a:pt x="2400289" y="13204"/>
                      <a:pt x="2430031" y="12983"/>
                      <a:pt x="2460038" y="12168"/>
                    </a:cubicBezTo>
                    <a:cubicBezTo>
                      <a:pt x="2490387" y="11343"/>
                      <a:pt x="2520155" y="9696"/>
                      <a:pt x="2550171" y="7603"/>
                    </a:cubicBezTo>
                    <a:cubicBezTo>
                      <a:pt x="2582389" y="5357"/>
                      <a:pt x="2613999" y="3400"/>
                      <a:pt x="2646015" y="2046"/>
                    </a:cubicBezTo>
                    <a:cubicBezTo>
                      <a:pt x="2674873" y="826"/>
                      <a:pt x="2693483" y="10398"/>
                      <a:pt x="2702196" y="30740"/>
                    </a:cubicBezTo>
                    <a:cubicBezTo>
                      <a:pt x="2714192" y="58747"/>
                      <a:pt x="2712827" y="89462"/>
                      <a:pt x="2712916" y="120136"/>
                    </a:cubicBezTo>
                    <a:cubicBezTo>
                      <a:pt x="2713004" y="150479"/>
                      <a:pt x="2715762" y="180176"/>
                      <a:pt x="2718290" y="210160"/>
                    </a:cubicBezTo>
                    <a:cubicBezTo>
                      <a:pt x="2720833" y="240323"/>
                      <a:pt x="2721948" y="270014"/>
                      <a:pt x="2722235" y="300001"/>
                    </a:cubicBezTo>
                    <a:cubicBezTo>
                      <a:pt x="2722525" y="330290"/>
                      <a:pt x="2721881" y="360032"/>
                      <a:pt x="2720915" y="390038"/>
                    </a:cubicBezTo>
                    <a:cubicBezTo>
                      <a:pt x="2719940" y="420318"/>
                      <a:pt x="2718771" y="450048"/>
                      <a:pt x="2717562" y="480049"/>
                    </a:cubicBezTo>
                    <a:cubicBezTo>
                      <a:pt x="2716342" y="510298"/>
                      <a:pt x="2715411" y="540014"/>
                      <a:pt x="2714749" y="570009"/>
                    </a:cubicBezTo>
                    <a:cubicBezTo>
                      <a:pt x="2714078" y="600392"/>
                      <a:pt x="2712813" y="630191"/>
                      <a:pt x="2710677" y="660220"/>
                    </a:cubicBezTo>
                    <a:cubicBezTo>
                      <a:pt x="2708515" y="690609"/>
                      <a:pt x="2705428" y="720369"/>
                      <a:pt x="2702080" y="750383"/>
                    </a:cubicBezTo>
                    <a:cubicBezTo>
                      <a:pt x="2698721" y="780500"/>
                      <a:pt x="2696044" y="810127"/>
                      <a:pt x="2694083" y="840085"/>
                    </a:cubicBezTo>
                    <a:cubicBezTo>
                      <a:pt x="2692106" y="870291"/>
                      <a:pt x="2691362" y="900004"/>
                      <a:pt x="2691202" y="930001"/>
                    </a:cubicBezTo>
                    <a:cubicBezTo>
                      <a:pt x="2691040" y="960279"/>
                      <a:pt x="2691472" y="990013"/>
                      <a:pt x="2692092" y="1020015"/>
                    </a:cubicBezTo>
                    <a:cubicBezTo>
                      <a:pt x="2692719" y="1050300"/>
                      <a:pt x="2693579" y="1080035"/>
                      <a:pt x="2694595" y="1110039"/>
                    </a:cubicBezTo>
                    <a:cubicBezTo>
                      <a:pt x="2695620" y="1140291"/>
                      <a:pt x="2696368" y="1170007"/>
                      <a:pt x="2696747" y="1200001"/>
                    </a:cubicBezTo>
                    <a:cubicBezTo>
                      <a:pt x="2697130" y="1230272"/>
                      <a:pt x="2697299" y="1260003"/>
                      <a:pt x="2697589" y="1290005"/>
                    </a:cubicBezTo>
                    <a:cubicBezTo>
                      <a:pt x="2697883" y="1320309"/>
                      <a:pt x="2698702" y="1350058"/>
                      <a:pt x="2699929" y="1380066"/>
                    </a:cubicBezTo>
                    <a:cubicBezTo>
                      <a:pt x="2701165" y="1410318"/>
                      <a:pt x="2702378" y="1440026"/>
                      <a:pt x="2703280" y="1470018"/>
                    </a:cubicBezTo>
                    <a:cubicBezTo>
                      <a:pt x="2704190" y="1500289"/>
                      <a:pt x="2704899" y="1530025"/>
                      <a:pt x="2705737" y="1560028"/>
                    </a:cubicBezTo>
                    <a:cubicBezTo>
                      <a:pt x="2706585" y="1590363"/>
                      <a:pt x="2707995" y="1620128"/>
                      <a:pt x="2709868" y="1650144"/>
                    </a:cubicBezTo>
                    <a:cubicBezTo>
                      <a:pt x="2711755" y="1680376"/>
                      <a:pt x="2713563" y="1710065"/>
                      <a:pt x="2714981" y="1740048"/>
                    </a:cubicBezTo>
                    <a:cubicBezTo>
                      <a:pt x="2716411" y="1770284"/>
                      <a:pt x="2716971" y="1800003"/>
                      <a:pt x="2717055" y="1830001"/>
                    </a:cubicBezTo>
                    <a:cubicBezTo>
                      <a:pt x="2717140" y="1860275"/>
                      <a:pt x="2716789" y="1890006"/>
                      <a:pt x="2716348" y="1920007"/>
                    </a:cubicBezTo>
                    <a:cubicBezTo>
                      <a:pt x="2715903" y="1950274"/>
                      <a:pt x="2715561" y="1980001"/>
                      <a:pt x="2715343" y="2010001"/>
                    </a:cubicBezTo>
                    <a:cubicBezTo>
                      <a:pt x="2715122" y="2040275"/>
                      <a:pt x="2714860" y="2070007"/>
                      <a:pt x="2714439" y="2100009"/>
                    </a:cubicBezTo>
                    <a:cubicBezTo>
                      <a:pt x="2714012" y="2130354"/>
                      <a:pt x="2712848" y="2160126"/>
                      <a:pt x="2711054" y="2190145"/>
                    </a:cubicBezTo>
                    <a:cubicBezTo>
                      <a:pt x="2709639" y="2213829"/>
                      <a:pt x="2705397" y="2236458"/>
                      <a:pt x="2698463" y="2258417"/>
                    </a:cubicBezTo>
                    <a:cubicBezTo>
                      <a:pt x="2689518" y="2286745"/>
                      <a:pt x="2670353" y="2303201"/>
                      <a:pt x="2644758" y="2309799"/>
                    </a:cubicBezTo>
                    <a:cubicBezTo>
                      <a:pt x="2615325" y="2317386"/>
                      <a:pt x="2585180" y="2316253"/>
                      <a:pt x="2554905" y="2316627"/>
                    </a:cubicBezTo>
                    <a:cubicBezTo>
                      <a:pt x="2524496" y="2317003"/>
                      <a:pt x="2494754" y="2319950"/>
                      <a:pt x="2464749" y="2323019"/>
                    </a:cubicBezTo>
                    <a:cubicBezTo>
                      <a:pt x="2434625" y="2326101"/>
                      <a:pt x="2404971" y="2328176"/>
                      <a:pt x="2375001" y="2329520"/>
                    </a:cubicBezTo>
                    <a:cubicBezTo>
                      <a:pt x="2344751" y="2330878"/>
                      <a:pt x="2315020" y="2331034"/>
                      <a:pt x="2285018" y="2330590"/>
                    </a:cubicBezTo>
                    <a:cubicBezTo>
                      <a:pt x="2254715" y="2330142"/>
                      <a:pt x="2224973" y="2329046"/>
                      <a:pt x="2194966" y="2327702"/>
                    </a:cubicBezTo>
                    <a:cubicBezTo>
                      <a:pt x="2164721" y="2326347"/>
                      <a:pt x="2135012" y="2325203"/>
                      <a:pt x="2105020" y="2324387"/>
                    </a:cubicBezTo>
                    <a:cubicBezTo>
                      <a:pt x="2094975" y="2324114"/>
                      <a:pt x="2084989" y="2323905"/>
                      <a:pt x="2075031" y="2323749"/>
                    </a:cubicBezTo>
                    <a:cubicBezTo>
                      <a:pt x="2034716" y="2323118"/>
                      <a:pt x="1995350" y="2323209"/>
                      <a:pt x="1955037" y="2323945"/>
                    </a:cubicBezTo>
                    <a:cubicBezTo>
                      <a:pt x="1945038" y="2324127"/>
                      <a:pt x="1935039" y="2324346"/>
                      <a:pt x="1925011" y="2324593"/>
                    </a:cubicBezTo>
                    <a:cubicBezTo>
                      <a:pt x="1894731" y="2325337"/>
                      <a:pt x="1865000" y="2326295"/>
                      <a:pt x="1834998" y="2327323"/>
                    </a:cubicBezTo>
                    <a:cubicBezTo>
                      <a:pt x="1804745" y="2328360"/>
                      <a:pt x="1775028" y="2329081"/>
                      <a:pt x="1745032" y="2329471"/>
                    </a:cubicBezTo>
                    <a:cubicBezTo>
                      <a:pt x="1714738" y="2329865"/>
                      <a:pt x="1684992" y="2329443"/>
                      <a:pt x="1654985" y="2328476"/>
                    </a:cubicBezTo>
                    <a:cubicBezTo>
                      <a:pt x="1624713" y="2327501"/>
                      <a:pt x="1594993" y="2326245"/>
                      <a:pt x="1564996" y="2325092"/>
                    </a:cubicBezTo>
                    <a:cubicBezTo>
                      <a:pt x="1534745" y="2323930"/>
                      <a:pt x="1505024" y="2323144"/>
                      <a:pt x="1475026" y="2322565"/>
                    </a:cubicBezTo>
                    <a:cubicBezTo>
                      <a:pt x="1444748" y="2321980"/>
                      <a:pt x="1415013" y="2321393"/>
                      <a:pt x="1385009" y="2320623"/>
                    </a:cubicBezTo>
                    <a:cubicBezTo>
                      <a:pt x="1354702" y="2319845"/>
                      <a:pt x="1324954" y="2318635"/>
                      <a:pt x="1294945" y="2317126"/>
                    </a:cubicBezTo>
                    <a:cubicBezTo>
                      <a:pt x="1264710" y="2315606"/>
                      <a:pt x="1235010" y="2314340"/>
                      <a:pt x="1205022" y="2313517"/>
                    </a:cubicBezTo>
                    <a:cubicBezTo>
                      <a:pt x="1174763" y="2312686"/>
                      <a:pt x="1145034" y="2312373"/>
                      <a:pt x="1115033" y="2312162"/>
                    </a:cubicBezTo>
                    <a:cubicBezTo>
                      <a:pt x="1084745" y="2311948"/>
                      <a:pt x="1055006" y="2311450"/>
                      <a:pt x="1025001" y="2310617"/>
                    </a:cubicBezTo>
                    <a:cubicBezTo>
                      <a:pt x="994711" y="2309776"/>
                      <a:pt x="964976" y="2308567"/>
                      <a:pt x="934973" y="2307238"/>
                    </a:cubicBezTo>
                    <a:cubicBezTo>
                      <a:pt x="904730" y="2305898"/>
                      <a:pt x="875020" y="2304901"/>
                      <a:pt x="845028" y="2304278"/>
                    </a:cubicBezTo>
                    <a:cubicBezTo>
                      <a:pt x="814756" y="2303650"/>
                      <a:pt x="785023" y="2303736"/>
                      <a:pt x="755020" y="2304213"/>
                    </a:cubicBezTo>
                    <a:cubicBezTo>
                      <a:pt x="724745" y="2304694"/>
                      <a:pt x="695017" y="2305443"/>
                      <a:pt x="665017" y="2306196"/>
                    </a:cubicBezTo>
                    <a:cubicBezTo>
                      <a:pt x="634753" y="2306955"/>
                      <a:pt x="605027" y="2307552"/>
                      <a:pt x="575028" y="2308043"/>
                    </a:cubicBezTo>
                    <a:cubicBezTo>
                      <a:pt x="544756" y="2308537"/>
                      <a:pt x="515026" y="2308564"/>
                      <a:pt x="485025" y="2308210"/>
                    </a:cubicBezTo>
                    <a:cubicBezTo>
                      <a:pt x="454720" y="2307852"/>
                      <a:pt x="424974" y="2306883"/>
                      <a:pt x="394966" y="2305583"/>
                    </a:cubicBezTo>
                    <a:cubicBezTo>
                      <a:pt x="364689" y="2304272"/>
                      <a:pt x="334964" y="2302783"/>
                      <a:pt x="304965" y="2301307"/>
                    </a:cubicBezTo>
                    <a:cubicBezTo>
                      <a:pt x="274729" y="2299819"/>
                      <a:pt x="245020" y="2299117"/>
                      <a:pt x="215029" y="2299138"/>
                    </a:cubicBezTo>
                    <a:cubicBezTo>
                      <a:pt x="184633" y="2299138"/>
                      <a:pt x="154832" y="2300585"/>
                      <a:pt x="124802" y="2302876"/>
                    </a:cubicBezTo>
                    <a:cubicBezTo>
                      <a:pt x="102130" y="2304605"/>
                      <a:pt x="80093" y="2304053"/>
                      <a:pt x="58335" y="2300925"/>
                    </a:cubicBezTo>
                    <a:cubicBezTo>
                      <a:pt x="29077" y="2296717"/>
                      <a:pt x="11357" y="2280202"/>
                      <a:pt x="3754" y="2255801"/>
                    </a:cubicBezTo>
                    <a:cubicBezTo>
                      <a:pt x="-5287" y="2226786"/>
                      <a:pt x="-2840" y="2196498"/>
                      <a:pt x="-196" y="2166097"/>
                    </a:cubicBezTo>
                    <a:cubicBezTo>
                      <a:pt x="2435" y="2135834"/>
                      <a:pt x="4207" y="2106056"/>
                      <a:pt x="6373" y="2076028"/>
                    </a:cubicBezTo>
                    <a:cubicBezTo>
                      <a:pt x="8553" y="2045800"/>
                      <a:pt x="10748" y="2016121"/>
                      <a:pt x="12553" y="1986142"/>
                    </a:cubicBezTo>
                    <a:cubicBezTo>
                      <a:pt x="14376" y="1955867"/>
                      <a:pt x="14504" y="1926123"/>
                      <a:pt x="13329" y="1896117"/>
                    </a:cubicBezTo>
                    <a:cubicBezTo>
                      <a:pt x="12131" y="1865510"/>
                      <a:pt x="8964" y="1835617"/>
                      <a:pt x="4804" y="1805549"/>
                    </a:cubicBezTo>
                    <a:cubicBezTo>
                      <a:pt x="618" y="1775303"/>
                      <a:pt x="-3857" y="1745657"/>
                      <a:pt x="-8081" y="1715688"/>
                    </a:cubicBezTo>
                    <a:cubicBezTo>
                      <a:pt x="-12305" y="1685720"/>
                      <a:pt x="-14503" y="1656151"/>
                      <a:pt x="-15037" y="1626218"/>
                    </a:cubicBezTo>
                    <a:cubicBezTo>
                      <a:pt x="-15581" y="1595750"/>
                      <a:pt x="-13703" y="1565902"/>
                      <a:pt x="-10746" y="1535850"/>
                    </a:cubicBezTo>
                    <a:cubicBezTo>
                      <a:pt x="-7766" y="1505562"/>
                      <a:pt x="-4313" y="1475875"/>
                      <a:pt x="-1003" y="1445891"/>
                    </a:cubicBezTo>
                    <a:cubicBezTo>
                      <a:pt x="2320" y="1415794"/>
                      <a:pt x="4524" y="1386157"/>
                      <a:pt x="5892" y="1356193"/>
                    </a:cubicBezTo>
                    <a:cubicBezTo>
                      <a:pt x="7272" y="1325953"/>
                      <a:pt x="7747" y="1296225"/>
                      <a:pt x="8018" y="1266223"/>
                    </a:cubicBezTo>
                    <a:cubicBezTo>
                      <a:pt x="8291" y="1235952"/>
                      <a:pt x="8255" y="1206221"/>
                      <a:pt x="7993" y="1176220"/>
                    </a:cubicBezTo>
                    <a:cubicBezTo>
                      <a:pt x="7730" y="1145948"/>
                      <a:pt x="7301" y="1116219"/>
                      <a:pt x="6875" y="1086219"/>
                    </a:cubicBezTo>
                    <a:cubicBezTo>
                      <a:pt x="6444" y="1055951"/>
                      <a:pt x="6140" y="1026224"/>
                      <a:pt x="5929" y="996224"/>
                    </a:cubicBezTo>
                    <a:cubicBezTo>
                      <a:pt x="5715" y="965952"/>
                      <a:pt x="5490" y="936221"/>
                      <a:pt x="5171" y="906220"/>
                    </a:cubicBezTo>
                    <a:cubicBezTo>
                      <a:pt x="4849" y="875949"/>
                      <a:pt x="4439" y="846219"/>
                      <a:pt x="4017" y="816219"/>
                    </a:cubicBezTo>
                    <a:cubicBezTo>
                      <a:pt x="3590" y="785951"/>
                      <a:pt x="3249" y="756223"/>
                      <a:pt x="2981" y="726223"/>
                    </a:cubicBezTo>
                    <a:cubicBezTo>
                      <a:pt x="2711" y="695937"/>
                      <a:pt x="2218" y="666199"/>
                      <a:pt x="1421" y="636195"/>
                    </a:cubicBezTo>
                    <a:cubicBezTo>
                      <a:pt x="617" y="605902"/>
                      <a:pt x="-569" y="576164"/>
                      <a:pt x="-1910" y="546160"/>
                    </a:cubicBezTo>
                    <a:cubicBezTo>
                      <a:pt x="-3262" y="515919"/>
                      <a:pt x="-4281" y="486210"/>
                      <a:pt x="-4904" y="456219"/>
                    </a:cubicBezTo>
                    <a:cubicBezTo>
                      <a:pt x="-5533" y="425936"/>
                      <a:pt x="-5294" y="396197"/>
                      <a:pt x="-4530" y="366191"/>
                    </a:cubicBezTo>
                    <a:cubicBezTo>
                      <a:pt x="-3758" y="335864"/>
                      <a:pt x="-2280" y="306108"/>
                      <a:pt x="-450" y="276096"/>
                    </a:cubicBezTo>
                    <a:cubicBezTo>
                      <a:pt x="1393" y="245855"/>
                      <a:pt x="3157" y="216154"/>
                      <a:pt x="4653" y="186165"/>
                    </a:cubicBezTo>
                    <a:cubicBezTo>
                      <a:pt x="5766" y="163862"/>
                      <a:pt x="6195" y="141848"/>
                      <a:pt x="6047" y="119801"/>
                    </a:cubicBezTo>
                    <a:cubicBezTo>
                      <a:pt x="5775" y="79482"/>
                      <a:pt x="-9636" y="25369"/>
                      <a:pt x="26881" y="8276"/>
                    </a:cubicBezTo>
                    <a:close/>
                  </a:path>
                </a:pathLst>
              </a:custGeom>
              <a:noFill/>
              <a:ln w="15000" cap="flat">
                <a:solidFill>
                  <a:srgbClr val="F17663"/>
                </a:solidFill>
                <a:round/>
              </a:ln>
            </p:spPr>
          </p:sp>
          <p:pic>
            <p:nvPicPr>
              <p:cNvPr id="433" name="Image"/>
              <p:cNvPicPr>
                <a:picLocks noChangeAspect="1"/>
              </p:cNvPicPr>
              <p:nvPr/>
            </p:nvPicPr>
            <p:blipFill>
              <a:blip r:embed="rId8"/>
              <a:stretch>
                <a:fillRect/>
              </a:stretch>
            </p:blipFill>
            <p:spPr>
              <a:xfrm>
                <a:off x="6086053" y="3616929"/>
                <a:ext cy="2166225" cx="2555034"/>
              </a:xfrm>
              <a:prstGeom prst="rect">
                <a:avLst/>
              </a:prstGeom>
            </p:spPr>
          </p:pic>
        </p:grpSp>
      </p:grpSp>
    </p:spTree>
  </p:cSld>
  <p:clrMapOvr>
    <a:masterClrMapping/>
  </p:clrMapOvr>
</p:sld>
</file>

<file path=ppt/slides/slide8.xml><?xml version="1.0" encoding="utf-8"?>
<p:sld xmlns:r="http://schemas.openxmlformats.org/officeDocument/2006/relationships" xmlns:a="http://schemas.openxmlformats.org/drawingml/2006/main" xmlns:p="http://schemas.openxmlformats.org/presentationml/2006/main">
  <p:cSld>
    <p:spTree>
      <p:nvGrpSpPr>
        <p:cNvPr id="300000100" name="Page-1"/>
        <p:cNvGrpSpPr/>
        <p:nvPr/>
      </p:nvGrpSpPr>
      <p:grpSpPr>
        <a:xfrm>
          <a:off x="0" y="0"/>
          <a:ext cy="0" cx="0"/>
          <a:chOff x="0" y="0"/>
          <a:chExt cy="0" cx="0"/>
        </a:xfrm>
      </p:grpSpPr>
      <p:pic>
        <p:nvPicPr>
          <p:cNvPr id="0" name="Image"/>
          <p:cNvPicPr>
            <a:picLocks noChangeAspect="1"/>
          </p:cNvPicPr>
          <p:nvPr/>
        </p:nvPicPr>
        <p:blipFill>
          <a:blip r:embed="rId2"/>
          <a:stretch>
            <a:fillRect/>
          </a:stretch>
        </p:blipFill>
        <p:spPr>
          <a:xfrm>
            <a:off x="0" y="0"/>
            <a:ext cy="6860000" cx="9140000"/>
          </a:xfrm>
          <a:prstGeom prst="rect">
            <a:avLst/>
          </a:prstGeom>
        </p:spPr>
      </p:pic>
      <p:grpSp>
        <p:nvGrpSpPr>
          <p:cNvPr id="463" name="Group463"/>
          <p:cNvGrpSpPr/>
          <p:nvPr/>
        </p:nvGrpSpPr>
        <p:grpSpPr>
          <a:xfrm>
            <a:off x="361321" y="664784"/>
            <a:ext cy="5539033" cx="8437508"/>
            <a:chOff x="361321" y="664784"/>
            <a:chExt cy="5539033" cx="8437508"/>
          </a:xfrm>
        </p:grpSpPr>
        <p:sp>
          <p:nvSpPr>
            <p:cNvPr id="364" name="RelatConnector"/>
            <p:cNvSpPr/>
            <p:nvPr/>
          </p:nvSpPr>
          <p:spPr>
            <a:xfrm>
              <a:off x="7292717" y="5253853"/>
              <a:ext cy="1060180" cx="930800"/>
            </a:xfrm>
            <a:custGeom>
              <a:avLst/>
              <a:gdLst>
                <a:gd fmla="*/ -318853 w 930800" name="rtl"/>
                <a:gd fmla="*/ 23893 h 1060180" name="rtt"/>
                <a:gd fmla="*/ 637014 w 930800" name="rtr"/>
                <a:gd fmla="*/ 337760 h 1060180" name="rtb"/>
              </a:gdLst>
              <a:rect r="rtr" b="rtb" l="rtl" t="rtt"/>
              <a:pathLst>
                <a:path fill="none" w="930800" h="1060180">
                  <a:moveTo>
                    <a:pt x="465400" y="-530090"/>
                  </a:moveTo>
                  <a:lnTo>
                    <a:pt x="459189" y="-466236"/>
                  </a:lnTo>
                  <a:lnTo>
                    <a:pt x="452503" y="-402661"/>
                  </a:lnTo>
                  <a:lnTo>
                    <a:pt x="441633" y="-339608"/>
                  </a:lnTo>
                  <a:lnTo>
                    <a:pt x="426012" y="-277516"/>
                  </a:lnTo>
                  <a:lnTo>
                    <a:pt x="408163" y="-215885"/>
                  </a:lnTo>
                  <a:lnTo>
                    <a:pt x="387362" y="-154946"/>
                  </a:lnTo>
                  <a:lnTo>
                    <a:pt x="360357" y="-96461"/>
                  </a:lnTo>
                  <a:lnTo>
                    <a:pt x="326492" y="-41660"/>
                  </a:lnTo>
                  <a:lnTo>
                    <a:pt x="290226" y="11333"/>
                  </a:lnTo>
                  <a:lnTo>
                    <a:pt x="252966" y="63442"/>
                  </a:lnTo>
                  <a:lnTo>
                    <a:pt x="215310" y="115350"/>
                  </a:lnTo>
                  <a:lnTo>
                    <a:pt x="176941" y="167123"/>
                  </a:lnTo>
                  <a:lnTo>
                    <a:pt x="134346" y="215554"/>
                  </a:lnTo>
                  <a:lnTo>
                    <a:pt x="86805" y="259131"/>
                  </a:lnTo>
                  <a:lnTo>
                    <a:pt x="34188" y="296573"/>
                  </a:lnTo>
                  <a:lnTo>
                    <a:pt x="-20022" y="331121"/>
                  </a:lnTo>
                  <a:lnTo>
                    <a:pt x="-72851" y="366936"/>
                  </a:lnTo>
                  <a:lnTo>
                    <a:pt x="-125132" y="403832"/>
                  </a:lnTo>
                  <a:lnTo>
                    <a:pt x="-178883" y="439177"/>
                  </a:lnTo>
                  <a:lnTo>
                    <a:pt x="-236335" y="468151"/>
                  </a:lnTo>
                  <a:lnTo>
                    <a:pt x="-296300" y="491574"/>
                  </a:lnTo>
                  <a:lnTo>
                    <a:pt x="-357886" y="510254"/>
                  </a:lnTo>
                  <a:lnTo>
                    <a:pt x="-420602" y="524526"/>
                  </a:lnTo>
                  <a:lnTo>
                    <a:pt x="-465400" y="530090"/>
                  </a:lnTo>
                </a:path>
              </a:pathLst>
            </a:custGeom>
            <a:noFill/>
            <a:ln w="21400" cap="rnd">
              <a:solidFill>
                <a:srgbClr val="696969"/>
              </a:solidFill>
              <a:round/>
              <a:tailEnd type="stealth" w="sm" len="sm"/>
            </a:ln>
          </p:spPr>
          <p:txBody>
            <a:bodyPr anchor="ctr" lIns="0" wrap="none" rtlCol="0" rIns="0" tIns="0" bIns="11000"/>
            <a:lstStyle/>
            <a:p>
              <a:pPr algn="ctr">
                <a:lnSpc>
                  <a:spcPct val="100000"/>
                </a:lnSpc>
              </a:pPr>
              <a:r>
                <a:rPr sz="1712">
                  <a:solidFill>
                    <a:srgbClr val="595959"/>
                  </a:solidFill>
                  <a:latin typeface="標楷體"/>
                  <a:highlight a:val="FFFFFF"/>
                </a:rPr>
                <a:t>量化評量</a:t>
              </a:r>
            </a:p>
          </p:txBody>
        </p:sp>
        <p:sp>
          <p:nvSpPr>
            <p:cNvPr id="313" name="MMConnector"/>
            <p:cNvSpPr/>
            <p:nvPr/>
          </p:nvSpPr>
          <p:spPr>
            <a:xfrm>
              <a:off x="6169096" y="1959597"/>
              <a:ext cy="187250" cx="3178042"/>
            </a:xfrm>
            <a:custGeom>
              <a:avLst/>
              <a:gdLst/>
              <a:pathLst>
                <a:path fill="none" w="3178042" h="187250">
                  <a:moveTo>
                    <a:pt x="-1589021" y="5350"/>
                  </a:moveTo>
                  <a:lnTo>
                    <a:pt x="-1524821" y="9158"/>
                  </a:lnTo>
                  <a:lnTo>
                    <a:pt x="-1460621" y="8724"/>
                  </a:lnTo>
                  <a:lnTo>
                    <a:pt x="-1396421" y="7923"/>
                  </a:lnTo>
                  <a:lnTo>
                    <a:pt x="-1332221" y="7554"/>
                  </a:lnTo>
                  <a:lnTo>
                    <a:pt x="-1268021" y="5218"/>
                  </a:lnTo>
                  <a:lnTo>
                    <a:pt x="-1203821" y="1833"/>
                  </a:lnTo>
                  <a:lnTo>
                    <a:pt x="-1139621" y="1232"/>
                  </a:lnTo>
                  <a:lnTo>
                    <a:pt x="-1075421" y="4697"/>
                  </a:lnTo>
                  <a:lnTo>
                    <a:pt x="-1011221" y="7583"/>
                  </a:lnTo>
                  <a:lnTo>
                    <a:pt x="-947021" y="8353"/>
                  </a:lnTo>
                  <a:lnTo>
                    <a:pt x="-882821" y="6237"/>
                  </a:lnTo>
                  <a:lnTo>
                    <a:pt x="-818621" y="1507"/>
                  </a:lnTo>
                  <a:lnTo>
                    <a:pt x="-754421" y="-1051"/>
                  </a:lnTo>
                  <a:lnTo>
                    <a:pt x="-690221" y="139"/>
                  </a:lnTo>
                  <a:lnTo>
                    <a:pt x="-626021" y="6098"/>
                  </a:lnTo>
                  <a:lnTo>
                    <a:pt x="-561821" y="12092"/>
                  </a:lnTo>
                  <a:lnTo>
                    <a:pt x="-497621" y="12966"/>
                  </a:lnTo>
                  <a:lnTo>
                    <a:pt x="-433421" y="9240"/>
                  </a:lnTo>
                  <a:lnTo>
                    <a:pt x="-369221" y="4026"/>
                  </a:lnTo>
                  <a:lnTo>
                    <a:pt x="-305021" y="2361"/>
                  </a:lnTo>
                  <a:lnTo>
                    <a:pt x="-240821" y="2676"/>
                  </a:lnTo>
                  <a:lnTo>
                    <a:pt x="-176621" y="3499"/>
                  </a:lnTo>
                  <a:lnTo>
                    <a:pt x="-112421" y="3874"/>
                  </a:lnTo>
                  <a:lnTo>
                    <a:pt x="-48221" y="4737"/>
                  </a:lnTo>
                  <a:lnTo>
                    <a:pt x="15979" y="8900"/>
                  </a:lnTo>
                  <a:lnTo>
                    <a:pt x="80179" y="13900"/>
                  </a:lnTo>
                  <a:lnTo>
                    <a:pt x="144379" y="14945"/>
                  </a:lnTo>
                  <a:lnTo>
                    <a:pt x="208579" y="12517"/>
                  </a:lnTo>
                  <a:lnTo>
                    <a:pt x="272779" y="7544"/>
                  </a:lnTo>
                  <a:lnTo>
                    <a:pt x="336979" y="4676"/>
                  </a:lnTo>
                  <a:lnTo>
                    <a:pt x="401179" y="2606"/>
                  </a:lnTo>
                  <a:lnTo>
                    <a:pt x="465379" y="-2847"/>
                  </a:lnTo>
                  <a:lnTo>
                    <a:pt x="529579" y="-7223"/>
                  </a:lnTo>
                  <a:lnTo>
                    <a:pt x="593779" y="-6805"/>
                  </a:lnTo>
                  <a:lnTo>
                    <a:pt x="657979" y="-4447"/>
                  </a:lnTo>
                  <a:lnTo>
                    <a:pt x="722179" y="-1860"/>
                  </a:lnTo>
                  <a:lnTo>
                    <a:pt x="786379" y="-828"/>
                  </a:lnTo>
                  <a:lnTo>
                    <a:pt x="850579" y="4974"/>
                  </a:lnTo>
                  <a:lnTo>
                    <a:pt x="914779" y="12285"/>
                  </a:lnTo>
                  <a:lnTo>
                    <a:pt x="978979" y="15432"/>
                  </a:lnTo>
                  <a:lnTo>
                    <a:pt x="1043179" y="15099"/>
                  </a:lnTo>
                  <a:lnTo>
                    <a:pt x="1107379" y="13612"/>
                  </a:lnTo>
                  <a:lnTo>
                    <a:pt x="1171579" y="11256"/>
                  </a:lnTo>
                  <a:lnTo>
                    <a:pt x="1235779" y="10995"/>
                  </a:lnTo>
                  <a:lnTo>
                    <a:pt x="1299979" y="10128"/>
                  </a:lnTo>
                  <a:lnTo>
                    <a:pt x="1364179" y="6981"/>
                  </a:lnTo>
                  <a:lnTo>
                    <a:pt x="1428379" y="5573"/>
                  </a:lnTo>
                  <a:lnTo>
                    <a:pt x="1492579" y="3535"/>
                  </a:lnTo>
                  <a:lnTo>
                    <a:pt x="1558678" y="7581"/>
                  </a:lnTo>
                  <a:lnTo>
                    <a:pt x="1597819" y="69550"/>
                  </a:lnTo>
                  <a:lnTo>
                    <a:pt x="1597421" y="133750"/>
                  </a:lnTo>
                  <a:lnTo>
                    <a:pt x="1589021" y="192600"/>
                  </a:lnTo>
                </a:path>
              </a:pathLst>
            </a:custGeom>
            <a:noFill/>
            <a:ln w="10700" cap="rnd">
              <a:solidFill>
                <a:srgbClr val="191919"/>
              </a:solidFill>
              <a:round/>
            </a:ln>
          </p:spPr>
        </p:sp>
        <p:sp>
          <p:nvSpPr>
            <p:cNvPr id="321" name="MMConnector"/>
            <p:cNvSpPr/>
            <p:nvPr/>
          </p:nvSpPr>
          <p:spPr>
            <a:xfrm>
              <a:off x="4089872" y="1959597"/>
              <a:ext cy="385200" cx="980406"/>
            </a:xfrm>
            <a:custGeom>
              <a:avLst/>
              <a:gdLst/>
              <a:pathLst>
                <a:path fill="none" w="980406" h="385200">
                  <a:moveTo>
                    <a:pt x="490203" y="-192600"/>
                  </a:moveTo>
                  <a:lnTo>
                    <a:pt x="486395" y="-128400"/>
                  </a:lnTo>
                  <a:lnTo>
                    <a:pt x="486829" y="-64200"/>
                  </a:lnTo>
                  <a:lnTo>
                    <a:pt x="490203" y="2777"/>
                  </a:lnTo>
                  <a:lnTo>
                    <a:pt x="426003" y="3146"/>
                  </a:lnTo>
                  <a:lnTo>
                    <a:pt x="361803" y="5482"/>
                  </a:lnTo>
                  <a:lnTo>
                    <a:pt x="297603" y="8867"/>
                  </a:lnTo>
                  <a:lnTo>
                    <a:pt x="233403" y="9468"/>
                  </a:lnTo>
                  <a:lnTo>
                    <a:pt x="169203" y="6003"/>
                  </a:lnTo>
                  <a:lnTo>
                    <a:pt x="105003" y="3117"/>
                  </a:lnTo>
                  <a:lnTo>
                    <a:pt x="40803" y="2347"/>
                  </a:lnTo>
                  <a:lnTo>
                    <a:pt x="-23397" y="4463"/>
                  </a:lnTo>
                  <a:lnTo>
                    <a:pt x="-87597" y="9193"/>
                  </a:lnTo>
                  <a:lnTo>
                    <a:pt x="-151797" y="11751"/>
                  </a:lnTo>
                  <a:lnTo>
                    <a:pt x="-215997" y="10561"/>
                  </a:lnTo>
                  <a:lnTo>
                    <a:pt x="-280197" y="4602"/>
                  </a:lnTo>
                  <a:lnTo>
                    <a:pt x="-344397" y="-1392"/>
                  </a:lnTo>
                  <a:lnTo>
                    <a:pt x="-408597" y="-2266"/>
                  </a:lnTo>
                  <a:lnTo>
                    <a:pt x="-476392" y="23768"/>
                  </a:lnTo>
                  <a:lnTo>
                    <a:pt x="-488879" y="90950"/>
                  </a:lnTo>
                  <a:lnTo>
                    <a:pt x="-487214" y="155150"/>
                  </a:lnTo>
                  <a:lnTo>
                    <a:pt x="-490203" y="192600"/>
                  </a:lnTo>
                </a:path>
              </a:pathLst>
            </a:custGeom>
            <a:noFill/>
            <a:ln w="10700" cap="rnd">
              <a:solidFill>
                <a:srgbClr val="191919"/>
              </a:solidFill>
              <a:round/>
            </a:ln>
          </p:spPr>
        </p:sp>
        <p:sp>
          <p:nvSpPr>
            <p:cNvPr id="365" name="MMConnector"/>
            <p:cNvSpPr/>
            <p:nvPr/>
          </p:nvSpPr>
          <p:spPr>
            <a:xfrm>
              <a:off x="4199668" y="4952030"/>
              <a:ext cy="642000" cx="1199998"/>
            </a:xfrm>
            <a:custGeom>
              <a:avLst/>
              <a:gdLst/>
              <a:pathLst>
                <a:path fill="none" w="1199998" h="642000">
                  <a:moveTo>
                    <a:pt x="-599999" y="-321000"/>
                  </a:moveTo>
                  <a:lnTo>
                    <a:pt x="-603807" y="-256800"/>
                  </a:lnTo>
                  <a:lnTo>
                    <a:pt x="-603373" y="-192600"/>
                  </a:lnTo>
                  <a:lnTo>
                    <a:pt x="-602572" y="-128400"/>
                  </a:lnTo>
                  <a:lnTo>
                    <a:pt x="-602203" y="-64200"/>
                  </a:lnTo>
                  <a:lnTo>
                    <a:pt x="-546499" y="-46142"/>
                  </a:lnTo>
                  <a:lnTo>
                    <a:pt x="-482299" y="-49527"/>
                  </a:lnTo>
                  <a:lnTo>
                    <a:pt x="-418099" y="-50128"/>
                  </a:lnTo>
                  <a:lnTo>
                    <a:pt x="-353899" y="-46663"/>
                  </a:lnTo>
                  <a:lnTo>
                    <a:pt x="-289699" y="-43777"/>
                  </a:lnTo>
                  <a:lnTo>
                    <a:pt x="-225499" y="-43007"/>
                  </a:lnTo>
                  <a:lnTo>
                    <a:pt x="-161299" y="-45123"/>
                  </a:lnTo>
                  <a:lnTo>
                    <a:pt x="-97099" y="-49853"/>
                  </a:lnTo>
                  <a:lnTo>
                    <a:pt x="-32899" y="-52411"/>
                  </a:lnTo>
                  <a:lnTo>
                    <a:pt x="31301" y="-51221"/>
                  </a:lnTo>
                  <a:lnTo>
                    <a:pt x="95501" y="-45262"/>
                  </a:lnTo>
                  <a:lnTo>
                    <a:pt x="159701" y="-39268"/>
                  </a:lnTo>
                  <a:lnTo>
                    <a:pt x="223901" y="-38394"/>
                  </a:lnTo>
                  <a:lnTo>
                    <a:pt x="288101" y="-42120"/>
                  </a:lnTo>
                  <a:lnTo>
                    <a:pt x="352301" y="-47334"/>
                  </a:lnTo>
                  <a:lnTo>
                    <a:pt x="416501" y="-48999"/>
                  </a:lnTo>
                  <a:lnTo>
                    <a:pt x="480701" y="-48684"/>
                  </a:lnTo>
                  <a:lnTo>
                    <a:pt x="546756" y="-46955"/>
                  </a:lnTo>
                  <a:lnTo>
                    <a:pt x="596193" y="-7643"/>
                  </a:lnTo>
                  <a:lnTo>
                    <a:pt x="600612" y="60990"/>
                  </a:lnTo>
                  <a:lnTo>
                    <a:pt x="596449" y="125190"/>
                  </a:lnTo>
                  <a:lnTo>
                    <a:pt x="591449" y="189390"/>
                  </a:lnTo>
                  <a:lnTo>
                    <a:pt x="590404" y="253590"/>
                  </a:lnTo>
                  <a:lnTo>
                    <a:pt x="592832" y="321000"/>
                  </a:lnTo>
                </a:path>
              </a:pathLst>
            </a:custGeom>
            <a:noFill/>
            <a:ln w="10700" cap="rnd">
              <a:solidFill>
                <a:srgbClr val="191919"/>
              </a:solidFill>
              <a:round/>
            </a:ln>
          </p:spPr>
        </p:sp>
        <p:sp>
          <p:nvSpPr>
            <p:cNvPr id="345" name="Callout"/>
            <p:cNvSpPr/>
            <p:nvPr/>
          </p:nvSpPr>
          <p:spPr>
            <a:xfrm>
              <a:off x="7509047" y="5806619"/>
              <a:ext cy="984400" cx="1279082"/>
            </a:xfrm>
            <a:custGeom>
              <a:avLst/>
              <a:gdLst>
                <a:gd fmla="*/ 142310 w 1279082" name="rtl"/>
                <a:gd fmla="*/ 95230 h 984400" name="rtt"/>
                <a:gd fmla="*/ 1164494 w 1279082" name="rtr"/>
                <a:gd fmla="*/ 908430 h 984400" name="rtb"/>
              </a:gdLst>
              <a:ahLst/>
              <a:cxnLst/>
              <a:rect r="rtr" b="rtb" l="rtl" t="rtt"/>
              <a:pathLst>
                <a:path w="1279082" h="984400">
                  <a:moveTo>
                    <a:pt x="19757" y="5737"/>
                  </a:moveTo>
                  <a:cubicBezTo>
                    <a:pt x="20392" y="5442"/>
                    <a:pt x="21048" y="5167"/>
                    <a:pt x="21725" y="4911"/>
                  </a:cubicBezTo>
                  <a:cubicBezTo>
                    <a:pt x="42001" y="-2749"/>
                    <a:pt x="63811" y="456"/>
                    <a:pt x="85637" y="2417"/>
                  </a:cubicBezTo>
                  <a:cubicBezTo>
                    <a:pt x="107150" y="4350"/>
                    <a:pt x="128384" y="3820"/>
                    <a:pt x="149806" y="3285"/>
                  </a:cubicBezTo>
                  <a:cubicBezTo>
                    <a:pt x="171393" y="2745"/>
                    <a:pt x="192600" y="2569"/>
                    <a:pt x="214001" y="2445"/>
                  </a:cubicBezTo>
                  <a:cubicBezTo>
                    <a:pt x="235607" y="2320"/>
                    <a:pt x="256822" y="1959"/>
                    <a:pt x="278226" y="1343"/>
                  </a:cubicBezTo>
                  <a:cubicBezTo>
                    <a:pt x="299839" y="722"/>
                    <a:pt x="321054" y="-217"/>
                    <a:pt x="342458" y="-1288"/>
                  </a:cubicBezTo>
                  <a:cubicBezTo>
                    <a:pt x="364024" y="-2367"/>
                    <a:pt x="385212" y="-3157"/>
                    <a:pt x="406603" y="-3597"/>
                  </a:cubicBezTo>
                  <a:cubicBezTo>
                    <a:pt x="429737" y="-4073"/>
                    <a:pt x="452416" y="-3569"/>
                    <a:pt x="475347" y="-2445"/>
                  </a:cubicBezTo>
                  <a:cubicBezTo>
                    <a:pt x="495752" y="-1445"/>
                    <a:pt x="508430" y="-7680"/>
                    <a:pt x="513633" y="-21675"/>
                  </a:cubicBezTo>
                  <a:cubicBezTo>
                    <a:pt x="521191" y="-42009"/>
                    <a:pt x="517749" y="-63798"/>
                    <a:pt x="514679" y="-85586"/>
                  </a:cubicBezTo>
                  <a:cubicBezTo>
                    <a:pt x="511665" y="-106979"/>
                    <a:pt x="509928" y="-128128"/>
                    <a:pt x="507794" y="-149432"/>
                  </a:cubicBezTo>
                  <a:cubicBezTo>
                    <a:pt x="505636" y="-170976"/>
                    <a:pt x="502697" y="-192033"/>
                    <a:pt x="499418" y="-213240"/>
                  </a:cubicBezTo>
                  <a:cubicBezTo>
                    <a:pt x="496115" y="-234596"/>
                    <a:pt x="492954" y="-255579"/>
                    <a:pt x="490047" y="-276795"/>
                  </a:cubicBezTo>
                  <a:cubicBezTo>
                    <a:pt x="487115" y="-298190"/>
                    <a:pt x="484941" y="-319281"/>
                    <a:pt x="483211" y="-340609"/>
                  </a:cubicBezTo>
                  <a:cubicBezTo>
                    <a:pt x="481457" y="-362223"/>
                    <a:pt x="480662" y="-383492"/>
                    <a:pt x="480448" y="-404976"/>
                  </a:cubicBezTo>
                  <a:cubicBezTo>
                    <a:pt x="480233" y="-426662"/>
                    <a:pt x="480444" y="-447959"/>
                    <a:pt x="480640" y="-469454"/>
                  </a:cubicBezTo>
                  <a:cubicBezTo>
                    <a:pt x="480836" y="-491046"/>
                    <a:pt x="480334" y="-512231"/>
                    <a:pt x="479182" y="-533588"/>
                  </a:cubicBezTo>
                  <a:cubicBezTo>
                    <a:pt x="478017" y="-555185"/>
                    <a:pt x="475806" y="-576302"/>
                    <a:pt x="473017" y="-597551"/>
                  </a:cubicBezTo>
                  <a:cubicBezTo>
                    <a:pt x="470198" y="-619031"/>
                    <a:pt x="466873" y="-640045"/>
                    <a:pt x="463351" y="-661227"/>
                  </a:cubicBezTo>
                  <a:cubicBezTo>
                    <a:pt x="459808" y="-682534"/>
                    <a:pt x="456680" y="-703506"/>
                    <a:pt x="453971" y="-724734"/>
                  </a:cubicBezTo>
                  <a:cubicBezTo>
                    <a:pt x="451239" y="-746154"/>
                    <a:pt x="449165" y="-767258"/>
                    <a:pt x="447306" y="-788578"/>
                  </a:cubicBezTo>
                  <a:cubicBezTo>
                    <a:pt x="445431" y="-810091"/>
                    <a:pt x="443788" y="-831236"/>
                    <a:pt x="442187" y="-852578"/>
                  </a:cubicBezTo>
                  <a:cubicBezTo>
                    <a:pt x="440572" y="-874111"/>
                    <a:pt x="438957" y="-895256"/>
                    <a:pt x="437268" y="-916590"/>
                  </a:cubicBezTo>
                  <a:cubicBezTo>
                    <a:pt x="435565" y="-938118"/>
                    <a:pt x="433902" y="-959261"/>
                    <a:pt x="432288" y="-980602"/>
                  </a:cubicBezTo>
                  <a:cubicBezTo>
                    <a:pt x="431051" y="-996951"/>
                    <a:pt x="429628" y="-1013058"/>
                    <a:pt x="427968" y="-1029172"/>
                  </a:cubicBezTo>
                  <a:cubicBezTo>
                    <a:pt x="426271" y="-1045641"/>
                    <a:pt x="425390" y="-1052611"/>
                    <a:pt x="425533" y="-1050108"/>
                  </a:cubicBezTo>
                  <a:cubicBezTo>
                    <a:pt x="426764" y="-1028550"/>
                    <a:pt x="429936" y="-1007635"/>
                    <a:pt x="433479" y="-986551"/>
                  </a:cubicBezTo>
                  <a:cubicBezTo>
                    <a:pt x="437060" y="-965242"/>
                    <a:pt x="441060" y="-944409"/>
                    <a:pt x="445518" y="-923468"/>
                  </a:cubicBezTo>
                  <a:cubicBezTo>
                    <a:pt x="450028" y="-902285"/>
                    <a:pt x="455085" y="-881629"/>
                    <a:pt x="460488" y="-860855"/>
                  </a:cubicBezTo>
                  <a:cubicBezTo>
                    <a:pt x="465928" y="-839937"/>
                    <a:pt x="471211" y="-819381"/>
                    <a:pt x="476275" y="-798570"/>
                  </a:cubicBezTo>
                  <a:cubicBezTo>
                    <a:pt x="481382" y="-777578"/>
                    <a:pt x="486064" y="-756883"/>
                    <a:pt x="490700" y="-735979"/>
                  </a:cubicBezTo>
                  <a:cubicBezTo>
                    <a:pt x="495392" y="-714823"/>
                    <a:pt x="500366" y="-694139"/>
                    <a:pt x="505806" y="-673368"/>
                  </a:cubicBezTo>
                  <a:cubicBezTo>
                    <a:pt x="511289" y="-652431"/>
                    <a:pt x="516879" y="-631925"/>
                    <a:pt x="522373" y="-611190"/>
                  </a:cubicBezTo>
                  <a:cubicBezTo>
                    <a:pt x="527903" y="-590319"/>
                    <a:pt x="532601" y="-569654"/>
                    <a:pt x="536754" y="-548671"/>
                  </a:cubicBezTo>
                  <a:cubicBezTo>
                    <a:pt x="540950" y="-527475"/>
                    <a:pt x="544388" y="-506534"/>
                    <a:pt x="547635" y="-485366"/>
                  </a:cubicBezTo>
                  <a:cubicBezTo>
                    <a:pt x="550912" y="-464006"/>
                    <a:pt x="553984" y="-443006"/>
                    <a:pt x="557064" y="-421810"/>
                  </a:cubicBezTo>
                  <a:cubicBezTo>
                    <a:pt x="560169" y="-400439"/>
                    <a:pt x="563407" y="-379480"/>
                    <a:pt x="566869" y="-358360"/>
                  </a:cubicBezTo>
                  <a:cubicBezTo>
                    <a:pt x="570375" y="-336967"/>
                    <a:pt x="573390" y="-315906"/>
                    <a:pt x="575823" y="-294570"/>
                  </a:cubicBezTo>
                  <a:cubicBezTo>
                    <a:pt x="578285" y="-272977"/>
                    <a:pt x="580016" y="-251705"/>
                    <a:pt x="581598" y="-230220"/>
                  </a:cubicBezTo>
                  <a:cubicBezTo>
                    <a:pt x="583185" y="-208661"/>
                    <a:pt x="585186" y="-187536"/>
                    <a:pt x="587733" y="-166272"/>
                  </a:cubicBezTo>
                  <a:cubicBezTo>
                    <a:pt x="590301" y="-144833"/>
                    <a:pt x="593669" y="-123900"/>
                    <a:pt x="597483" y="-102845"/>
                  </a:cubicBezTo>
                  <a:cubicBezTo>
                    <a:pt x="602044" y="-77673"/>
                    <a:pt x="609463" y="-53934"/>
                    <a:pt x="619549" y="-30628"/>
                  </a:cubicBezTo>
                  <a:cubicBezTo>
                    <a:pt x="627929" y="-11264"/>
                    <a:pt x="641181" y="341"/>
                    <a:pt x="658994" y="4734"/>
                  </a:cubicBezTo>
                  <a:cubicBezTo>
                    <a:pt x="679995" y="9912"/>
                    <a:pt x="701456" y="7933"/>
                    <a:pt x="723041" y="6582"/>
                  </a:cubicBezTo>
                  <a:cubicBezTo>
                    <a:pt x="744595" y="5234"/>
                    <a:pt x="765814" y="5275"/>
                    <a:pt x="787223" y="5215"/>
                  </a:cubicBezTo>
                  <a:cubicBezTo>
                    <a:pt x="808842" y="5154"/>
                    <a:pt x="830062" y="4549"/>
                    <a:pt x="851469" y="3655"/>
                  </a:cubicBezTo>
                  <a:cubicBezTo>
                    <a:pt x="873047" y="2753"/>
                    <a:pt x="894239" y="1891"/>
                    <a:pt x="915633" y="1250"/>
                  </a:cubicBezTo>
                  <a:cubicBezTo>
                    <a:pt x="937227" y="603"/>
                    <a:pt x="958438" y="97"/>
                    <a:pt x="979841" y="-501"/>
                  </a:cubicBezTo>
                  <a:cubicBezTo>
                    <a:pt x="1001480" y="-1106"/>
                    <a:pt x="1022712" y="-2112"/>
                    <a:pt x="1044123" y="-3448"/>
                  </a:cubicBezTo>
                  <a:cubicBezTo>
                    <a:pt x="1065689" y="-4794"/>
                    <a:pt x="1086867" y="-6084"/>
                    <a:pt x="1108255" y="-7095"/>
                  </a:cubicBezTo>
                  <a:cubicBezTo>
                    <a:pt x="1129824" y="-8115"/>
                    <a:pt x="1151023" y="-8515"/>
                    <a:pt x="1172421" y="-8575"/>
                  </a:cubicBezTo>
                  <a:cubicBezTo>
                    <a:pt x="1197228" y="-8644"/>
                    <a:pt x="1221170" y="-5761"/>
                    <a:pt x="1245110" y="-190"/>
                  </a:cubicBezTo>
                  <a:cubicBezTo>
                    <a:pt x="1265513" y="4558"/>
                    <a:pt x="1278119" y="15614"/>
                    <a:pt x="1283413" y="32383"/>
                  </a:cubicBezTo>
                  <a:cubicBezTo>
                    <a:pt x="1289931" y="53032"/>
                    <a:pt x="1288081" y="74643"/>
                    <a:pt x="1286549" y="96334"/>
                  </a:cubicBezTo>
                  <a:cubicBezTo>
                    <a:pt x="1285024" y="117928"/>
                    <a:pt x="1284380" y="139176"/>
                    <a:pt x="1283268" y="160596"/>
                  </a:cubicBezTo>
                  <a:cubicBezTo>
                    <a:pt x="1282147" y="182187"/>
                    <a:pt x="1280700" y="203370"/>
                    <a:pt x="1279437" y="224759"/>
                  </a:cubicBezTo>
                  <a:cubicBezTo>
                    <a:pt x="1278165" y="246315"/>
                    <a:pt x="1277484" y="267507"/>
                    <a:pt x="1277147" y="288902"/>
                  </a:cubicBezTo>
                  <a:cubicBezTo>
                    <a:pt x="1276805" y="310560"/>
                    <a:pt x="1277412" y="331807"/>
                    <a:pt x="1278722" y="353224"/>
                  </a:cubicBezTo>
                  <a:cubicBezTo>
                    <a:pt x="1280046" y="374875"/>
                    <a:pt x="1281979" y="396090"/>
                    <a:pt x="1284021" y="417494"/>
                  </a:cubicBezTo>
                  <a:cubicBezTo>
                    <a:pt x="1286073" y="438997"/>
                    <a:pt x="1287574" y="460148"/>
                    <a:pt x="1288553" y="481525"/>
                  </a:cubicBezTo>
                  <a:cubicBezTo>
                    <a:pt x="1289541" y="503101"/>
                    <a:pt x="1289650" y="524310"/>
                    <a:pt x="1289331" y="545712"/>
                  </a:cubicBezTo>
                  <a:cubicBezTo>
                    <a:pt x="1289009" y="567327"/>
                    <a:pt x="1288227" y="588544"/>
                    <a:pt x="1287269" y="609949"/>
                  </a:cubicBezTo>
                  <a:cubicBezTo>
                    <a:pt x="1286302" y="631523"/>
                    <a:pt x="1285486" y="652716"/>
                    <a:pt x="1284904" y="674110"/>
                  </a:cubicBezTo>
                  <a:cubicBezTo>
                    <a:pt x="1284709" y="681275"/>
                    <a:pt x="1284560" y="688399"/>
                    <a:pt x="1284449" y="695502"/>
                  </a:cubicBezTo>
                  <a:cubicBezTo>
                    <a:pt x="1283999" y="724260"/>
                    <a:pt x="1284064" y="752341"/>
                    <a:pt x="1284589" y="781098"/>
                  </a:cubicBezTo>
                  <a:cubicBezTo>
                    <a:pt x="1284719" y="788231"/>
                    <a:pt x="1284875" y="795363"/>
                    <a:pt x="1285051" y="802517"/>
                  </a:cubicBezTo>
                  <a:cubicBezTo>
                    <a:pt x="1285582" y="824116"/>
                    <a:pt x="1286265" y="845325"/>
                    <a:pt x="1286999" y="866726"/>
                  </a:cubicBezTo>
                  <a:cubicBezTo>
                    <a:pt x="1287738" y="888306"/>
                    <a:pt x="1288253" y="909505"/>
                    <a:pt x="1288531" y="930901"/>
                  </a:cubicBezTo>
                  <a:cubicBezTo>
                    <a:pt x="1288811" y="952419"/>
                    <a:pt x="1281283" y="967815"/>
                    <a:pt x="1265873" y="977453"/>
                  </a:cubicBezTo>
                  <a:cubicBezTo>
                    <a:pt x="1247493" y="988948"/>
                    <a:pt x="1225960" y="990773"/>
                    <a:pt x="1204160" y="990550"/>
                  </a:cubicBezTo>
                  <a:cubicBezTo>
                    <a:pt x="1182566" y="990330"/>
                    <a:pt x="1161370" y="989563"/>
                    <a:pt x="1139974" y="989009"/>
                  </a:cubicBezTo>
                  <a:cubicBezTo>
                    <a:pt x="1118379" y="988450"/>
                    <a:pt x="1097167" y="988053"/>
                    <a:pt x="1075764" y="987524"/>
                  </a:cubicBezTo>
                  <a:cubicBezTo>
                    <a:pt x="1054145" y="986990"/>
                    <a:pt x="1032924" y="986124"/>
                    <a:pt x="1011518" y="985045"/>
                  </a:cubicBezTo>
                  <a:cubicBezTo>
                    <a:pt x="989950" y="983957"/>
                    <a:pt x="968765" y="983055"/>
                    <a:pt x="947373" y="982468"/>
                  </a:cubicBezTo>
                  <a:cubicBezTo>
                    <a:pt x="925788" y="981876"/>
                    <a:pt x="904582" y="981653"/>
                    <a:pt x="883181" y="981502"/>
                  </a:cubicBezTo>
                  <a:cubicBezTo>
                    <a:pt x="861576" y="981349"/>
                    <a:pt x="840362" y="980994"/>
                    <a:pt x="818958" y="980400"/>
                  </a:cubicBezTo>
                  <a:cubicBezTo>
                    <a:pt x="797351" y="979800"/>
                    <a:pt x="776140" y="978937"/>
                    <a:pt x="754738" y="977989"/>
                  </a:cubicBezTo>
                  <a:cubicBezTo>
                    <a:pt x="733165" y="977034"/>
                    <a:pt x="711972" y="976322"/>
                    <a:pt x="690577" y="975878"/>
                  </a:cubicBezTo>
                  <a:cubicBezTo>
                    <a:pt x="668984" y="975430"/>
                    <a:pt x="647774" y="975491"/>
                    <a:pt x="626372" y="975831"/>
                  </a:cubicBezTo>
                  <a:cubicBezTo>
                    <a:pt x="604776" y="976174"/>
                    <a:pt x="583569" y="976709"/>
                    <a:pt x="562169" y="977246"/>
                  </a:cubicBezTo>
                  <a:cubicBezTo>
                    <a:pt x="540581" y="977787"/>
                    <a:pt x="519377" y="978214"/>
                    <a:pt x="497977" y="978563"/>
                  </a:cubicBezTo>
                  <a:cubicBezTo>
                    <a:pt x="476384" y="978916"/>
                    <a:pt x="455176" y="978935"/>
                    <a:pt x="433775" y="978683"/>
                  </a:cubicBezTo>
                  <a:cubicBezTo>
                    <a:pt x="412158" y="978427"/>
                    <a:pt x="390939" y="977736"/>
                    <a:pt x="369533" y="976809"/>
                  </a:cubicBezTo>
                  <a:cubicBezTo>
                    <a:pt x="347936" y="975874"/>
                    <a:pt x="326732" y="974812"/>
                    <a:pt x="305332" y="973759"/>
                  </a:cubicBezTo>
                  <a:cubicBezTo>
                    <a:pt x="283764" y="972697"/>
                    <a:pt x="262572" y="972196"/>
                    <a:pt x="241178" y="972211"/>
                  </a:cubicBezTo>
                  <a:cubicBezTo>
                    <a:pt x="219496" y="972211"/>
                    <a:pt x="198238" y="973244"/>
                    <a:pt x="176816" y="974878"/>
                  </a:cubicBezTo>
                  <a:cubicBezTo>
                    <a:pt x="155205" y="976526"/>
                    <a:pt x="134012" y="978514"/>
                    <a:pt x="112617" y="980457"/>
                  </a:cubicBezTo>
                  <a:cubicBezTo>
                    <a:pt x="88934" y="982609"/>
                    <a:pt x="65670" y="983792"/>
                    <a:pt x="42065" y="984182"/>
                  </a:cubicBezTo>
                  <a:cubicBezTo>
                    <a:pt x="21514" y="984521"/>
                    <a:pt x="8848" y="977328"/>
                    <a:pt x="3834" y="962712"/>
                  </a:cubicBezTo>
                  <a:cubicBezTo>
                    <a:pt x="-3227" y="942130"/>
                    <a:pt x="355" y="920351"/>
                    <a:pt x="3566" y="898557"/>
                  </a:cubicBezTo>
                  <a:cubicBezTo>
                    <a:pt x="6718" y="877166"/>
                    <a:pt x="8034" y="855962"/>
                    <a:pt x="9099" y="834549"/>
                  </a:cubicBezTo>
                  <a:cubicBezTo>
                    <a:pt x="10174" y="812941"/>
                    <a:pt x="10297" y="791726"/>
                    <a:pt x="9489" y="770324"/>
                  </a:cubicBezTo>
                  <a:cubicBezTo>
                    <a:pt x="8665" y="748490"/>
                    <a:pt x="6401" y="727166"/>
                    <a:pt x="3429" y="705717"/>
                  </a:cubicBezTo>
                  <a:cubicBezTo>
                    <a:pt x="439" y="684143"/>
                    <a:pt x="-2752" y="662995"/>
                    <a:pt x="-5765" y="641617"/>
                  </a:cubicBezTo>
                  <a:cubicBezTo>
                    <a:pt x="-8777" y="620240"/>
                    <a:pt x="-10345" y="599148"/>
                    <a:pt x="-10727" y="577796"/>
                  </a:cubicBezTo>
                  <a:cubicBezTo>
                    <a:pt x="-11115" y="556062"/>
                    <a:pt x="-9775" y="534770"/>
                    <a:pt x="-7665" y="513333"/>
                  </a:cubicBezTo>
                  <a:cubicBezTo>
                    <a:pt x="-5539" y="491727"/>
                    <a:pt x="-3076" y="470550"/>
                    <a:pt x="-715" y="449162"/>
                  </a:cubicBezTo>
                  <a:cubicBezTo>
                    <a:pt x="1655" y="427693"/>
                    <a:pt x="3227" y="406552"/>
                    <a:pt x="4203" y="385177"/>
                  </a:cubicBezTo>
                  <a:cubicBezTo>
                    <a:pt x="5188" y="363606"/>
                    <a:pt x="5526" y="342400"/>
                    <a:pt x="5720" y="320999"/>
                  </a:cubicBezTo>
                  <a:cubicBezTo>
                    <a:pt x="5915" y="299405"/>
                    <a:pt x="5889" y="278198"/>
                    <a:pt x="5702" y="256797"/>
                  </a:cubicBezTo>
                  <a:cubicBezTo>
                    <a:pt x="5514" y="235203"/>
                    <a:pt x="5208" y="213996"/>
                    <a:pt x="4904" y="192596"/>
                  </a:cubicBezTo>
                  <a:cubicBezTo>
                    <a:pt x="4597" y="171005"/>
                    <a:pt x="4380" y="149799"/>
                    <a:pt x="4229" y="128399"/>
                  </a:cubicBezTo>
                  <a:cubicBezTo>
                    <a:pt x="4127" y="113939"/>
                    <a:pt x="4021" y="99651"/>
                    <a:pt x="3894" y="85363"/>
                  </a:cubicBezTo>
                  <a:cubicBezTo>
                    <a:pt x="3639" y="56603"/>
                    <a:pt x="-6337" y="17835"/>
                    <a:pt x="19757" y="5737"/>
                  </a:cubicBezTo>
                  <a:close/>
                </a:path>
              </a:pathLst>
            </a:custGeom>
            <a:solidFill>
              <a:srgbClr val="F9EACE"/>
            </a:solidFill>
            <a:ln w="10700" cap="flat">
              <a:solidFill>
                <a:srgbClr val="38A7B0"/>
              </a:solidFill>
              <a:round/>
            </a:ln>
          </p:spPr>
          <p:txBody>
            <a:bodyPr anchor="ctr" lIns="0" wrap="square" rtlCol="0" rIns="0" tIns="0" bIns="11000"/>
            <a:lstStyle/>
            <a:p>
              <a:pPr algn="ctr">
                <a:lnSpc>
                  <a:spcPct val="100000"/>
                </a:lnSpc>
              </a:pPr>
              <a:r>
                <a:rPr sz="1712">
                  <a:solidFill>
                    <a:srgbClr val="0070C0"/>
                  </a:solidFill>
                  <a:latin typeface="標楷體"/>
                </a:rPr>
                <a:t>不同類別文字的助益有差異</a:t>
              </a:r>
            </a:p>
          </p:txBody>
        </p:sp>
        <p:sp>
          <p:nvSpPr>
            <p:cNvPr id="352" name="Callout"/>
            <p:cNvSpPr/>
            <p:nvPr/>
          </p:nvSpPr>
          <p:spPr>
            <a:xfrm>
              <a:off x="469375" y="4938850"/>
              <a:ext cy="984400" cx="1935659"/>
            </a:xfrm>
            <a:custGeom>
              <a:avLst/>
              <a:gdLst>
                <a:gd fmla="*/ 142310 w 1935659" name="rtl"/>
                <a:gd fmla="*/ 95230 h 984400" name="rtt"/>
                <a:gd fmla="*/ 1821095 w 1935659" name="rtr"/>
                <a:gd fmla="*/ 908430 h 984400" name="rtb"/>
              </a:gdLst>
              <a:ahLst/>
              <a:cxnLst/>
              <a:rect r="rtr" b="rtb" l="rtl" t="rtt"/>
              <a:pathLst>
                <a:path w="1935659" h="984400">
                  <a:moveTo>
                    <a:pt x="1792567" y="-277744"/>
                  </a:moveTo>
                  <a:cubicBezTo>
                    <a:pt x="1776352" y="-257013"/>
                    <a:pt x="1763578" y="-240001"/>
                    <a:pt x="1751031" y="-222576"/>
                  </a:cubicBezTo>
                  <a:cubicBezTo>
                    <a:pt x="1738384" y="-205013"/>
                    <a:pt x="1726130" y="-187647"/>
                    <a:pt x="1713639" y="-170209"/>
                  </a:cubicBezTo>
                  <a:cubicBezTo>
                    <a:pt x="1701066" y="-152655"/>
                    <a:pt x="1688122" y="-135875"/>
                    <a:pt x="1674588" y="-119312"/>
                  </a:cubicBezTo>
                  <a:cubicBezTo>
                    <a:pt x="1660915" y="-102580"/>
                    <a:pt x="1646957" y="-86596"/>
                    <a:pt x="1632702" y="-70614"/>
                  </a:cubicBezTo>
                  <a:cubicBezTo>
                    <a:pt x="1622254" y="-58899"/>
                    <a:pt x="1611608" y="-47663"/>
                    <a:pt x="1600645" y="-36714"/>
                  </a:cubicBezTo>
                  <a:cubicBezTo>
                    <a:pt x="1587356" y="-23443"/>
                    <a:pt x="1584189" y="-14827"/>
                    <a:pt x="1591598" y="-10317"/>
                  </a:cubicBezTo>
                  <a:cubicBezTo>
                    <a:pt x="1610237" y="1030"/>
                    <a:pt x="1632959" y="-1731"/>
                    <a:pt x="1655349" y="-2593"/>
                  </a:cubicBezTo>
                  <a:cubicBezTo>
                    <a:pt x="1677074" y="-3431"/>
                    <a:pt x="1698321" y="-827"/>
                    <a:pt x="1719742" y="1899"/>
                  </a:cubicBezTo>
                  <a:cubicBezTo>
                    <a:pt x="1741187" y="4628"/>
                    <a:pt x="1762327" y="6488"/>
                    <a:pt x="1783703" y="7841"/>
                  </a:cubicBezTo>
                  <a:cubicBezTo>
                    <a:pt x="1805253" y="9206"/>
                    <a:pt x="1826448" y="9743"/>
                    <a:pt x="1847845" y="9863"/>
                  </a:cubicBezTo>
                  <a:cubicBezTo>
                    <a:pt x="1876606" y="10025"/>
                    <a:pt x="1926498" y="-3100"/>
                    <a:pt x="1927553" y="25642"/>
                  </a:cubicBezTo>
                  <a:lnTo>
                    <a:pt x="1928183" y="42829"/>
                  </a:lnTo>
                  <a:cubicBezTo>
                    <a:pt x="1928975" y="64407"/>
                    <a:pt x="1929495" y="85604"/>
                    <a:pt x="1929754" y="107001"/>
                  </a:cubicBezTo>
                  <a:cubicBezTo>
                    <a:pt x="1930016" y="128594"/>
                    <a:pt x="1930138" y="149802"/>
                    <a:pt x="1930347" y="171203"/>
                  </a:cubicBezTo>
                  <a:cubicBezTo>
                    <a:pt x="1930558" y="192821"/>
                    <a:pt x="1931142" y="214041"/>
                    <a:pt x="1932017" y="235447"/>
                  </a:cubicBezTo>
                  <a:cubicBezTo>
                    <a:pt x="1932899" y="257027"/>
                    <a:pt x="1933764" y="278219"/>
                    <a:pt x="1934407" y="299613"/>
                  </a:cubicBezTo>
                  <a:cubicBezTo>
                    <a:pt x="1935056" y="321206"/>
                    <a:pt x="1935562" y="342417"/>
                    <a:pt x="1936160" y="363820"/>
                  </a:cubicBezTo>
                  <a:cubicBezTo>
                    <a:pt x="1936765" y="385459"/>
                    <a:pt x="1937771" y="406691"/>
                    <a:pt x="1939107" y="428103"/>
                  </a:cubicBezTo>
                  <a:cubicBezTo>
                    <a:pt x="1940453" y="449668"/>
                    <a:pt x="1941742" y="470846"/>
                    <a:pt x="1942754" y="492234"/>
                  </a:cubicBezTo>
                  <a:cubicBezTo>
                    <a:pt x="1943774" y="513803"/>
                    <a:pt x="1944173" y="535002"/>
                    <a:pt x="1944233" y="556401"/>
                  </a:cubicBezTo>
                  <a:cubicBezTo>
                    <a:pt x="1944294" y="577996"/>
                    <a:pt x="1944044" y="599204"/>
                    <a:pt x="1943729" y="620605"/>
                  </a:cubicBezTo>
                  <a:cubicBezTo>
                    <a:pt x="1943412" y="642196"/>
                    <a:pt x="1943168" y="663401"/>
                    <a:pt x="1943012" y="684801"/>
                  </a:cubicBezTo>
                  <a:cubicBezTo>
                    <a:pt x="1942855" y="706396"/>
                    <a:pt x="1942668" y="727605"/>
                    <a:pt x="1942367" y="749006"/>
                  </a:cubicBezTo>
                  <a:cubicBezTo>
                    <a:pt x="1942063" y="770653"/>
                    <a:pt x="1941232" y="791890"/>
                    <a:pt x="1939953" y="813303"/>
                  </a:cubicBezTo>
                  <a:cubicBezTo>
                    <a:pt x="1938663" y="834884"/>
                    <a:pt x="1937240" y="856068"/>
                    <a:pt x="1936000" y="877459"/>
                  </a:cubicBezTo>
                  <a:cubicBezTo>
                    <a:pt x="1934794" y="898249"/>
                    <a:pt x="1934387" y="918697"/>
                    <a:pt x="1934589" y="939312"/>
                  </a:cubicBezTo>
                  <a:cubicBezTo>
                    <a:pt x="1934791" y="960023"/>
                    <a:pt x="1928000" y="973680"/>
                    <a:pt x="1913477" y="980567"/>
                  </a:cubicBezTo>
                  <a:cubicBezTo>
                    <a:pt x="1893816" y="989891"/>
                    <a:pt x="1871854" y="989717"/>
                    <a:pt x="1849928" y="990263"/>
                  </a:cubicBezTo>
                  <a:cubicBezTo>
                    <a:pt x="1828334" y="990801"/>
                    <a:pt x="1807194" y="992541"/>
                    <a:pt x="1785828" y="993733"/>
                  </a:cubicBezTo>
                  <a:cubicBezTo>
                    <a:pt x="1764262" y="994936"/>
                    <a:pt x="1743051" y="995015"/>
                    <a:pt x="1721647" y="994668"/>
                  </a:cubicBezTo>
                  <a:cubicBezTo>
                    <a:pt x="1700031" y="994317"/>
                    <a:pt x="1678815" y="993540"/>
                    <a:pt x="1657410" y="992585"/>
                  </a:cubicBezTo>
                  <a:cubicBezTo>
                    <a:pt x="1635835" y="991622"/>
                    <a:pt x="1614643" y="990805"/>
                    <a:pt x="1593249" y="990223"/>
                  </a:cubicBezTo>
                  <a:cubicBezTo>
                    <a:pt x="1571664" y="989635"/>
                    <a:pt x="1550458" y="989465"/>
                    <a:pt x="1529058" y="989492"/>
                  </a:cubicBezTo>
                  <a:cubicBezTo>
                    <a:pt x="1507456" y="989492"/>
                    <a:pt x="1486245" y="989843"/>
                    <a:pt x="1464842" y="990369"/>
                  </a:cubicBezTo>
                  <a:cubicBezTo>
                    <a:pt x="1443243" y="990900"/>
                    <a:pt x="1422034" y="991583"/>
                    <a:pt x="1400633" y="992317"/>
                  </a:cubicBezTo>
                  <a:cubicBezTo>
                    <a:pt x="1379053" y="993057"/>
                    <a:pt x="1357854" y="993571"/>
                    <a:pt x="1336457" y="993849"/>
                  </a:cubicBezTo>
                  <a:cubicBezTo>
                    <a:pt x="1314847" y="994130"/>
                    <a:pt x="1293629" y="993829"/>
                    <a:pt x="1272224" y="993140"/>
                  </a:cubicBezTo>
                  <a:cubicBezTo>
                    <a:pt x="1250629" y="992444"/>
                    <a:pt x="1229429" y="991548"/>
                    <a:pt x="1208032" y="990726"/>
                  </a:cubicBezTo>
                  <a:cubicBezTo>
                    <a:pt x="1186452" y="989897"/>
                    <a:pt x="1165251" y="989336"/>
                    <a:pt x="1143853" y="988922"/>
                  </a:cubicBezTo>
                  <a:cubicBezTo>
                    <a:pt x="1122255" y="988506"/>
                    <a:pt x="1101043" y="988087"/>
                    <a:pt x="1079641" y="987537"/>
                  </a:cubicBezTo>
                  <a:cubicBezTo>
                    <a:pt x="1058022" y="986983"/>
                    <a:pt x="1036801" y="986119"/>
                    <a:pt x="1015395" y="985043"/>
                  </a:cubicBezTo>
                  <a:cubicBezTo>
                    <a:pt x="993827" y="983958"/>
                    <a:pt x="972641" y="983055"/>
                    <a:pt x="951250" y="982468"/>
                  </a:cubicBezTo>
                  <a:cubicBezTo>
                    <a:pt x="929665" y="981876"/>
                    <a:pt x="908459" y="981653"/>
                    <a:pt x="887058" y="981502"/>
                  </a:cubicBezTo>
                  <a:cubicBezTo>
                    <a:pt x="865453" y="981349"/>
                    <a:pt x="844238" y="980994"/>
                    <a:pt x="822835" y="980400"/>
                  </a:cubicBezTo>
                  <a:cubicBezTo>
                    <a:pt x="801228" y="979800"/>
                    <a:pt x="780017" y="978937"/>
                    <a:pt x="758615" y="977989"/>
                  </a:cubicBezTo>
                  <a:cubicBezTo>
                    <a:pt x="737042" y="977034"/>
                    <a:pt x="715849" y="976322"/>
                    <a:pt x="694454" y="975878"/>
                  </a:cubicBezTo>
                  <a:cubicBezTo>
                    <a:pt x="672860" y="975430"/>
                    <a:pt x="651651" y="975491"/>
                    <a:pt x="630249" y="975831"/>
                  </a:cubicBezTo>
                  <a:cubicBezTo>
                    <a:pt x="608652" y="976174"/>
                    <a:pt x="587446" y="976709"/>
                    <a:pt x="566046" y="977246"/>
                  </a:cubicBezTo>
                  <a:cubicBezTo>
                    <a:pt x="544458" y="977787"/>
                    <a:pt x="523254" y="978214"/>
                    <a:pt x="501854" y="978563"/>
                  </a:cubicBezTo>
                  <a:cubicBezTo>
                    <a:pt x="480260" y="978916"/>
                    <a:pt x="459052" y="978935"/>
                    <a:pt x="437652" y="978683"/>
                  </a:cubicBezTo>
                  <a:cubicBezTo>
                    <a:pt x="416035" y="978427"/>
                    <a:pt x="394815" y="977736"/>
                    <a:pt x="373410" y="976809"/>
                  </a:cubicBezTo>
                  <a:cubicBezTo>
                    <a:pt x="351813" y="975874"/>
                    <a:pt x="330608" y="974812"/>
                    <a:pt x="309209" y="973759"/>
                  </a:cubicBezTo>
                  <a:cubicBezTo>
                    <a:pt x="287641" y="972697"/>
                    <a:pt x="266449" y="972196"/>
                    <a:pt x="245055" y="972211"/>
                  </a:cubicBezTo>
                  <a:cubicBezTo>
                    <a:pt x="223372" y="972211"/>
                    <a:pt x="202115" y="973244"/>
                    <a:pt x="180693" y="974878"/>
                  </a:cubicBezTo>
                  <a:cubicBezTo>
                    <a:pt x="159082" y="976526"/>
                    <a:pt x="137889" y="978514"/>
                    <a:pt x="116494" y="980457"/>
                  </a:cubicBezTo>
                  <a:cubicBezTo>
                    <a:pt x="91515" y="982726"/>
                    <a:pt x="67003" y="983917"/>
                    <a:pt x="42065" y="984234"/>
                  </a:cubicBezTo>
                  <a:cubicBezTo>
                    <a:pt x="21517" y="984495"/>
                    <a:pt x="8853" y="977311"/>
                    <a:pt x="3837" y="962711"/>
                  </a:cubicBezTo>
                  <a:cubicBezTo>
                    <a:pt x="-3234" y="942132"/>
                    <a:pt x="352" y="920352"/>
                    <a:pt x="3565" y="898557"/>
                  </a:cubicBezTo>
                  <a:cubicBezTo>
                    <a:pt x="6719" y="877166"/>
                    <a:pt x="8034" y="855962"/>
                    <a:pt x="9099" y="834549"/>
                  </a:cubicBezTo>
                  <a:cubicBezTo>
                    <a:pt x="10174" y="812941"/>
                    <a:pt x="10297" y="791726"/>
                    <a:pt x="9489" y="770324"/>
                  </a:cubicBezTo>
                  <a:cubicBezTo>
                    <a:pt x="8665" y="748490"/>
                    <a:pt x="6401" y="727166"/>
                    <a:pt x="3429" y="705717"/>
                  </a:cubicBezTo>
                  <a:cubicBezTo>
                    <a:pt x="439" y="684143"/>
                    <a:pt x="-2752" y="662995"/>
                    <a:pt x="-5765" y="641617"/>
                  </a:cubicBezTo>
                  <a:cubicBezTo>
                    <a:pt x="-8777" y="620240"/>
                    <a:pt x="-10345" y="599148"/>
                    <a:pt x="-10727" y="577796"/>
                  </a:cubicBezTo>
                  <a:cubicBezTo>
                    <a:pt x="-11115" y="556062"/>
                    <a:pt x="-9775" y="534770"/>
                    <a:pt x="-7665" y="513333"/>
                  </a:cubicBezTo>
                  <a:cubicBezTo>
                    <a:pt x="-5539" y="491727"/>
                    <a:pt x="-3076" y="470550"/>
                    <a:pt x="-715" y="449162"/>
                  </a:cubicBezTo>
                  <a:cubicBezTo>
                    <a:pt x="1655" y="427693"/>
                    <a:pt x="3227" y="406552"/>
                    <a:pt x="4203" y="385177"/>
                  </a:cubicBezTo>
                  <a:cubicBezTo>
                    <a:pt x="5188" y="363606"/>
                    <a:pt x="5526" y="342400"/>
                    <a:pt x="5720" y="320999"/>
                  </a:cubicBezTo>
                  <a:cubicBezTo>
                    <a:pt x="5915" y="299405"/>
                    <a:pt x="5889" y="278198"/>
                    <a:pt x="5702" y="256797"/>
                  </a:cubicBezTo>
                  <a:cubicBezTo>
                    <a:pt x="5514" y="235203"/>
                    <a:pt x="5208" y="213996"/>
                    <a:pt x="4904" y="192596"/>
                  </a:cubicBezTo>
                  <a:cubicBezTo>
                    <a:pt x="4597" y="171005"/>
                    <a:pt x="4380" y="149799"/>
                    <a:pt x="4229" y="128399"/>
                  </a:cubicBezTo>
                  <a:cubicBezTo>
                    <a:pt x="4127" y="113939"/>
                    <a:pt x="4021" y="99651"/>
                    <a:pt x="3894" y="85363"/>
                  </a:cubicBezTo>
                  <a:cubicBezTo>
                    <a:pt x="3639" y="56603"/>
                    <a:pt x="-6337" y="17835"/>
                    <a:pt x="19757" y="5737"/>
                  </a:cubicBezTo>
                  <a:cubicBezTo>
                    <a:pt x="20392" y="5442"/>
                    <a:pt x="21048" y="5167"/>
                    <a:pt x="21725" y="4911"/>
                  </a:cubicBezTo>
                  <a:cubicBezTo>
                    <a:pt x="42001" y="-2749"/>
                    <a:pt x="63811" y="456"/>
                    <a:pt x="85637" y="2417"/>
                  </a:cubicBezTo>
                  <a:cubicBezTo>
                    <a:pt x="107150" y="4350"/>
                    <a:pt x="128384" y="3820"/>
                    <a:pt x="149806" y="3285"/>
                  </a:cubicBezTo>
                  <a:cubicBezTo>
                    <a:pt x="171393" y="2745"/>
                    <a:pt x="192600" y="2569"/>
                    <a:pt x="214001" y="2445"/>
                  </a:cubicBezTo>
                  <a:cubicBezTo>
                    <a:pt x="235607" y="2320"/>
                    <a:pt x="256822" y="1959"/>
                    <a:pt x="278226" y="1343"/>
                  </a:cubicBezTo>
                  <a:cubicBezTo>
                    <a:pt x="299839" y="722"/>
                    <a:pt x="321054" y="-217"/>
                    <a:pt x="342458" y="-1288"/>
                  </a:cubicBezTo>
                  <a:cubicBezTo>
                    <a:pt x="364024" y="-2367"/>
                    <a:pt x="385212" y="-3157"/>
                    <a:pt x="406603" y="-3597"/>
                  </a:cubicBezTo>
                  <a:cubicBezTo>
                    <a:pt x="428222" y="-4042"/>
                    <a:pt x="449447" y="-3685"/>
                    <a:pt x="470855" y="-2821"/>
                  </a:cubicBezTo>
                  <a:cubicBezTo>
                    <a:pt x="492452" y="-1950"/>
                    <a:pt x="513650" y="-808"/>
                    <a:pt x="535046" y="254"/>
                  </a:cubicBezTo>
                  <a:cubicBezTo>
                    <a:pt x="556613" y="1325"/>
                    <a:pt x="577808" y="1998"/>
                    <a:pt x="599204" y="2413"/>
                  </a:cubicBezTo>
                  <a:cubicBezTo>
                    <a:pt x="620804" y="2832"/>
                    <a:pt x="642017" y="2694"/>
                    <a:pt x="663420" y="2197"/>
                  </a:cubicBezTo>
                  <a:cubicBezTo>
                    <a:pt x="685065" y="1695"/>
                    <a:pt x="706298" y="622"/>
                    <a:pt x="727710" y="-780"/>
                  </a:cubicBezTo>
                  <a:cubicBezTo>
                    <a:pt x="749273" y="-2191"/>
                    <a:pt x="770451" y="-3526"/>
                    <a:pt x="791839" y="-4589"/>
                  </a:cubicBezTo>
                  <a:cubicBezTo>
                    <a:pt x="813408" y="-5660"/>
                    <a:pt x="834607" y="-5998"/>
                    <a:pt x="856005" y="-5874"/>
                  </a:cubicBezTo>
                  <a:cubicBezTo>
                    <a:pt x="877689" y="-5748"/>
                    <a:pt x="898948" y="-4698"/>
                    <a:pt x="920369" y="-3049"/>
                  </a:cubicBezTo>
                  <a:cubicBezTo>
                    <a:pt x="941992" y="-1385"/>
                    <a:pt x="963191" y="670"/>
                    <a:pt x="984589" y="2727"/>
                  </a:cubicBezTo>
                  <a:cubicBezTo>
                    <a:pt x="1006082" y="4793"/>
                    <a:pt x="1027231" y="6128"/>
                    <a:pt x="1048608" y="6830"/>
                  </a:cubicBezTo>
                  <a:cubicBezTo>
                    <a:pt x="1070225" y="7541"/>
                    <a:pt x="1091454" y="7167"/>
                    <a:pt x="1112864" y="6229"/>
                  </a:cubicBezTo>
                  <a:cubicBezTo>
                    <a:pt x="1134508" y="5282"/>
                    <a:pt x="1155731" y="3790"/>
                    <a:pt x="1177139" y="2116"/>
                  </a:cubicBezTo>
                  <a:cubicBezTo>
                    <a:pt x="1198672" y="433"/>
                    <a:pt x="1219836" y="-868"/>
                    <a:pt x="1241219" y="-1727"/>
                  </a:cubicBezTo>
                  <a:cubicBezTo>
                    <a:pt x="1262795" y="-2594"/>
                    <a:pt x="1284000" y="-2831"/>
                    <a:pt x="1305400" y="-2836"/>
                  </a:cubicBezTo>
                  <a:cubicBezTo>
                    <a:pt x="1328708" y="-2836"/>
                    <a:pt x="1351437" y="-4266"/>
                    <a:pt x="1374311" y="-7358"/>
                  </a:cubicBezTo>
                  <a:cubicBezTo>
                    <a:pt x="1395642" y="-10241"/>
                    <a:pt x="1415052" y="-17297"/>
                    <a:pt x="1433200" y="-27784"/>
                  </a:cubicBezTo>
                  <a:cubicBezTo>
                    <a:pt x="1451902" y="-38591"/>
                    <a:pt x="1468776" y="-51524"/>
                    <a:pt x="1485907" y="-64412"/>
                  </a:cubicBezTo>
                  <a:cubicBezTo>
                    <a:pt x="1503197" y="-77422"/>
                    <a:pt x="1520716" y="-89443"/>
                    <a:pt x="1538626" y="-101237"/>
                  </a:cubicBezTo>
                  <a:cubicBezTo>
                    <a:pt x="1556714" y="-113148"/>
                    <a:pt x="1574675" y="-124542"/>
                    <a:pt x="1592851" y="-135964"/>
                  </a:cubicBezTo>
                  <a:cubicBezTo>
                    <a:pt x="1611134" y="-147455"/>
                    <a:pt x="1628841" y="-159111"/>
                    <a:pt x="1646429" y="-171291"/>
                  </a:cubicBezTo>
                  <a:cubicBezTo>
                    <a:pt x="1664193" y="-183593"/>
                    <a:pt x="1681149" y="-196346"/>
                    <a:pt x="1698004" y="-209553"/>
                  </a:cubicBezTo>
                  <a:cubicBezTo>
                    <a:pt x="1715051" y="-222910"/>
                    <a:pt x="1731416" y="-236491"/>
                    <a:pt x="1747735" y="-250434"/>
                  </a:cubicBezTo>
                  <a:cubicBezTo>
                    <a:pt x="1769602" y="-269117"/>
                    <a:pt x="1810286" y="-300399"/>
                    <a:pt x="1792567" y="-277744"/>
                  </a:cubicBezTo>
                  <a:close/>
                </a:path>
              </a:pathLst>
            </a:custGeom>
            <a:solidFill>
              <a:srgbClr val="F9EACE"/>
            </a:solidFill>
            <a:ln w="10700" cap="flat">
              <a:solidFill>
                <a:srgbClr val="38A7B0"/>
              </a:solidFill>
              <a:round/>
            </a:ln>
          </p:spPr>
          <p:txBody>
            <a:bodyPr anchor="ctr" lIns="0" wrap="square" rtlCol="0" rIns="0" tIns="0" bIns="11000"/>
            <a:lstStyle/>
            <a:p>
              <a:pPr algn="ctr">
                <a:lnSpc>
                  <a:spcPct val="100000"/>
                </a:lnSpc>
              </a:pPr>
              <a:r>
                <a:rPr sz="1712">
                  <a:solidFill>
                    <a:srgbClr val="0070C0"/>
                  </a:solidFill>
                  <a:latin typeface="標楷體"/>
                </a:rPr>
                <a:t>長度較長的分析報告可能因有內容，而越有助益</a:t>
              </a:r>
            </a:p>
          </p:txBody>
        </p:sp>
        <p:sp>
          <p:nvSpPr>
            <p:cNvPr id="418" name="Callout"/>
            <p:cNvSpPr/>
            <p:nvPr/>
          </p:nvSpPr>
          <p:spPr>
            <a:xfrm>
              <a:off x="372020" y="6029441"/>
              <a:ext cy="713333" cx="2135395"/>
            </a:xfrm>
            <a:custGeom>
              <a:avLst/>
              <a:gdLst>
                <a:gd fmla="*/ 142310 w 2135395" name="rtl"/>
                <a:gd fmla="*/ 95230 h 713333" name="rtt"/>
                <a:gd fmla="*/ 2020829 w 2135395" name="rtr"/>
                <a:gd fmla="*/ 637363 h 713333" name="rtb"/>
              </a:gdLst>
              <a:ahLst/>
              <a:cxnLst/>
              <a:rect r="rtr" b="rtb" l="rtl" t="rtt"/>
              <a:pathLst>
                <a:path w="2135395" h="713333">
                  <a:moveTo>
                    <a:pt x="2337165" y="227561"/>
                  </a:moveTo>
                  <a:lnTo>
                    <a:pt x="2325726" y="231420"/>
                  </a:lnTo>
                  <a:cubicBezTo>
                    <a:pt x="2305252" y="238326"/>
                    <a:pt x="2285179" y="245211"/>
                    <a:pt x="2264959" y="252262"/>
                  </a:cubicBezTo>
                  <a:cubicBezTo>
                    <a:pt x="2244571" y="259372"/>
                    <a:pt x="2224494" y="266192"/>
                    <a:pt x="2204148" y="272820"/>
                  </a:cubicBezTo>
                  <a:cubicBezTo>
                    <a:pt x="2183177" y="279651"/>
                    <a:pt x="2166298" y="290818"/>
                    <a:pt x="2153143" y="306921"/>
                  </a:cubicBezTo>
                  <a:cubicBezTo>
                    <a:pt x="2139489" y="323634"/>
                    <a:pt x="2134030" y="343612"/>
                    <a:pt x="2132750" y="364682"/>
                  </a:cubicBezTo>
                  <a:cubicBezTo>
                    <a:pt x="2131440" y="386245"/>
                    <a:pt x="2132844" y="407459"/>
                    <a:pt x="2133891" y="428867"/>
                  </a:cubicBezTo>
                  <a:cubicBezTo>
                    <a:pt x="2134946" y="450445"/>
                    <a:pt x="2135390" y="471660"/>
                    <a:pt x="2135932" y="493065"/>
                  </a:cubicBezTo>
                  <a:cubicBezTo>
                    <a:pt x="2136481" y="514706"/>
                    <a:pt x="2137495" y="535938"/>
                    <a:pt x="2138838" y="557349"/>
                  </a:cubicBezTo>
                  <a:cubicBezTo>
                    <a:pt x="2140191" y="578914"/>
                    <a:pt x="2141480" y="600092"/>
                    <a:pt x="2142491" y="621480"/>
                  </a:cubicBezTo>
                  <a:cubicBezTo>
                    <a:pt x="2143517" y="643205"/>
                    <a:pt x="2140232" y="663634"/>
                    <a:pt x="2132785" y="683314"/>
                  </a:cubicBezTo>
                  <a:cubicBezTo>
                    <a:pt x="2125273" y="703167"/>
                    <a:pt x="2110969" y="714525"/>
                    <a:pt x="2092429" y="718937"/>
                  </a:cubicBezTo>
                  <a:cubicBezTo>
                    <a:pt x="2071391" y="723943"/>
                    <a:pt x="2049950" y="722412"/>
                    <a:pt x="2028380" y="721289"/>
                  </a:cubicBezTo>
                  <a:cubicBezTo>
                    <a:pt x="2006812" y="720167"/>
                    <a:pt x="1985597" y="720125"/>
                    <a:pt x="1964190" y="719956"/>
                  </a:cubicBezTo>
                  <a:cubicBezTo>
                    <a:pt x="1942542" y="719785"/>
                    <a:pt x="1921304" y="718936"/>
                    <a:pt x="1899891" y="717639"/>
                  </a:cubicBezTo>
                  <a:cubicBezTo>
                    <a:pt x="1878311" y="716332"/>
                    <a:pt x="1857127" y="714911"/>
                    <a:pt x="1835736" y="713673"/>
                  </a:cubicBezTo>
                  <a:cubicBezTo>
                    <a:pt x="1814180" y="712425"/>
                    <a:pt x="1792988" y="711741"/>
                    <a:pt x="1771593" y="711401"/>
                  </a:cubicBezTo>
                  <a:cubicBezTo>
                    <a:pt x="1749935" y="711056"/>
                    <a:pt x="1728687" y="711662"/>
                    <a:pt x="1707270" y="712973"/>
                  </a:cubicBezTo>
                  <a:cubicBezTo>
                    <a:pt x="1685620" y="714298"/>
                    <a:pt x="1664404" y="716231"/>
                    <a:pt x="1643000" y="718273"/>
                  </a:cubicBezTo>
                  <a:cubicBezTo>
                    <a:pt x="1621497" y="720324"/>
                    <a:pt x="1600347" y="721826"/>
                    <a:pt x="1578970" y="722805"/>
                  </a:cubicBezTo>
                  <a:cubicBezTo>
                    <a:pt x="1557393" y="723793"/>
                    <a:pt x="1536185" y="723902"/>
                    <a:pt x="1514783" y="723583"/>
                  </a:cubicBezTo>
                  <a:cubicBezTo>
                    <a:pt x="1493167" y="723260"/>
                    <a:pt x="1471951" y="722479"/>
                    <a:pt x="1450546" y="721520"/>
                  </a:cubicBezTo>
                  <a:cubicBezTo>
                    <a:pt x="1428971" y="720554"/>
                    <a:pt x="1407779" y="719738"/>
                    <a:pt x="1386385" y="719156"/>
                  </a:cubicBezTo>
                  <a:cubicBezTo>
                    <a:pt x="1364800" y="718569"/>
                    <a:pt x="1343594" y="718398"/>
                    <a:pt x="1322194" y="718425"/>
                  </a:cubicBezTo>
                  <a:cubicBezTo>
                    <a:pt x="1300592" y="718425"/>
                    <a:pt x="1279381" y="718777"/>
                    <a:pt x="1257978" y="719303"/>
                  </a:cubicBezTo>
                  <a:cubicBezTo>
                    <a:pt x="1236379" y="719834"/>
                    <a:pt x="1215170" y="720517"/>
                    <a:pt x="1193769" y="721250"/>
                  </a:cubicBezTo>
                  <a:cubicBezTo>
                    <a:pt x="1172189" y="721990"/>
                    <a:pt x="1150990" y="722504"/>
                    <a:pt x="1129593" y="722783"/>
                  </a:cubicBezTo>
                  <a:cubicBezTo>
                    <a:pt x="1107983" y="723064"/>
                    <a:pt x="1086765" y="722763"/>
                    <a:pt x="1065360" y="722073"/>
                  </a:cubicBezTo>
                  <a:cubicBezTo>
                    <a:pt x="1043765" y="721377"/>
                    <a:pt x="1022565" y="720481"/>
                    <a:pt x="1001168" y="719659"/>
                  </a:cubicBezTo>
                  <a:cubicBezTo>
                    <a:pt x="979588" y="718830"/>
                    <a:pt x="958387" y="718269"/>
                    <a:pt x="936989" y="717856"/>
                  </a:cubicBezTo>
                  <a:cubicBezTo>
                    <a:pt x="915391" y="717439"/>
                    <a:pt x="894179" y="717020"/>
                    <a:pt x="872777" y="716471"/>
                  </a:cubicBezTo>
                  <a:cubicBezTo>
                    <a:pt x="851158" y="715916"/>
                    <a:pt x="829937" y="715053"/>
                    <a:pt x="808531" y="713976"/>
                  </a:cubicBezTo>
                  <a:cubicBezTo>
                    <a:pt x="786963" y="712892"/>
                    <a:pt x="765777" y="711989"/>
                    <a:pt x="744386" y="711402"/>
                  </a:cubicBezTo>
                  <a:cubicBezTo>
                    <a:pt x="722801" y="710809"/>
                    <a:pt x="701595" y="710586"/>
                    <a:pt x="680194" y="710435"/>
                  </a:cubicBezTo>
                  <a:cubicBezTo>
                    <a:pt x="658589" y="710282"/>
                    <a:pt x="637374" y="709928"/>
                    <a:pt x="615971" y="709333"/>
                  </a:cubicBezTo>
                  <a:cubicBezTo>
                    <a:pt x="594364" y="708733"/>
                    <a:pt x="573153" y="707871"/>
                    <a:pt x="551751" y="706922"/>
                  </a:cubicBezTo>
                  <a:cubicBezTo>
                    <a:pt x="530178" y="705967"/>
                    <a:pt x="508985" y="705256"/>
                    <a:pt x="487590" y="704812"/>
                  </a:cubicBezTo>
                  <a:cubicBezTo>
                    <a:pt x="465996" y="704364"/>
                    <a:pt x="444787" y="704425"/>
                    <a:pt x="423385" y="704765"/>
                  </a:cubicBezTo>
                  <a:cubicBezTo>
                    <a:pt x="401789" y="705108"/>
                    <a:pt x="380582" y="705642"/>
                    <a:pt x="359182" y="706179"/>
                  </a:cubicBezTo>
                  <a:cubicBezTo>
                    <a:pt x="337594" y="706721"/>
                    <a:pt x="316390" y="707147"/>
                    <a:pt x="294990" y="707497"/>
                  </a:cubicBezTo>
                  <a:cubicBezTo>
                    <a:pt x="273396" y="707850"/>
                    <a:pt x="252189" y="707869"/>
                    <a:pt x="230788" y="707616"/>
                  </a:cubicBezTo>
                  <a:cubicBezTo>
                    <a:pt x="209171" y="707360"/>
                    <a:pt x="187952" y="706669"/>
                    <a:pt x="166546" y="705743"/>
                  </a:cubicBezTo>
                  <a:cubicBezTo>
                    <a:pt x="144949" y="704807"/>
                    <a:pt x="123745" y="703745"/>
                    <a:pt x="102345" y="702692"/>
                  </a:cubicBezTo>
                  <a:cubicBezTo>
                    <a:pt x="86244" y="701899"/>
                    <a:pt x="70355" y="701532"/>
                    <a:pt x="54439" y="701573"/>
                  </a:cubicBezTo>
                  <a:cubicBezTo>
                    <a:pt x="33699" y="701627"/>
                    <a:pt x="19957" y="694885"/>
                    <a:pt x="12919" y="680382"/>
                  </a:cubicBezTo>
                  <a:cubicBezTo>
                    <a:pt x="3424" y="660817"/>
                    <a:pt x="3503" y="638859"/>
                    <a:pt x="3031" y="616926"/>
                  </a:cubicBezTo>
                  <a:cubicBezTo>
                    <a:pt x="2567" y="595339"/>
                    <a:pt x="1086" y="574191"/>
                    <a:pt x="200" y="552821"/>
                  </a:cubicBezTo>
                  <a:cubicBezTo>
                    <a:pt x="-695" y="531218"/>
                    <a:pt x="-363" y="509992"/>
                    <a:pt x="486" y="488582"/>
                  </a:cubicBezTo>
                  <a:cubicBezTo>
                    <a:pt x="1346" y="466929"/>
                    <a:pt x="2770" y="445697"/>
                    <a:pt x="4456" y="424286"/>
                  </a:cubicBezTo>
                  <a:cubicBezTo>
                    <a:pt x="6153" y="402734"/>
                    <a:pt x="7698" y="381561"/>
                    <a:pt x="8967" y="360175"/>
                  </a:cubicBezTo>
                  <a:cubicBezTo>
                    <a:pt x="10248" y="338578"/>
                    <a:pt x="10342" y="317361"/>
                    <a:pt x="9507" y="295957"/>
                  </a:cubicBezTo>
                  <a:cubicBezTo>
                    <a:pt x="8655" y="274124"/>
                    <a:pt x="6395" y="252800"/>
                    <a:pt x="3427" y="231351"/>
                  </a:cubicBezTo>
                  <a:cubicBezTo>
                    <a:pt x="441" y="209776"/>
                    <a:pt x="-2752" y="188628"/>
                    <a:pt x="-5764" y="167250"/>
                  </a:cubicBezTo>
                  <a:cubicBezTo>
                    <a:pt x="-8777" y="145873"/>
                    <a:pt x="-10346" y="124781"/>
                    <a:pt x="-10727" y="103429"/>
                  </a:cubicBezTo>
                  <a:cubicBezTo>
                    <a:pt x="-11240" y="74672"/>
                    <a:pt x="-14853" y="43723"/>
                    <a:pt x="983" y="19714"/>
                  </a:cubicBezTo>
                  <a:cubicBezTo>
                    <a:pt x="5935" y="12207"/>
                    <a:pt x="12803" y="7161"/>
                    <a:pt x="21639" y="4533"/>
                  </a:cubicBezTo>
                  <a:cubicBezTo>
                    <a:pt x="42386" y="-1635"/>
                    <a:pt x="63961" y="1016"/>
                    <a:pt x="85625" y="2623"/>
                  </a:cubicBezTo>
                  <a:cubicBezTo>
                    <a:pt x="107164" y="4220"/>
                    <a:pt x="128390" y="3743"/>
                    <a:pt x="149806" y="3255"/>
                  </a:cubicBezTo>
                  <a:cubicBezTo>
                    <a:pt x="171393" y="2762"/>
                    <a:pt x="192600" y="2579"/>
                    <a:pt x="214001" y="2449"/>
                  </a:cubicBezTo>
                  <a:cubicBezTo>
                    <a:pt x="235607" y="2317"/>
                    <a:pt x="256822" y="1957"/>
                    <a:pt x="278226" y="1343"/>
                  </a:cubicBezTo>
                  <a:cubicBezTo>
                    <a:pt x="299839" y="722"/>
                    <a:pt x="321054" y="-217"/>
                    <a:pt x="342458" y="-1288"/>
                  </a:cubicBezTo>
                  <a:cubicBezTo>
                    <a:pt x="364024" y="-2367"/>
                    <a:pt x="385212" y="-3157"/>
                    <a:pt x="406603" y="-3597"/>
                  </a:cubicBezTo>
                  <a:cubicBezTo>
                    <a:pt x="428222" y="-4042"/>
                    <a:pt x="449447" y="-3685"/>
                    <a:pt x="470855" y="-2821"/>
                  </a:cubicBezTo>
                  <a:cubicBezTo>
                    <a:pt x="492452" y="-1950"/>
                    <a:pt x="513650" y="-808"/>
                    <a:pt x="535046" y="254"/>
                  </a:cubicBezTo>
                  <a:cubicBezTo>
                    <a:pt x="556613" y="1325"/>
                    <a:pt x="577808" y="1998"/>
                    <a:pt x="599204" y="2413"/>
                  </a:cubicBezTo>
                  <a:cubicBezTo>
                    <a:pt x="620804" y="2832"/>
                    <a:pt x="642017" y="2694"/>
                    <a:pt x="663420" y="2197"/>
                  </a:cubicBezTo>
                  <a:cubicBezTo>
                    <a:pt x="685065" y="1695"/>
                    <a:pt x="706298" y="622"/>
                    <a:pt x="727710" y="-780"/>
                  </a:cubicBezTo>
                  <a:cubicBezTo>
                    <a:pt x="749273" y="-2191"/>
                    <a:pt x="770451" y="-3526"/>
                    <a:pt x="791839" y="-4589"/>
                  </a:cubicBezTo>
                  <a:cubicBezTo>
                    <a:pt x="813408" y="-5660"/>
                    <a:pt x="834607" y="-5998"/>
                    <a:pt x="856005" y="-5874"/>
                  </a:cubicBezTo>
                  <a:cubicBezTo>
                    <a:pt x="877689" y="-5748"/>
                    <a:pt x="898948" y="-4698"/>
                    <a:pt x="920369" y="-3049"/>
                  </a:cubicBezTo>
                  <a:cubicBezTo>
                    <a:pt x="941992" y="-1385"/>
                    <a:pt x="963191" y="670"/>
                    <a:pt x="984589" y="2727"/>
                  </a:cubicBezTo>
                  <a:cubicBezTo>
                    <a:pt x="1006082" y="4793"/>
                    <a:pt x="1027231" y="6128"/>
                    <a:pt x="1048608" y="6830"/>
                  </a:cubicBezTo>
                  <a:cubicBezTo>
                    <a:pt x="1070225" y="7541"/>
                    <a:pt x="1091454" y="7167"/>
                    <a:pt x="1112864" y="6229"/>
                  </a:cubicBezTo>
                  <a:cubicBezTo>
                    <a:pt x="1134508" y="5282"/>
                    <a:pt x="1155731" y="3790"/>
                    <a:pt x="1177139" y="2116"/>
                  </a:cubicBezTo>
                  <a:cubicBezTo>
                    <a:pt x="1198672" y="433"/>
                    <a:pt x="1219836" y="-868"/>
                    <a:pt x="1241219" y="-1727"/>
                  </a:cubicBezTo>
                  <a:cubicBezTo>
                    <a:pt x="1262795" y="-2594"/>
                    <a:pt x="1284000" y="-2831"/>
                    <a:pt x="1305400" y="-2836"/>
                  </a:cubicBezTo>
                  <a:cubicBezTo>
                    <a:pt x="1326995" y="-2836"/>
                    <a:pt x="1348203" y="-2643"/>
                    <a:pt x="1369603" y="-2391"/>
                  </a:cubicBezTo>
                  <a:cubicBezTo>
                    <a:pt x="1391195" y="-2137"/>
                    <a:pt x="1412401" y="-1914"/>
                    <a:pt x="1433801" y="-1747"/>
                  </a:cubicBezTo>
                  <a:cubicBezTo>
                    <a:pt x="1455395" y="-1579"/>
                    <a:pt x="1476603" y="-1404"/>
                    <a:pt x="1498004" y="-1164"/>
                  </a:cubicBezTo>
                  <a:cubicBezTo>
                    <a:pt x="1519639" y="-921"/>
                    <a:pt x="1540871" y="-218"/>
                    <a:pt x="1562282" y="908"/>
                  </a:cubicBezTo>
                  <a:cubicBezTo>
                    <a:pt x="1583910" y="2046"/>
                    <a:pt x="1605125" y="3586"/>
                    <a:pt x="1626529" y="5232"/>
                  </a:cubicBezTo>
                  <a:cubicBezTo>
                    <a:pt x="1648060" y="6887"/>
                    <a:pt x="1669226" y="8056"/>
                    <a:pt x="1690609" y="8734"/>
                  </a:cubicBezTo>
                  <a:cubicBezTo>
                    <a:pt x="1712206" y="9419"/>
                    <a:pt x="1733422" y="9261"/>
                    <a:pt x="1754827" y="8680"/>
                  </a:cubicBezTo>
                  <a:cubicBezTo>
                    <a:pt x="1776476" y="8091"/>
                    <a:pt x="1797710" y="6917"/>
                    <a:pt x="1819122" y="5424"/>
                  </a:cubicBezTo>
                  <a:cubicBezTo>
                    <a:pt x="1840684" y="3920"/>
                    <a:pt x="1861860" y="2499"/>
                    <a:pt x="1883248" y="1340"/>
                  </a:cubicBezTo>
                  <a:cubicBezTo>
                    <a:pt x="1904820" y="171"/>
                    <a:pt x="1926023" y="-633"/>
                    <a:pt x="1947423" y="-1354"/>
                  </a:cubicBezTo>
                  <a:cubicBezTo>
                    <a:pt x="1969080" y="-2084"/>
                    <a:pt x="1990325" y="-3178"/>
                    <a:pt x="2011742" y="-4714"/>
                  </a:cubicBezTo>
                  <a:cubicBezTo>
                    <a:pt x="2033330" y="-6262"/>
                    <a:pt x="2054514" y="-7993"/>
                    <a:pt x="2075904" y="-9589"/>
                  </a:cubicBezTo>
                  <a:cubicBezTo>
                    <a:pt x="2099864" y="-11376"/>
                    <a:pt x="2117520" y="-3286"/>
                    <a:pt x="2129413" y="14783"/>
                  </a:cubicBezTo>
                  <a:cubicBezTo>
                    <a:pt x="2141295" y="32838"/>
                    <a:pt x="2145270" y="53545"/>
                    <a:pt x="2146064" y="74919"/>
                  </a:cubicBezTo>
                  <a:cubicBezTo>
                    <a:pt x="2146866" y="96518"/>
                    <a:pt x="2145651" y="117735"/>
                    <a:pt x="2144506" y="139143"/>
                  </a:cubicBezTo>
                  <a:cubicBezTo>
                    <a:pt x="2143776" y="152795"/>
                    <a:pt x="2146414" y="163783"/>
                    <a:pt x="2152406" y="172193"/>
                  </a:cubicBezTo>
                  <a:cubicBezTo>
                    <a:pt x="2165110" y="190024"/>
                    <a:pt x="2187813" y="193524"/>
                    <a:pt x="2210401" y="196511"/>
                  </a:cubicBezTo>
                  <a:cubicBezTo>
                    <a:pt x="2231947" y="199360"/>
                    <a:pt x="2252871" y="203595"/>
                    <a:pt x="2273953" y="208058"/>
                  </a:cubicBezTo>
                  <a:cubicBezTo>
                    <a:pt x="2295101" y="212535"/>
                    <a:pt x="2315961" y="216428"/>
                    <a:pt x="2337105" y="219835"/>
                  </a:cubicBezTo>
                  <a:cubicBezTo>
                    <a:pt x="2365500" y="224410"/>
                    <a:pt x="2364417" y="218367"/>
                    <a:pt x="2337165" y="227561"/>
                  </a:cubicBezTo>
                  <a:close/>
                </a:path>
              </a:pathLst>
            </a:custGeom>
            <a:solidFill>
              <a:srgbClr val="F9EACE"/>
            </a:solidFill>
            <a:ln w="10700" cap="flat">
              <a:solidFill>
                <a:srgbClr val="C00000"/>
              </a:solidFill>
              <a:round/>
            </a:ln>
          </p:spPr>
          <p:txBody>
            <a:bodyPr anchor="ctr" lIns="0" wrap="square" rtlCol="0" rIns="0" tIns="0" bIns="11000"/>
            <a:lstStyle/>
            <a:p>
              <a:pPr algn="ctr">
                <a:lnSpc>
                  <a:spcPct val="100000"/>
                </a:lnSpc>
              </a:pPr>
              <a:r>
                <a:rPr sz="1712">
                  <a:solidFill>
                    <a:srgbClr val="0070C0"/>
                  </a:solidFill>
                  <a:latin typeface="標楷體"/>
                </a:rPr>
                <a:t>總分量化後即可依需求建立推薦機制</a:t>
              </a:r>
            </a:p>
          </p:txBody>
        </p:sp>
        <p:sp>
          <p:nvSpPr>
            <p:cNvPr id="302" name="MainTopic"/>
            <p:cNvSpPr/>
            <p:nvPr/>
          </p:nvSpPr>
          <p:spPr>
            <a:xfrm>
              <a:off x="2996261" y="1303330"/>
              <a:ext cy="463667" cx="3167628"/>
            </a:xfrm>
            <a:custGeom>
              <a:avLst/>
              <a:gdLst>
                <a:gd fmla="*/ 158574 w 3167628" name="rtl"/>
                <a:gd fmla="*/ 105930 h 463667" name="rtt"/>
                <a:gd fmla="*/ 2929874 w 3167628" name="rtr"/>
                <a:gd fmla="*/ 376997 h 463667" name="rtb"/>
              </a:gdLst>
              <a:ahLst/>
              <a:cxnLst/>
              <a:rect r="rtr" b="rtb" l="rtl" t="rtt"/>
              <a:pathLst>
                <a:path w="3167628" h="463667">
                  <a:moveTo>
                    <a:pt x="231833" y="0"/>
                  </a:moveTo>
                  <a:lnTo>
                    <a:pt x="296033" y="3808"/>
                  </a:lnTo>
                  <a:lnTo>
                    <a:pt x="360233" y="3374"/>
                  </a:lnTo>
                  <a:lnTo>
                    <a:pt x="424433" y="2573"/>
                  </a:lnTo>
                  <a:lnTo>
                    <a:pt x="488633" y="2204"/>
                  </a:lnTo>
                  <a:lnTo>
                    <a:pt x="552833" y="-132"/>
                  </a:lnTo>
                  <a:lnTo>
                    <a:pt x="617033" y="-3517"/>
                  </a:lnTo>
                  <a:lnTo>
                    <a:pt x="681233" y="-4118"/>
                  </a:lnTo>
                  <a:lnTo>
                    <a:pt x="745433" y="-653"/>
                  </a:lnTo>
                  <a:lnTo>
                    <a:pt x="809633" y="2233"/>
                  </a:lnTo>
                  <a:lnTo>
                    <a:pt x="873833" y="3003"/>
                  </a:lnTo>
                  <a:lnTo>
                    <a:pt x="938033" y="887"/>
                  </a:lnTo>
                  <a:lnTo>
                    <a:pt x="1002233" y="-3843"/>
                  </a:lnTo>
                  <a:lnTo>
                    <a:pt x="1066433" y="-6401"/>
                  </a:lnTo>
                  <a:lnTo>
                    <a:pt x="1130633" y="-5211"/>
                  </a:lnTo>
                  <a:lnTo>
                    <a:pt x="1194833" y="748"/>
                  </a:lnTo>
                  <a:lnTo>
                    <a:pt x="1259033" y="6742"/>
                  </a:lnTo>
                  <a:lnTo>
                    <a:pt x="1323233" y="7616"/>
                  </a:lnTo>
                  <a:lnTo>
                    <a:pt x="1387433" y="3890"/>
                  </a:lnTo>
                  <a:lnTo>
                    <a:pt x="1451633" y="-1324"/>
                  </a:lnTo>
                  <a:lnTo>
                    <a:pt x="1515833" y="-2989"/>
                  </a:lnTo>
                  <a:lnTo>
                    <a:pt x="1580033" y="-2674"/>
                  </a:lnTo>
                  <a:lnTo>
                    <a:pt x="1644233" y="-1851"/>
                  </a:lnTo>
                  <a:lnTo>
                    <a:pt x="1708433" y="-1476"/>
                  </a:lnTo>
                  <a:lnTo>
                    <a:pt x="1772633" y="-613"/>
                  </a:lnTo>
                  <a:lnTo>
                    <a:pt x="1836833" y="3550"/>
                  </a:lnTo>
                  <a:lnTo>
                    <a:pt x="1901033" y="8550"/>
                  </a:lnTo>
                  <a:lnTo>
                    <a:pt x="1965233" y="9595"/>
                  </a:lnTo>
                  <a:lnTo>
                    <a:pt x="2029433" y="7167"/>
                  </a:lnTo>
                  <a:lnTo>
                    <a:pt x="2093633" y="2194"/>
                  </a:lnTo>
                  <a:lnTo>
                    <a:pt x="2157833" y="-674"/>
                  </a:lnTo>
                  <a:lnTo>
                    <a:pt x="2222033" y="-2744"/>
                  </a:lnTo>
                  <a:lnTo>
                    <a:pt x="2286233" y="-8197"/>
                  </a:lnTo>
                  <a:lnTo>
                    <a:pt x="2350433" y="-12573"/>
                  </a:lnTo>
                  <a:lnTo>
                    <a:pt x="2414633" y="-12155"/>
                  </a:lnTo>
                  <a:lnTo>
                    <a:pt x="2478833" y="-9797"/>
                  </a:lnTo>
                  <a:lnTo>
                    <a:pt x="2543033" y="-7210"/>
                  </a:lnTo>
                  <a:lnTo>
                    <a:pt x="2607233" y="-6178"/>
                  </a:lnTo>
                  <a:lnTo>
                    <a:pt x="2671433" y="-376"/>
                  </a:lnTo>
                  <a:lnTo>
                    <a:pt x="2735633" y="6935"/>
                  </a:lnTo>
                  <a:lnTo>
                    <a:pt x="2799833" y="10082"/>
                  </a:lnTo>
                  <a:lnTo>
                    <a:pt x="2864033" y="9749"/>
                  </a:lnTo>
                  <a:lnTo>
                    <a:pt x="2935795" y="8262"/>
                  </a:lnTo>
                  <a:lnTo>
                    <a:pt x="2997575" y="14454"/>
                  </a:lnTo>
                  <a:lnTo>
                    <a:pt x="3054755" y="39415"/>
                  </a:lnTo>
                  <a:lnTo>
                    <a:pt x="3103450" y="78708"/>
                  </a:lnTo>
                  <a:lnTo>
                    <a:pt x="3141782" y="128944"/>
                  </a:lnTo>
                  <a:lnTo>
                    <a:pt x="3163435" y="188904"/>
                  </a:lnTo>
                  <a:lnTo>
                    <a:pt x="3168464" y="253369"/>
                  </a:lnTo>
                  <a:lnTo>
                    <a:pt x="3158045" y="317826"/>
                  </a:lnTo>
                  <a:lnTo>
                    <a:pt x="3127940" y="376716"/>
                  </a:lnTo>
                  <a:lnTo>
                    <a:pt x="3080780" y="423401"/>
                  </a:lnTo>
                  <a:lnTo>
                    <a:pt x="3022551" y="454868"/>
                  </a:lnTo>
                  <a:lnTo>
                    <a:pt x="2958241" y="469759"/>
                  </a:lnTo>
                  <a:lnTo>
                    <a:pt x="2892995" y="469653"/>
                  </a:lnTo>
                  <a:lnTo>
                    <a:pt x="2828795" y="464997"/>
                  </a:lnTo>
                  <a:lnTo>
                    <a:pt x="2764595" y="461772"/>
                  </a:lnTo>
                  <a:lnTo>
                    <a:pt x="2700395" y="461364"/>
                  </a:lnTo>
                  <a:lnTo>
                    <a:pt x="2636195" y="466555"/>
                  </a:lnTo>
                  <a:lnTo>
                    <a:pt x="2571995" y="472681"/>
                  </a:lnTo>
                  <a:lnTo>
                    <a:pt x="2507795" y="474571"/>
                  </a:lnTo>
                  <a:lnTo>
                    <a:pt x="2443595" y="472925"/>
                  </a:lnTo>
                  <a:lnTo>
                    <a:pt x="2379395" y="469817"/>
                  </a:lnTo>
                  <a:lnTo>
                    <a:pt x="2315195" y="468577"/>
                  </a:lnTo>
                  <a:lnTo>
                    <a:pt x="2250995" y="468977"/>
                  </a:lnTo>
                  <a:lnTo>
                    <a:pt x="2186795" y="470828"/>
                  </a:lnTo>
                  <a:lnTo>
                    <a:pt x="2122595" y="473075"/>
                  </a:lnTo>
                  <a:lnTo>
                    <a:pt x="2058395" y="473435"/>
                  </a:lnTo>
                  <a:lnTo>
                    <a:pt x="1994195" y="470682"/>
                  </a:lnTo>
                  <a:lnTo>
                    <a:pt x="1929995" y="468473"/>
                  </a:lnTo>
                  <a:lnTo>
                    <a:pt x="1865795" y="467497"/>
                  </a:lnTo>
                  <a:lnTo>
                    <a:pt x="1801595" y="465566"/>
                  </a:lnTo>
                  <a:lnTo>
                    <a:pt x="1737395" y="461978"/>
                  </a:lnTo>
                  <a:lnTo>
                    <a:pt x="1673195" y="460900"/>
                  </a:lnTo>
                  <a:lnTo>
                    <a:pt x="1608995" y="460496"/>
                  </a:lnTo>
                  <a:lnTo>
                    <a:pt x="1544795" y="458244"/>
                  </a:lnTo>
                  <a:lnTo>
                    <a:pt x="1480595" y="455316"/>
                  </a:lnTo>
                  <a:lnTo>
                    <a:pt x="1416395" y="454530"/>
                  </a:lnTo>
                  <a:lnTo>
                    <a:pt x="1352195" y="456015"/>
                  </a:lnTo>
                  <a:lnTo>
                    <a:pt x="1287995" y="457553"/>
                  </a:lnTo>
                  <a:lnTo>
                    <a:pt x="1223795" y="458455"/>
                  </a:lnTo>
                  <a:lnTo>
                    <a:pt x="1159595" y="457187"/>
                  </a:lnTo>
                  <a:lnTo>
                    <a:pt x="1095395" y="454033"/>
                  </a:lnTo>
                  <a:lnTo>
                    <a:pt x="1031195" y="450963"/>
                  </a:lnTo>
                  <a:lnTo>
                    <a:pt x="966995" y="452012"/>
                  </a:lnTo>
                  <a:lnTo>
                    <a:pt x="902795" y="457903"/>
                  </a:lnTo>
                  <a:lnTo>
                    <a:pt x="838595" y="463474"/>
                  </a:lnTo>
                  <a:lnTo>
                    <a:pt x="774395" y="464401"/>
                  </a:lnTo>
                  <a:lnTo>
                    <a:pt x="710195" y="461087"/>
                  </a:lnTo>
                  <a:lnTo>
                    <a:pt x="645995" y="455661"/>
                  </a:lnTo>
                  <a:lnTo>
                    <a:pt x="581795" y="452471"/>
                  </a:lnTo>
                  <a:lnTo>
                    <a:pt x="517595" y="456691"/>
                  </a:lnTo>
                  <a:lnTo>
                    <a:pt x="453395" y="466643"/>
                  </a:lnTo>
                  <a:lnTo>
                    <a:pt x="389195" y="475142"/>
                  </a:lnTo>
                  <a:lnTo>
                    <a:pt x="324995" y="474013"/>
                  </a:lnTo>
                  <a:lnTo>
                    <a:pt x="260795" y="466561"/>
                  </a:lnTo>
                  <a:lnTo>
                    <a:pt x="189963" y="456041"/>
                  </a:lnTo>
                  <a:lnTo>
                    <a:pt x="131075" y="434470"/>
                  </a:lnTo>
                  <a:lnTo>
                    <a:pt x="79853" y="398835"/>
                  </a:lnTo>
                  <a:lnTo>
                    <a:pt x="39236" y="351383"/>
                  </a:lnTo>
                  <a:lnTo>
                    <a:pt x="13038" y="294439"/>
                  </a:lnTo>
                  <a:lnTo>
                    <a:pt x="3990" y="231833"/>
                  </a:lnTo>
                  <a:lnTo>
                    <a:pt x="11814" y="169305"/>
                  </a:lnTo>
                  <a:lnTo>
                    <a:pt x="36542" y="111093"/>
                  </a:lnTo>
                  <a:lnTo>
                    <a:pt x="76698" y="61979"/>
                  </a:lnTo>
                  <a:lnTo>
                    <a:pt x="128063" y="24086"/>
                  </a:lnTo>
                  <a:lnTo>
                    <a:pt x="188246" y="684"/>
                  </a:lnTo>
                  <a:lnTo>
                    <a:pt x="231833" y="0"/>
                  </a:lnTo>
                  <a:close/>
                </a:path>
              </a:pathLst>
            </a:custGeom>
            <a:solidFill>
              <a:srgbClr val="58D7CB"/>
            </a:solidFill>
            <a:ln w="32100" cap="flat">
              <a:solidFill>
                <a:srgbClr val="58D7CB"/>
              </a:solidFill>
              <a:round/>
            </a:ln>
          </p:spPr>
          <p:txBody>
            <a:bodyPr anchor="ctr" lIns="0" wrap="none" rtlCol="0" rIns="0" tIns="0" bIns="11000"/>
            <a:lstStyle/>
            <a:p>
              <a:pPr algn="ctr">
                <a:lnSpc>
                  <a:spcPct val="100000"/>
                </a:lnSpc>
              </a:pPr>
              <a:r>
                <a:rPr b="1" sz="1712">
                  <a:solidFill>
                    <a:srgbClr val="FFFFFF"/>
                  </a:solidFill>
                  <a:latin typeface="標楷體"/>
                </a:rPr>
                <a:t>7.文本篩選推薦概念示意</a:t>
              </a:r>
            </a:p>
          </p:txBody>
        </p:sp>
        <p:grpSp>
          <p:nvGrpSpPr>
            <p:cNvPr id="464" name="Group 464"/>
            <p:cNvGrpSpPr/>
            <p:nvPr/>
          </p:nvGrpSpPr>
          <p:grpSpPr>
            <a:xfrm>
              <a:off x="7019917" y="2152197"/>
              <a:ext cy="2571567" cx="1476400"/>
              <a:chOff x="7019917" y="2152197"/>
              <a:chExt cy="2571567" cx="1476400"/>
            </a:xfrm>
          </p:grpSpPr>
          <p:sp>
            <p:nvSpPr>
              <p:cNvPr id="308" name="SubTopic"/>
              <p:cNvSpPr/>
              <p:nvPr/>
            </p:nvSpPr>
            <p:spPr>
              <a:xfrm>
                <a:off x="7019917" y="2152197"/>
                <a:ext cy="2571567" cx="1476400"/>
              </a:xfrm>
              <a:custGeom>
                <a:avLst/>
                <a:gdLst/>
                <a:ahLst/>
                <a:cxnLst/>
                <a:pathLst>
                  <a:path w="1476400" stroke="false" h="2571567">
                    <a:moveTo>
                      <a:pt x="0" y="0"/>
                    </a:moveTo>
                    <a:lnTo>
                      <a:pt x="64200" y="3808"/>
                    </a:lnTo>
                    <a:lnTo>
                      <a:pt x="128400" y="3374"/>
                    </a:lnTo>
                    <a:lnTo>
                      <a:pt x="192600" y="2573"/>
                    </a:lnTo>
                    <a:lnTo>
                      <a:pt x="256800" y="2204"/>
                    </a:lnTo>
                    <a:lnTo>
                      <a:pt x="321000" y="-132"/>
                    </a:lnTo>
                    <a:lnTo>
                      <a:pt x="385200" y="-3517"/>
                    </a:lnTo>
                    <a:lnTo>
                      <a:pt x="449400" y="-4118"/>
                    </a:lnTo>
                    <a:lnTo>
                      <a:pt x="513600" y="-653"/>
                    </a:lnTo>
                    <a:lnTo>
                      <a:pt x="577800" y="2233"/>
                    </a:lnTo>
                    <a:lnTo>
                      <a:pt x="642000" y="3003"/>
                    </a:lnTo>
                    <a:lnTo>
                      <a:pt x="706200" y="887"/>
                    </a:lnTo>
                    <a:lnTo>
                      <a:pt x="770400" y="-3843"/>
                    </a:lnTo>
                    <a:lnTo>
                      <a:pt x="834600" y="-6401"/>
                    </a:lnTo>
                    <a:lnTo>
                      <a:pt x="898800" y="-5211"/>
                    </a:lnTo>
                    <a:lnTo>
                      <a:pt x="963000" y="748"/>
                    </a:lnTo>
                    <a:lnTo>
                      <a:pt x="1027200" y="6742"/>
                    </a:lnTo>
                    <a:lnTo>
                      <a:pt x="1091400" y="7616"/>
                    </a:lnTo>
                    <a:lnTo>
                      <a:pt x="1155600" y="3890"/>
                    </a:lnTo>
                    <a:lnTo>
                      <a:pt x="1219800" y="-1324"/>
                    </a:lnTo>
                    <a:lnTo>
                      <a:pt x="1284000" y="-2989"/>
                    </a:lnTo>
                    <a:lnTo>
                      <a:pt x="1348200" y="-2674"/>
                    </a:lnTo>
                    <a:lnTo>
                      <a:pt x="1412400" y="-1851"/>
                    </a:lnTo>
                    <a:lnTo>
                      <a:pt x="1477876" y="10700"/>
                    </a:lnTo>
                    <a:lnTo>
                      <a:pt x="1477014" y="74900"/>
                    </a:lnTo>
                    <a:lnTo>
                      <a:pt x="1472850" y="139100"/>
                    </a:lnTo>
                    <a:lnTo>
                      <a:pt x="1467850" y="203300"/>
                    </a:lnTo>
                    <a:lnTo>
                      <a:pt x="1466805" y="267500"/>
                    </a:lnTo>
                    <a:lnTo>
                      <a:pt x="1469233" y="331700"/>
                    </a:lnTo>
                    <a:lnTo>
                      <a:pt x="1474207" y="395900"/>
                    </a:lnTo>
                    <a:lnTo>
                      <a:pt x="1477075" y="460100"/>
                    </a:lnTo>
                    <a:lnTo>
                      <a:pt x="1479145" y="524300"/>
                    </a:lnTo>
                    <a:lnTo>
                      <a:pt x="1484598" y="588500"/>
                    </a:lnTo>
                    <a:lnTo>
                      <a:pt x="1488973" y="652700"/>
                    </a:lnTo>
                    <a:lnTo>
                      <a:pt x="1488555" y="716900"/>
                    </a:lnTo>
                    <a:lnTo>
                      <a:pt x="1486198" y="781100"/>
                    </a:lnTo>
                    <a:lnTo>
                      <a:pt x="1483611" y="845300"/>
                    </a:lnTo>
                    <a:lnTo>
                      <a:pt x="1482578" y="909500"/>
                    </a:lnTo>
                    <a:lnTo>
                      <a:pt x="1476776" y="973700"/>
                    </a:lnTo>
                    <a:lnTo>
                      <a:pt x="1469466" y="1037900"/>
                    </a:lnTo>
                    <a:lnTo>
                      <a:pt x="1466319" y="1102100"/>
                    </a:lnTo>
                    <a:lnTo>
                      <a:pt x="1466652" y="1166300"/>
                    </a:lnTo>
                    <a:lnTo>
                      <a:pt x="1468139" y="1230500"/>
                    </a:lnTo>
                    <a:lnTo>
                      <a:pt x="1470495" y="1294700"/>
                    </a:lnTo>
                    <a:lnTo>
                      <a:pt x="1470756" y="1358900"/>
                    </a:lnTo>
                    <a:lnTo>
                      <a:pt x="1471623" y="1423100"/>
                    </a:lnTo>
                    <a:lnTo>
                      <a:pt x="1474770" y="1487300"/>
                    </a:lnTo>
                    <a:lnTo>
                      <a:pt x="1476178" y="1551500"/>
                    </a:lnTo>
                    <a:lnTo>
                      <a:pt x="1478215" y="1615700"/>
                    </a:lnTo>
                    <a:lnTo>
                      <a:pt x="1482810" y="1679900"/>
                    </a:lnTo>
                    <a:lnTo>
                      <a:pt x="1485199" y="1744100"/>
                    </a:lnTo>
                    <a:lnTo>
                      <a:pt x="1484801" y="1808300"/>
                    </a:lnTo>
                    <a:lnTo>
                      <a:pt x="1483818" y="1872500"/>
                    </a:lnTo>
                    <a:lnTo>
                      <a:pt x="1483533" y="1936700"/>
                    </a:lnTo>
                    <a:lnTo>
                      <a:pt x="1482387" y="2000900"/>
                    </a:lnTo>
                    <a:lnTo>
                      <a:pt x="1477731" y="2065100"/>
                    </a:lnTo>
                    <a:lnTo>
                      <a:pt x="1474506" y="2129300"/>
                    </a:lnTo>
                    <a:lnTo>
                      <a:pt x="1474098" y="2193500"/>
                    </a:lnTo>
                    <a:lnTo>
                      <a:pt x="1479289" y="2257700"/>
                    </a:lnTo>
                    <a:lnTo>
                      <a:pt x="1485415" y="2321900"/>
                    </a:lnTo>
                    <a:lnTo>
                      <a:pt x="1487304" y="2386100"/>
                    </a:lnTo>
                    <a:lnTo>
                      <a:pt x="1485658" y="2450300"/>
                    </a:lnTo>
                    <a:lnTo>
                      <a:pt x="1482551" y="2514500"/>
                    </a:lnTo>
                    <a:lnTo>
                      <a:pt x="1465700" y="2576477"/>
                    </a:lnTo>
                    <a:lnTo>
                      <a:pt x="1401500" y="2576877"/>
                    </a:lnTo>
                    <a:lnTo>
                      <a:pt x="1337300" y="2578728"/>
                    </a:lnTo>
                    <a:lnTo>
                      <a:pt x="1273100" y="2580975"/>
                    </a:lnTo>
                    <a:lnTo>
                      <a:pt x="1208900" y="2581335"/>
                    </a:lnTo>
                    <a:lnTo>
                      <a:pt x="1144700" y="2578582"/>
                    </a:lnTo>
                    <a:lnTo>
                      <a:pt x="1080500" y="2576373"/>
                    </a:lnTo>
                    <a:lnTo>
                      <a:pt x="1016300" y="2575397"/>
                    </a:lnTo>
                    <a:lnTo>
                      <a:pt x="952100" y="2573466"/>
                    </a:lnTo>
                    <a:lnTo>
                      <a:pt x="887900" y="2569878"/>
                    </a:lnTo>
                    <a:lnTo>
                      <a:pt x="823700" y="2568800"/>
                    </a:lnTo>
                    <a:lnTo>
                      <a:pt x="759500" y="2568396"/>
                    </a:lnTo>
                    <a:lnTo>
                      <a:pt x="695300" y="2566144"/>
                    </a:lnTo>
                    <a:lnTo>
                      <a:pt x="631100" y="2563216"/>
                    </a:lnTo>
                    <a:lnTo>
                      <a:pt x="566900" y="2562430"/>
                    </a:lnTo>
                    <a:lnTo>
                      <a:pt x="502700" y="2563915"/>
                    </a:lnTo>
                    <a:lnTo>
                      <a:pt x="438500" y="2565453"/>
                    </a:lnTo>
                    <a:lnTo>
                      <a:pt x="374300" y="2566355"/>
                    </a:lnTo>
                    <a:lnTo>
                      <a:pt x="310100" y="2565087"/>
                    </a:lnTo>
                    <a:lnTo>
                      <a:pt x="245900" y="2561933"/>
                    </a:lnTo>
                    <a:lnTo>
                      <a:pt x="181700" y="2558863"/>
                    </a:lnTo>
                    <a:lnTo>
                      <a:pt x="117500" y="2559912"/>
                    </a:lnTo>
                    <a:lnTo>
                      <a:pt x="53300" y="2565803"/>
                    </a:lnTo>
                    <a:lnTo>
                      <a:pt x="193" y="2550167"/>
                    </a:lnTo>
                    <a:lnTo>
                      <a:pt x="-734" y="2485967"/>
                    </a:lnTo>
                    <a:lnTo>
                      <a:pt x="2580" y="2421767"/>
                    </a:lnTo>
                    <a:lnTo>
                      <a:pt x="8006" y="2357567"/>
                    </a:lnTo>
                    <a:lnTo>
                      <a:pt x="11195" y="2293367"/>
                    </a:lnTo>
                    <a:lnTo>
                      <a:pt x="6975" y="2229167"/>
                    </a:lnTo>
                    <a:lnTo>
                      <a:pt x="-2977" y="2164967"/>
                    </a:lnTo>
                    <a:lnTo>
                      <a:pt x="-11475" y="2100767"/>
                    </a:lnTo>
                    <a:lnTo>
                      <a:pt x="-10347" y="2036567"/>
                    </a:lnTo>
                    <a:lnTo>
                      <a:pt x="-2895" y="1972367"/>
                    </a:lnTo>
                    <a:lnTo>
                      <a:pt x="3791" y="1908167"/>
                    </a:lnTo>
                    <a:lnTo>
                      <a:pt x="5581" y="1843967"/>
                    </a:lnTo>
                    <a:lnTo>
                      <a:pt x="6033" y="1779767"/>
                    </a:lnTo>
                    <a:lnTo>
                      <a:pt x="5182" y="1715567"/>
                    </a:lnTo>
                    <a:lnTo>
                      <a:pt x="4318" y="1651367"/>
                    </a:lnTo>
                    <a:lnTo>
                      <a:pt x="3990" y="1587167"/>
                    </a:lnTo>
                    <a:lnTo>
                      <a:pt x="3162" y="1522967"/>
                    </a:lnTo>
                    <a:lnTo>
                      <a:pt x="2265" y="1458767"/>
                    </a:lnTo>
                    <a:lnTo>
                      <a:pt x="1798" y="1394567"/>
                    </a:lnTo>
                    <a:lnTo>
                      <a:pt x="-337" y="1330367"/>
                    </a:lnTo>
                    <a:lnTo>
                      <a:pt x="-3347" y="1266167"/>
                    </a:lnTo>
                    <a:lnTo>
                      <a:pt x="-4095" y="1201967"/>
                    </a:lnTo>
                    <a:lnTo>
                      <a:pt x="-1814" y="1137767"/>
                    </a:lnTo>
                    <a:lnTo>
                      <a:pt x="2476" y="1073567"/>
                    </a:lnTo>
                    <a:lnTo>
                      <a:pt x="5231" y="1009367"/>
                    </a:lnTo>
                    <a:lnTo>
                      <a:pt x="2324" y="945167"/>
                    </a:lnTo>
                    <a:lnTo>
                      <a:pt x="-2002" y="880967"/>
                    </a:lnTo>
                    <a:lnTo>
                      <a:pt x="-3109" y="816767"/>
                    </a:lnTo>
                    <a:lnTo>
                      <a:pt x="-3689" y="752567"/>
                    </a:lnTo>
                    <a:lnTo>
                      <a:pt x="-6176" y="688367"/>
                    </a:lnTo>
                    <a:lnTo>
                      <a:pt x="-8712" y="624167"/>
                    </a:lnTo>
                    <a:lnTo>
                      <a:pt x="-9027" y="559967"/>
                    </a:lnTo>
                    <a:lnTo>
                      <a:pt x="-4483" y="495767"/>
                    </a:lnTo>
                    <a:lnTo>
                      <a:pt x="2938" y="431567"/>
                    </a:lnTo>
                    <a:lnTo>
                      <a:pt x="6725" y="367367"/>
                    </a:lnTo>
                    <a:lnTo>
                      <a:pt x="7239" y="303167"/>
                    </a:lnTo>
                    <a:lnTo>
                      <a:pt x="9939" y="238967"/>
                    </a:lnTo>
                    <a:lnTo>
                      <a:pt x="13146" y="174767"/>
                    </a:lnTo>
                    <a:lnTo>
                      <a:pt x="12220" y="110567"/>
                    </a:lnTo>
                    <a:lnTo>
                      <a:pt x="7764" y="46367"/>
                    </a:lnTo>
                    <a:lnTo>
                      <a:pt x="0" y="0"/>
                    </a:lnTo>
                    <a:close/>
                  </a:path>
                </a:pathLst>
              </a:custGeom>
              <a:solidFill>
                <a:srgbClr val="EAF8F6"/>
              </a:solidFill>
              <a:ln w="10700" cap="flat">
                <a:solidFill>
                  <a:srgbClr val="EAF8F6"/>
                </a:solidFill>
                <a:round/>
              </a:ln>
            </p:spPr>
          </p:sp>
          <p:pic>
            <p:nvPicPr>
              <p:cNvPr id="314" name="Image"/>
              <p:cNvPicPr>
                <a:picLocks noChangeAspect="1"/>
              </p:cNvPicPr>
              <p:nvPr/>
            </p:nvPicPr>
            <p:blipFill>
              <a:blip r:embed="rId3"/>
              <a:stretch>
                <a:fillRect/>
              </a:stretch>
            </p:blipFill>
            <p:spPr>
              <a:xfrm>
                <a:off x="7116217" y="2467133"/>
                <a:ext cy="2247000" cx="1312533"/>
              </a:xfrm>
              <a:prstGeom prst="rect">
                <a:avLst/>
              </a:prstGeom>
            </p:spPr>
          </p:pic>
          <p:sp>
            <p:nvSpPr>
              <p:cNvPr id="465" name="Text 465"/>
              <p:cNvSpPr txBox="1"/>
              <p:nvPr/>
            </p:nvSpPr>
            <p:spPr>
              <a:xfrm>
                <a:off x="7301683" y="2193927"/>
                <a:ext cy="206867" cx="898800"/>
              </a:xfrm>
              <a:prstGeom prst="rect">
                <a:avLst/>
              </a:prstGeom>
              <a:noFill/>
            </p:spPr>
            <p:txBody>
              <a:bodyPr anchor="ctr" lIns="0" wrap="none" rtlCol="0" rIns="0" tIns="0" bIns="11000"/>
              <a:lstStyle/>
              <a:p>
                <a:pPr algn="ctr">
                  <a:lnSpc>
                    <a:spcPct val="100000"/>
                  </a:lnSpc>
                </a:pPr>
                <a:r>
                  <a:rPr sz="1284">
                    <a:solidFill>
                      <a:srgbClr val="454545"/>
                    </a:solidFill>
                    <a:latin typeface="標楷體"/>
                  </a:rPr>
                  <a:t>類別評分表</a:t>
                </a:r>
              </a:p>
            </p:txBody>
          </p:sp>
        </p:grpSp>
        <p:grpSp>
          <p:nvGrpSpPr>
            <p:cNvPr id="466" name="Group 466"/>
            <p:cNvGrpSpPr/>
            <p:nvPr/>
          </p:nvGrpSpPr>
          <p:grpSpPr>
            <a:xfrm>
              <a:off x="1336619" y="2152197"/>
              <a:ext cy="2478833" cx="4526100"/>
              <a:chOff x="1336619" y="2152197"/>
              <a:chExt cy="2478833" cx="4526100"/>
            </a:xfrm>
          </p:grpSpPr>
          <p:sp>
            <p:nvSpPr>
              <p:cNvPr id="320" name="SubTopic"/>
              <p:cNvSpPr/>
              <p:nvPr/>
            </p:nvSpPr>
            <p:spPr>
              <a:xfrm>
                <a:off x="1336619" y="2152197"/>
                <a:ext cy="2478833" cx="4526100"/>
              </a:xfrm>
              <a:custGeom>
                <a:avLst/>
                <a:gdLst/>
                <a:ahLst/>
                <a:cxnLst/>
                <a:pathLst>
                  <a:path w="4526100" stroke="false" h="2478833">
                    <a:moveTo>
                      <a:pt x="0" y="0"/>
                    </a:moveTo>
                    <a:lnTo>
                      <a:pt x="64200" y="3808"/>
                    </a:lnTo>
                    <a:lnTo>
                      <a:pt x="128400" y="3374"/>
                    </a:lnTo>
                    <a:lnTo>
                      <a:pt x="192600" y="2573"/>
                    </a:lnTo>
                    <a:lnTo>
                      <a:pt x="256800" y="2204"/>
                    </a:lnTo>
                    <a:lnTo>
                      <a:pt x="321000" y="-132"/>
                    </a:lnTo>
                    <a:lnTo>
                      <a:pt x="385200" y="-3517"/>
                    </a:lnTo>
                    <a:lnTo>
                      <a:pt x="449400" y="-4118"/>
                    </a:lnTo>
                    <a:lnTo>
                      <a:pt x="513600" y="-653"/>
                    </a:lnTo>
                    <a:lnTo>
                      <a:pt x="577800" y="2233"/>
                    </a:lnTo>
                    <a:lnTo>
                      <a:pt x="642000" y="3003"/>
                    </a:lnTo>
                    <a:lnTo>
                      <a:pt x="706200" y="887"/>
                    </a:lnTo>
                    <a:lnTo>
                      <a:pt x="770400" y="-3843"/>
                    </a:lnTo>
                    <a:lnTo>
                      <a:pt x="834600" y="-6401"/>
                    </a:lnTo>
                    <a:lnTo>
                      <a:pt x="898800" y="-5211"/>
                    </a:lnTo>
                    <a:lnTo>
                      <a:pt x="963000" y="748"/>
                    </a:lnTo>
                    <a:lnTo>
                      <a:pt x="1027200" y="6742"/>
                    </a:lnTo>
                    <a:lnTo>
                      <a:pt x="1091400" y="7616"/>
                    </a:lnTo>
                    <a:lnTo>
                      <a:pt x="1155600" y="3890"/>
                    </a:lnTo>
                    <a:lnTo>
                      <a:pt x="1219800" y="-1324"/>
                    </a:lnTo>
                    <a:lnTo>
                      <a:pt x="1284000" y="-2989"/>
                    </a:lnTo>
                    <a:lnTo>
                      <a:pt x="1348200" y="-2674"/>
                    </a:lnTo>
                    <a:lnTo>
                      <a:pt x="1412400" y="-1851"/>
                    </a:lnTo>
                    <a:lnTo>
                      <a:pt x="1476600" y="-1476"/>
                    </a:lnTo>
                    <a:lnTo>
                      <a:pt x="1540800" y="-613"/>
                    </a:lnTo>
                    <a:lnTo>
                      <a:pt x="1605000" y="3550"/>
                    </a:lnTo>
                    <a:lnTo>
                      <a:pt x="1669200" y="8550"/>
                    </a:lnTo>
                    <a:lnTo>
                      <a:pt x="1733400" y="9595"/>
                    </a:lnTo>
                    <a:lnTo>
                      <a:pt x="1797600" y="7167"/>
                    </a:lnTo>
                    <a:lnTo>
                      <a:pt x="1861800" y="2194"/>
                    </a:lnTo>
                    <a:lnTo>
                      <a:pt x="1926000" y="-674"/>
                    </a:lnTo>
                    <a:lnTo>
                      <a:pt x="1990200" y="-2744"/>
                    </a:lnTo>
                    <a:lnTo>
                      <a:pt x="2054400" y="-8197"/>
                    </a:lnTo>
                    <a:lnTo>
                      <a:pt x="2118600" y="-12573"/>
                    </a:lnTo>
                    <a:lnTo>
                      <a:pt x="2182800" y="-12155"/>
                    </a:lnTo>
                    <a:lnTo>
                      <a:pt x="2247000" y="-9797"/>
                    </a:lnTo>
                    <a:lnTo>
                      <a:pt x="2311200" y="-7210"/>
                    </a:lnTo>
                    <a:lnTo>
                      <a:pt x="2375400" y="-6178"/>
                    </a:lnTo>
                    <a:lnTo>
                      <a:pt x="2439600" y="-376"/>
                    </a:lnTo>
                    <a:lnTo>
                      <a:pt x="2503800" y="6935"/>
                    </a:lnTo>
                    <a:lnTo>
                      <a:pt x="2568000" y="10082"/>
                    </a:lnTo>
                    <a:lnTo>
                      <a:pt x="2632200" y="9749"/>
                    </a:lnTo>
                    <a:lnTo>
                      <a:pt x="2696400" y="8262"/>
                    </a:lnTo>
                    <a:lnTo>
                      <a:pt x="2760600" y="5906"/>
                    </a:lnTo>
                    <a:lnTo>
                      <a:pt x="2824800" y="5645"/>
                    </a:lnTo>
                    <a:lnTo>
                      <a:pt x="2889000" y="4778"/>
                    </a:lnTo>
                    <a:lnTo>
                      <a:pt x="2953200" y="1631"/>
                    </a:lnTo>
                    <a:lnTo>
                      <a:pt x="3017400" y="223"/>
                    </a:lnTo>
                    <a:lnTo>
                      <a:pt x="3081600" y="-1815"/>
                    </a:lnTo>
                    <a:lnTo>
                      <a:pt x="3145800" y="-6409"/>
                    </a:lnTo>
                    <a:lnTo>
                      <a:pt x="3210000" y="-8798"/>
                    </a:lnTo>
                    <a:lnTo>
                      <a:pt x="3274200" y="-8400"/>
                    </a:lnTo>
                    <a:lnTo>
                      <a:pt x="3338400" y="-7418"/>
                    </a:lnTo>
                    <a:lnTo>
                      <a:pt x="3402600" y="-7133"/>
                    </a:lnTo>
                    <a:lnTo>
                      <a:pt x="3466800" y="-5986"/>
                    </a:lnTo>
                    <a:lnTo>
                      <a:pt x="3531000" y="-1331"/>
                    </a:lnTo>
                    <a:lnTo>
                      <a:pt x="3595200" y="1895"/>
                    </a:lnTo>
                    <a:lnTo>
                      <a:pt x="3659400" y="2302"/>
                    </a:lnTo>
                    <a:lnTo>
                      <a:pt x="3723600" y="-2888"/>
                    </a:lnTo>
                    <a:lnTo>
                      <a:pt x="3787800" y="-9015"/>
                    </a:lnTo>
                    <a:lnTo>
                      <a:pt x="3852000" y="-10904"/>
                    </a:lnTo>
                    <a:lnTo>
                      <a:pt x="3916200" y="-9258"/>
                    </a:lnTo>
                    <a:lnTo>
                      <a:pt x="3980400" y="-6150"/>
                    </a:lnTo>
                    <a:lnTo>
                      <a:pt x="4044600" y="-4910"/>
                    </a:lnTo>
                    <a:lnTo>
                      <a:pt x="4108800" y="-5310"/>
                    </a:lnTo>
                    <a:lnTo>
                      <a:pt x="4173000" y="-7161"/>
                    </a:lnTo>
                    <a:lnTo>
                      <a:pt x="4237200" y="-9409"/>
                    </a:lnTo>
                    <a:lnTo>
                      <a:pt x="4301400" y="-9768"/>
                    </a:lnTo>
                    <a:lnTo>
                      <a:pt x="4365600" y="-7015"/>
                    </a:lnTo>
                    <a:lnTo>
                      <a:pt x="4429800" y="-4806"/>
                    </a:lnTo>
                    <a:lnTo>
                      <a:pt x="4494000" y="-3831"/>
                    </a:lnTo>
                    <a:lnTo>
                      <a:pt x="4528000" y="32100"/>
                    </a:lnTo>
                    <a:lnTo>
                      <a:pt x="4524412" y="96300"/>
                    </a:lnTo>
                    <a:lnTo>
                      <a:pt x="4523334" y="160500"/>
                    </a:lnTo>
                    <a:lnTo>
                      <a:pt x="4522929" y="224700"/>
                    </a:lnTo>
                    <a:lnTo>
                      <a:pt x="4520678" y="288900"/>
                    </a:lnTo>
                    <a:lnTo>
                      <a:pt x="4517749" y="353100"/>
                    </a:lnTo>
                    <a:lnTo>
                      <a:pt x="4516963" y="417300"/>
                    </a:lnTo>
                    <a:lnTo>
                      <a:pt x="4518449" y="481500"/>
                    </a:lnTo>
                    <a:lnTo>
                      <a:pt x="4519987" y="545700"/>
                    </a:lnTo>
                    <a:lnTo>
                      <a:pt x="4520889" y="609900"/>
                    </a:lnTo>
                    <a:lnTo>
                      <a:pt x="4519621" y="674100"/>
                    </a:lnTo>
                    <a:lnTo>
                      <a:pt x="4516467" y="738300"/>
                    </a:lnTo>
                    <a:lnTo>
                      <a:pt x="4513396" y="802500"/>
                    </a:lnTo>
                    <a:lnTo>
                      <a:pt x="4514445" y="866700"/>
                    </a:lnTo>
                    <a:lnTo>
                      <a:pt x="4520336" y="930900"/>
                    </a:lnTo>
                    <a:lnTo>
                      <a:pt x="4525907" y="995100"/>
                    </a:lnTo>
                    <a:lnTo>
                      <a:pt x="4526834" y="1059300"/>
                    </a:lnTo>
                    <a:lnTo>
                      <a:pt x="4523520" y="1123500"/>
                    </a:lnTo>
                    <a:lnTo>
                      <a:pt x="4518094" y="1187700"/>
                    </a:lnTo>
                    <a:lnTo>
                      <a:pt x="4514905" y="1251900"/>
                    </a:lnTo>
                    <a:lnTo>
                      <a:pt x="4519125" y="1316100"/>
                    </a:lnTo>
                    <a:lnTo>
                      <a:pt x="4529077" y="1380300"/>
                    </a:lnTo>
                    <a:lnTo>
                      <a:pt x="4537575" y="1444500"/>
                    </a:lnTo>
                    <a:lnTo>
                      <a:pt x="4536447" y="1508700"/>
                    </a:lnTo>
                    <a:lnTo>
                      <a:pt x="4528995" y="1572900"/>
                    </a:lnTo>
                    <a:lnTo>
                      <a:pt x="4522309" y="1637100"/>
                    </a:lnTo>
                    <a:lnTo>
                      <a:pt x="4520519" y="1701300"/>
                    </a:lnTo>
                    <a:lnTo>
                      <a:pt x="4520067" y="1765500"/>
                    </a:lnTo>
                    <a:lnTo>
                      <a:pt x="4520918" y="1829700"/>
                    </a:lnTo>
                    <a:lnTo>
                      <a:pt x="4521782" y="1893900"/>
                    </a:lnTo>
                    <a:lnTo>
                      <a:pt x="4522110" y="1958100"/>
                    </a:lnTo>
                    <a:lnTo>
                      <a:pt x="4522938" y="2022300"/>
                    </a:lnTo>
                    <a:lnTo>
                      <a:pt x="4523835" y="2086500"/>
                    </a:lnTo>
                    <a:lnTo>
                      <a:pt x="4524302" y="2150700"/>
                    </a:lnTo>
                    <a:lnTo>
                      <a:pt x="4526437" y="2214900"/>
                    </a:lnTo>
                    <a:lnTo>
                      <a:pt x="4529447" y="2279100"/>
                    </a:lnTo>
                    <a:lnTo>
                      <a:pt x="4530195" y="2343300"/>
                    </a:lnTo>
                    <a:lnTo>
                      <a:pt x="4527914" y="2407500"/>
                    </a:lnTo>
                    <a:lnTo>
                      <a:pt x="4526100" y="2476357"/>
                    </a:lnTo>
                    <a:lnTo>
                      <a:pt x="4461900" y="2473602"/>
                    </a:lnTo>
                    <a:lnTo>
                      <a:pt x="4397700" y="2476509"/>
                    </a:lnTo>
                    <a:lnTo>
                      <a:pt x="4333500" y="2480835"/>
                    </a:lnTo>
                    <a:lnTo>
                      <a:pt x="4269300" y="2481943"/>
                    </a:lnTo>
                    <a:lnTo>
                      <a:pt x="4205100" y="2482522"/>
                    </a:lnTo>
                    <a:lnTo>
                      <a:pt x="4140900" y="2485010"/>
                    </a:lnTo>
                    <a:lnTo>
                      <a:pt x="4076700" y="2487545"/>
                    </a:lnTo>
                    <a:lnTo>
                      <a:pt x="4012500" y="2487860"/>
                    </a:lnTo>
                    <a:lnTo>
                      <a:pt x="3948300" y="2483317"/>
                    </a:lnTo>
                    <a:lnTo>
                      <a:pt x="3884100" y="2475895"/>
                    </a:lnTo>
                    <a:lnTo>
                      <a:pt x="3819900" y="2472108"/>
                    </a:lnTo>
                    <a:lnTo>
                      <a:pt x="3755700" y="2471594"/>
                    </a:lnTo>
                    <a:lnTo>
                      <a:pt x="3691500" y="2468895"/>
                    </a:lnTo>
                    <a:lnTo>
                      <a:pt x="3627300" y="2465687"/>
                    </a:lnTo>
                    <a:lnTo>
                      <a:pt x="3563100" y="2466613"/>
                    </a:lnTo>
                    <a:lnTo>
                      <a:pt x="3498900" y="2471069"/>
                    </a:lnTo>
                    <a:lnTo>
                      <a:pt x="3434700" y="2474806"/>
                    </a:lnTo>
                    <a:lnTo>
                      <a:pt x="3370500" y="2475677"/>
                    </a:lnTo>
                    <a:lnTo>
                      <a:pt x="3306300" y="2476368"/>
                    </a:lnTo>
                    <a:lnTo>
                      <a:pt x="3242100" y="2477847"/>
                    </a:lnTo>
                    <a:lnTo>
                      <a:pt x="3177900" y="2477884"/>
                    </a:lnTo>
                    <a:lnTo>
                      <a:pt x="3113700" y="2480198"/>
                    </a:lnTo>
                    <a:lnTo>
                      <a:pt x="3049500" y="2483388"/>
                    </a:lnTo>
                    <a:lnTo>
                      <a:pt x="2985300" y="2485442"/>
                    </a:lnTo>
                    <a:lnTo>
                      <a:pt x="2921100" y="2484159"/>
                    </a:lnTo>
                    <a:lnTo>
                      <a:pt x="2856900" y="2478327"/>
                    </a:lnTo>
                    <a:lnTo>
                      <a:pt x="2792700" y="2472341"/>
                    </a:lnTo>
                    <a:lnTo>
                      <a:pt x="2728500" y="2470785"/>
                    </a:lnTo>
                    <a:lnTo>
                      <a:pt x="2664300" y="2472183"/>
                    </a:lnTo>
                    <a:lnTo>
                      <a:pt x="2600100" y="2472523"/>
                    </a:lnTo>
                    <a:lnTo>
                      <a:pt x="2535900" y="2472513"/>
                    </a:lnTo>
                    <a:lnTo>
                      <a:pt x="2471700" y="2471851"/>
                    </a:lnTo>
                    <a:lnTo>
                      <a:pt x="2407500" y="2469737"/>
                    </a:lnTo>
                    <a:lnTo>
                      <a:pt x="2343300" y="2468059"/>
                    </a:lnTo>
                    <a:lnTo>
                      <a:pt x="2279100" y="2469833"/>
                    </a:lnTo>
                    <a:lnTo>
                      <a:pt x="2214900" y="2478043"/>
                    </a:lnTo>
                    <a:lnTo>
                      <a:pt x="2150700" y="2484809"/>
                    </a:lnTo>
                    <a:lnTo>
                      <a:pt x="2086500" y="2486322"/>
                    </a:lnTo>
                    <a:lnTo>
                      <a:pt x="2022300" y="2487684"/>
                    </a:lnTo>
                    <a:lnTo>
                      <a:pt x="1958100" y="2487373"/>
                    </a:lnTo>
                    <a:lnTo>
                      <a:pt x="1893900" y="2486136"/>
                    </a:lnTo>
                    <a:lnTo>
                      <a:pt x="1829700" y="2483720"/>
                    </a:lnTo>
                    <a:lnTo>
                      <a:pt x="1765500" y="2477831"/>
                    </a:lnTo>
                    <a:lnTo>
                      <a:pt x="1701300" y="2474206"/>
                    </a:lnTo>
                    <a:lnTo>
                      <a:pt x="1637100" y="2474038"/>
                    </a:lnTo>
                    <a:lnTo>
                      <a:pt x="1572900" y="2474986"/>
                    </a:lnTo>
                    <a:lnTo>
                      <a:pt x="1508700" y="2477266"/>
                    </a:lnTo>
                    <a:lnTo>
                      <a:pt x="1444500" y="2477627"/>
                    </a:lnTo>
                    <a:lnTo>
                      <a:pt x="1380300" y="2476438"/>
                    </a:lnTo>
                    <a:lnTo>
                      <a:pt x="1316100" y="2477117"/>
                    </a:lnTo>
                    <a:lnTo>
                      <a:pt x="1251900" y="2477993"/>
                    </a:lnTo>
                    <a:lnTo>
                      <a:pt x="1187700" y="2478375"/>
                    </a:lnTo>
                    <a:lnTo>
                      <a:pt x="1123500" y="2480342"/>
                    </a:lnTo>
                    <a:lnTo>
                      <a:pt x="1059300" y="2482315"/>
                    </a:lnTo>
                    <a:lnTo>
                      <a:pt x="995100" y="2481529"/>
                    </a:lnTo>
                    <a:lnTo>
                      <a:pt x="930900" y="2476931"/>
                    </a:lnTo>
                    <a:lnTo>
                      <a:pt x="866700" y="2474238"/>
                    </a:lnTo>
                    <a:lnTo>
                      <a:pt x="802500" y="2473867"/>
                    </a:lnTo>
                    <a:lnTo>
                      <a:pt x="738300" y="2473679"/>
                    </a:lnTo>
                    <a:lnTo>
                      <a:pt x="674100" y="2476235"/>
                    </a:lnTo>
                    <a:lnTo>
                      <a:pt x="609900" y="2478251"/>
                    </a:lnTo>
                    <a:lnTo>
                      <a:pt x="545700" y="2479023"/>
                    </a:lnTo>
                    <a:lnTo>
                      <a:pt x="481500" y="2479607"/>
                    </a:lnTo>
                    <a:lnTo>
                      <a:pt x="417300" y="2478431"/>
                    </a:lnTo>
                    <a:lnTo>
                      <a:pt x="353100" y="2478775"/>
                    </a:lnTo>
                    <a:lnTo>
                      <a:pt x="288900" y="2480868"/>
                    </a:lnTo>
                    <a:lnTo>
                      <a:pt x="224700" y="2481662"/>
                    </a:lnTo>
                    <a:lnTo>
                      <a:pt x="160500" y="2481586"/>
                    </a:lnTo>
                    <a:lnTo>
                      <a:pt x="96300" y="2477756"/>
                    </a:lnTo>
                    <a:lnTo>
                      <a:pt x="32100" y="2471595"/>
                    </a:lnTo>
                    <a:lnTo>
                      <a:pt x="9852" y="2446733"/>
                    </a:lnTo>
                    <a:lnTo>
                      <a:pt x="11079" y="2382533"/>
                    </a:lnTo>
                    <a:lnTo>
                      <a:pt x="11831" y="2318333"/>
                    </a:lnTo>
                    <a:lnTo>
                      <a:pt x="10627" y="2254133"/>
                    </a:lnTo>
                    <a:lnTo>
                      <a:pt x="8445" y="2189933"/>
                    </a:lnTo>
                    <a:lnTo>
                      <a:pt x="132" y="2125733"/>
                    </a:lnTo>
                    <a:lnTo>
                      <a:pt x="-7713" y="2061533"/>
                    </a:lnTo>
                    <a:lnTo>
                      <a:pt x="-9354" y="1997333"/>
                    </a:lnTo>
                    <a:lnTo>
                      <a:pt x="-7396" y="1933133"/>
                    </a:lnTo>
                    <a:lnTo>
                      <a:pt x="-3959" y="1868933"/>
                    </a:lnTo>
                    <a:lnTo>
                      <a:pt x="-1517" y="1804733"/>
                    </a:lnTo>
                    <a:lnTo>
                      <a:pt x="-2841" y="1740533"/>
                    </a:lnTo>
                    <a:lnTo>
                      <a:pt x="-3327" y="1676333"/>
                    </a:lnTo>
                    <a:lnTo>
                      <a:pt x="-2299" y="1612133"/>
                    </a:lnTo>
                    <a:lnTo>
                      <a:pt x="-1156" y="1547933"/>
                    </a:lnTo>
                    <a:lnTo>
                      <a:pt x="3452" y="1483733"/>
                    </a:lnTo>
                    <a:lnTo>
                      <a:pt x="9587" y="1419533"/>
                    </a:lnTo>
                    <a:lnTo>
                      <a:pt x="11216" y="1355333"/>
                    </a:lnTo>
                    <a:lnTo>
                      <a:pt x="9779" y="1291133"/>
                    </a:lnTo>
                    <a:lnTo>
                      <a:pt x="6986" y="1226933"/>
                    </a:lnTo>
                    <a:lnTo>
                      <a:pt x="5156" y="1162733"/>
                    </a:lnTo>
                    <a:lnTo>
                      <a:pt x="5351" y="1098533"/>
                    </a:lnTo>
                    <a:lnTo>
                      <a:pt x="4211" y="1034333"/>
                    </a:lnTo>
                    <a:lnTo>
                      <a:pt x="1817" y="970133"/>
                    </a:lnTo>
                    <a:lnTo>
                      <a:pt x="1053" y="905933"/>
                    </a:lnTo>
                    <a:lnTo>
                      <a:pt x="-1929" y="841733"/>
                    </a:lnTo>
                    <a:lnTo>
                      <a:pt x="-4247" y="777533"/>
                    </a:lnTo>
                    <a:lnTo>
                      <a:pt x="-4393" y="713333"/>
                    </a:lnTo>
                    <a:lnTo>
                      <a:pt x="-2621" y="649133"/>
                    </a:lnTo>
                    <a:lnTo>
                      <a:pt x="643" y="584933"/>
                    </a:lnTo>
                    <a:lnTo>
                      <a:pt x="1525" y="520733"/>
                    </a:lnTo>
                    <a:lnTo>
                      <a:pt x="404" y="456533"/>
                    </a:lnTo>
                    <a:lnTo>
                      <a:pt x="-3053" y="392333"/>
                    </a:lnTo>
                    <a:lnTo>
                      <a:pt x="-6041" y="328133"/>
                    </a:lnTo>
                    <a:lnTo>
                      <a:pt x="-6527" y="263933"/>
                    </a:lnTo>
                    <a:lnTo>
                      <a:pt x="-8404" y="199733"/>
                    </a:lnTo>
                    <a:lnTo>
                      <a:pt x="-10189" y="135533"/>
                    </a:lnTo>
                    <a:lnTo>
                      <a:pt x="-10005" y="71333"/>
                    </a:lnTo>
                    <a:lnTo>
                      <a:pt x="0" y="0"/>
                    </a:lnTo>
                    <a:close/>
                  </a:path>
                </a:pathLst>
              </a:custGeom>
              <a:solidFill>
                <a:srgbClr val="EAF8F6"/>
              </a:solidFill>
              <a:ln w="10700" cap="flat">
                <a:solidFill>
                  <a:srgbClr val="EAF8F6"/>
                </a:solidFill>
                <a:round/>
              </a:ln>
            </p:spPr>
          </p:sp>
          <p:pic>
            <p:nvPicPr>
              <p:cNvPr id="324" name="Image"/>
              <p:cNvPicPr>
                <a:picLocks noChangeAspect="1"/>
              </p:cNvPicPr>
              <p:nvPr/>
            </p:nvPicPr>
            <p:blipFill>
              <a:blip r:embed="rId4"/>
              <a:stretch>
                <a:fillRect/>
              </a:stretch>
            </p:blipFill>
            <p:spPr>
              <a:xfrm>
                <a:off x="1432919" y="2467133"/>
                <a:ext cy="2154267" cx="4365600"/>
              </a:xfrm>
              <a:prstGeom prst="rect">
                <a:avLst/>
              </a:prstGeom>
            </p:spPr>
          </p:pic>
          <p:sp>
            <p:nvSpPr>
              <p:cNvPr id="467" name="Text 467"/>
              <p:cNvSpPr txBox="1"/>
              <p:nvPr/>
            </p:nvSpPr>
            <p:spPr>
              <a:xfrm>
                <a:off x="3059319" y="2193927"/>
                <a:ext cy="206867" cx="1070000"/>
              </a:xfrm>
              <a:prstGeom prst="rect">
                <a:avLst/>
              </a:prstGeom>
              <a:noFill/>
            </p:spPr>
            <p:txBody>
              <a:bodyPr anchor="ctr" lIns="0" wrap="none" rtlCol="0" rIns="0" tIns="0" bIns="11000"/>
              <a:lstStyle/>
              <a:p>
                <a:pPr algn="ctr">
                  <a:lnSpc>
                    <a:spcPct val="100000"/>
                  </a:lnSpc>
                </a:pPr>
                <a:r>
                  <a:rPr sz="1284">
                    <a:solidFill>
                      <a:srgbClr val="454545"/>
                    </a:solidFill>
                    <a:latin typeface="標楷體"/>
                  </a:rPr>
                  <a:t>文章類別組成</a:t>
                </a:r>
              </a:p>
            </p:txBody>
          </p:sp>
        </p:grpSp>
        <p:grpSp>
          <p:nvGrpSpPr>
            <p:cNvPr id="468" name="Group 468"/>
            <p:cNvGrpSpPr/>
            <p:nvPr/>
          </p:nvGrpSpPr>
          <p:grpSpPr>
            <a:xfrm>
              <a:off x="2772017" y="5273030"/>
              <a:ext cy="1526533" cx="4055300"/>
              <a:chOff x="2772017" y="5273030"/>
              <a:chExt cy="1526533" cx="4055300"/>
            </a:xfrm>
          </p:grpSpPr>
          <p:sp>
            <p:nvSpPr>
              <p:cNvPr id="360" name="SubTopic"/>
              <p:cNvSpPr/>
              <p:nvPr/>
            </p:nvSpPr>
            <p:spPr>
              <a:xfrm>
                <a:off x="2772017" y="5273030"/>
                <a:ext cy="1526533" cx="4055300"/>
              </a:xfrm>
              <a:custGeom>
                <a:avLst/>
                <a:gdLst/>
                <a:ahLst/>
                <a:cxnLst/>
                <a:pathLst>
                  <a:path w="4055300" stroke="false" h="1526533">
                    <a:moveTo>
                      <a:pt x="0" y="0"/>
                    </a:moveTo>
                    <a:lnTo>
                      <a:pt x="64200" y="3808"/>
                    </a:lnTo>
                    <a:lnTo>
                      <a:pt x="128400" y="3374"/>
                    </a:lnTo>
                    <a:lnTo>
                      <a:pt x="192600" y="2573"/>
                    </a:lnTo>
                    <a:lnTo>
                      <a:pt x="256800" y="2204"/>
                    </a:lnTo>
                    <a:lnTo>
                      <a:pt x="321000" y="-132"/>
                    </a:lnTo>
                    <a:lnTo>
                      <a:pt x="385200" y="-3517"/>
                    </a:lnTo>
                    <a:lnTo>
                      <a:pt x="449400" y="-4118"/>
                    </a:lnTo>
                    <a:lnTo>
                      <a:pt x="513600" y="-653"/>
                    </a:lnTo>
                    <a:lnTo>
                      <a:pt x="577800" y="2233"/>
                    </a:lnTo>
                    <a:lnTo>
                      <a:pt x="642000" y="3003"/>
                    </a:lnTo>
                    <a:lnTo>
                      <a:pt x="706200" y="887"/>
                    </a:lnTo>
                    <a:lnTo>
                      <a:pt x="770400" y="-3843"/>
                    </a:lnTo>
                    <a:lnTo>
                      <a:pt x="834600" y="-6401"/>
                    </a:lnTo>
                    <a:lnTo>
                      <a:pt x="898800" y="-5211"/>
                    </a:lnTo>
                    <a:lnTo>
                      <a:pt x="963000" y="748"/>
                    </a:lnTo>
                    <a:lnTo>
                      <a:pt x="1027200" y="6742"/>
                    </a:lnTo>
                    <a:lnTo>
                      <a:pt x="1091400" y="7616"/>
                    </a:lnTo>
                    <a:lnTo>
                      <a:pt x="1155600" y="3890"/>
                    </a:lnTo>
                    <a:lnTo>
                      <a:pt x="1219800" y="-1324"/>
                    </a:lnTo>
                    <a:lnTo>
                      <a:pt x="1284000" y="-2989"/>
                    </a:lnTo>
                    <a:lnTo>
                      <a:pt x="1348200" y="-2674"/>
                    </a:lnTo>
                    <a:lnTo>
                      <a:pt x="1412400" y="-1851"/>
                    </a:lnTo>
                    <a:lnTo>
                      <a:pt x="1476600" y="-1476"/>
                    </a:lnTo>
                    <a:lnTo>
                      <a:pt x="1540800" y="-613"/>
                    </a:lnTo>
                    <a:lnTo>
                      <a:pt x="1605000" y="3550"/>
                    </a:lnTo>
                    <a:lnTo>
                      <a:pt x="1669200" y="8550"/>
                    </a:lnTo>
                    <a:lnTo>
                      <a:pt x="1733400" y="9595"/>
                    </a:lnTo>
                    <a:lnTo>
                      <a:pt x="1797600" y="7167"/>
                    </a:lnTo>
                    <a:lnTo>
                      <a:pt x="1861800" y="2194"/>
                    </a:lnTo>
                    <a:lnTo>
                      <a:pt x="1926000" y="-674"/>
                    </a:lnTo>
                    <a:lnTo>
                      <a:pt x="1990200" y="-2744"/>
                    </a:lnTo>
                    <a:lnTo>
                      <a:pt x="2054400" y="-8197"/>
                    </a:lnTo>
                    <a:lnTo>
                      <a:pt x="2118600" y="-12573"/>
                    </a:lnTo>
                    <a:lnTo>
                      <a:pt x="2182800" y="-12155"/>
                    </a:lnTo>
                    <a:lnTo>
                      <a:pt x="2247000" y="-9797"/>
                    </a:lnTo>
                    <a:lnTo>
                      <a:pt x="2311200" y="-7210"/>
                    </a:lnTo>
                    <a:lnTo>
                      <a:pt x="2375400" y="-6178"/>
                    </a:lnTo>
                    <a:lnTo>
                      <a:pt x="2439600" y="-376"/>
                    </a:lnTo>
                    <a:lnTo>
                      <a:pt x="2503800" y="6935"/>
                    </a:lnTo>
                    <a:lnTo>
                      <a:pt x="2568000" y="10082"/>
                    </a:lnTo>
                    <a:lnTo>
                      <a:pt x="2632200" y="9749"/>
                    </a:lnTo>
                    <a:lnTo>
                      <a:pt x="2696400" y="8262"/>
                    </a:lnTo>
                    <a:lnTo>
                      <a:pt x="2760600" y="5906"/>
                    </a:lnTo>
                    <a:lnTo>
                      <a:pt x="2824800" y="5645"/>
                    </a:lnTo>
                    <a:lnTo>
                      <a:pt x="2889000" y="4778"/>
                    </a:lnTo>
                    <a:lnTo>
                      <a:pt x="2953200" y="1631"/>
                    </a:lnTo>
                    <a:lnTo>
                      <a:pt x="3017400" y="223"/>
                    </a:lnTo>
                    <a:lnTo>
                      <a:pt x="3081600" y="-1815"/>
                    </a:lnTo>
                    <a:lnTo>
                      <a:pt x="3145800" y="-6409"/>
                    </a:lnTo>
                    <a:lnTo>
                      <a:pt x="3210000" y="-8798"/>
                    </a:lnTo>
                    <a:lnTo>
                      <a:pt x="3274200" y="-8400"/>
                    </a:lnTo>
                    <a:lnTo>
                      <a:pt x="3338400" y="-7418"/>
                    </a:lnTo>
                    <a:lnTo>
                      <a:pt x="3402600" y="-7133"/>
                    </a:lnTo>
                    <a:lnTo>
                      <a:pt x="3466800" y="-5986"/>
                    </a:lnTo>
                    <a:lnTo>
                      <a:pt x="3531000" y="-1331"/>
                    </a:lnTo>
                    <a:lnTo>
                      <a:pt x="3595200" y="1895"/>
                    </a:lnTo>
                    <a:lnTo>
                      <a:pt x="3659400" y="2302"/>
                    </a:lnTo>
                    <a:lnTo>
                      <a:pt x="3723600" y="-2888"/>
                    </a:lnTo>
                    <a:lnTo>
                      <a:pt x="3787800" y="-9015"/>
                    </a:lnTo>
                    <a:lnTo>
                      <a:pt x="3852000" y="-10904"/>
                    </a:lnTo>
                    <a:lnTo>
                      <a:pt x="3916200" y="-9258"/>
                    </a:lnTo>
                    <a:lnTo>
                      <a:pt x="3980400" y="-6150"/>
                    </a:lnTo>
                    <a:lnTo>
                      <a:pt x="4044600" y="-4910"/>
                    </a:lnTo>
                    <a:lnTo>
                      <a:pt x="4060610" y="53500"/>
                    </a:lnTo>
                    <a:lnTo>
                      <a:pt x="4062461" y="117700"/>
                    </a:lnTo>
                    <a:lnTo>
                      <a:pt x="4064709" y="181900"/>
                    </a:lnTo>
                    <a:lnTo>
                      <a:pt x="4065068" y="246100"/>
                    </a:lnTo>
                    <a:lnTo>
                      <a:pt x="4062315" y="310300"/>
                    </a:lnTo>
                    <a:lnTo>
                      <a:pt x="4060106" y="374500"/>
                    </a:lnTo>
                    <a:lnTo>
                      <a:pt x="4059131" y="438700"/>
                    </a:lnTo>
                    <a:lnTo>
                      <a:pt x="4057200" y="502900"/>
                    </a:lnTo>
                    <a:lnTo>
                      <a:pt x="4053612" y="567100"/>
                    </a:lnTo>
                    <a:lnTo>
                      <a:pt x="4052534" y="631300"/>
                    </a:lnTo>
                    <a:lnTo>
                      <a:pt x="4052129" y="695500"/>
                    </a:lnTo>
                    <a:lnTo>
                      <a:pt x="4049878" y="759700"/>
                    </a:lnTo>
                    <a:lnTo>
                      <a:pt x="4046949" y="823900"/>
                    </a:lnTo>
                    <a:lnTo>
                      <a:pt x="4046163" y="888100"/>
                    </a:lnTo>
                    <a:lnTo>
                      <a:pt x="4047649" y="952300"/>
                    </a:lnTo>
                    <a:lnTo>
                      <a:pt x="4049187" y="1016500"/>
                    </a:lnTo>
                    <a:lnTo>
                      <a:pt x="4050089" y="1080700"/>
                    </a:lnTo>
                    <a:lnTo>
                      <a:pt x="4048821" y="1144900"/>
                    </a:lnTo>
                    <a:lnTo>
                      <a:pt x="4045667" y="1209100"/>
                    </a:lnTo>
                    <a:lnTo>
                      <a:pt x="4042596" y="1273300"/>
                    </a:lnTo>
                    <a:lnTo>
                      <a:pt x="4043645" y="1337500"/>
                    </a:lnTo>
                    <a:lnTo>
                      <a:pt x="4049536" y="1401700"/>
                    </a:lnTo>
                    <a:lnTo>
                      <a:pt x="4055107" y="1465900"/>
                    </a:lnTo>
                    <a:lnTo>
                      <a:pt x="4044600" y="1527268"/>
                    </a:lnTo>
                    <a:lnTo>
                      <a:pt x="3980400" y="1523953"/>
                    </a:lnTo>
                    <a:lnTo>
                      <a:pt x="3916200" y="1518528"/>
                    </a:lnTo>
                    <a:lnTo>
                      <a:pt x="3852000" y="1515338"/>
                    </a:lnTo>
                    <a:lnTo>
                      <a:pt x="3787800" y="1519558"/>
                    </a:lnTo>
                    <a:lnTo>
                      <a:pt x="3723600" y="1529510"/>
                    </a:lnTo>
                    <a:lnTo>
                      <a:pt x="3659400" y="1538008"/>
                    </a:lnTo>
                    <a:lnTo>
                      <a:pt x="3595200" y="1536880"/>
                    </a:lnTo>
                    <a:lnTo>
                      <a:pt x="3531000" y="1529428"/>
                    </a:lnTo>
                    <a:lnTo>
                      <a:pt x="3466800" y="1522742"/>
                    </a:lnTo>
                    <a:lnTo>
                      <a:pt x="3402600" y="1520952"/>
                    </a:lnTo>
                    <a:lnTo>
                      <a:pt x="3338400" y="1520500"/>
                    </a:lnTo>
                    <a:lnTo>
                      <a:pt x="3274200" y="1521352"/>
                    </a:lnTo>
                    <a:lnTo>
                      <a:pt x="3210000" y="1522216"/>
                    </a:lnTo>
                    <a:lnTo>
                      <a:pt x="3145800" y="1522543"/>
                    </a:lnTo>
                    <a:lnTo>
                      <a:pt x="3081600" y="1523372"/>
                    </a:lnTo>
                    <a:lnTo>
                      <a:pt x="3017400" y="1524268"/>
                    </a:lnTo>
                    <a:lnTo>
                      <a:pt x="2953200" y="1524735"/>
                    </a:lnTo>
                    <a:lnTo>
                      <a:pt x="2889000" y="1526870"/>
                    </a:lnTo>
                    <a:lnTo>
                      <a:pt x="2824800" y="1529880"/>
                    </a:lnTo>
                    <a:lnTo>
                      <a:pt x="2760600" y="1530628"/>
                    </a:lnTo>
                    <a:lnTo>
                      <a:pt x="2696400" y="1528347"/>
                    </a:lnTo>
                    <a:lnTo>
                      <a:pt x="2632200" y="1524057"/>
                    </a:lnTo>
                    <a:lnTo>
                      <a:pt x="2568000" y="1521302"/>
                    </a:lnTo>
                    <a:lnTo>
                      <a:pt x="2503800" y="1524209"/>
                    </a:lnTo>
                    <a:lnTo>
                      <a:pt x="2439600" y="1528535"/>
                    </a:lnTo>
                    <a:lnTo>
                      <a:pt x="2375400" y="1529643"/>
                    </a:lnTo>
                    <a:lnTo>
                      <a:pt x="2311200" y="1530222"/>
                    </a:lnTo>
                    <a:lnTo>
                      <a:pt x="2247000" y="1532710"/>
                    </a:lnTo>
                    <a:lnTo>
                      <a:pt x="2182800" y="1535245"/>
                    </a:lnTo>
                    <a:lnTo>
                      <a:pt x="2118600" y="1535560"/>
                    </a:lnTo>
                    <a:lnTo>
                      <a:pt x="2054400" y="1531017"/>
                    </a:lnTo>
                    <a:lnTo>
                      <a:pt x="1990200" y="1523595"/>
                    </a:lnTo>
                    <a:lnTo>
                      <a:pt x="1926000" y="1519808"/>
                    </a:lnTo>
                    <a:lnTo>
                      <a:pt x="1861800" y="1519294"/>
                    </a:lnTo>
                    <a:lnTo>
                      <a:pt x="1797600" y="1516595"/>
                    </a:lnTo>
                    <a:lnTo>
                      <a:pt x="1733400" y="1513387"/>
                    </a:lnTo>
                    <a:lnTo>
                      <a:pt x="1669200" y="1514313"/>
                    </a:lnTo>
                    <a:lnTo>
                      <a:pt x="1605000" y="1518769"/>
                    </a:lnTo>
                    <a:lnTo>
                      <a:pt x="1540800" y="1522506"/>
                    </a:lnTo>
                    <a:lnTo>
                      <a:pt x="1476600" y="1523377"/>
                    </a:lnTo>
                    <a:lnTo>
                      <a:pt x="1412400" y="1524068"/>
                    </a:lnTo>
                    <a:lnTo>
                      <a:pt x="1348200" y="1525547"/>
                    </a:lnTo>
                    <a:lnTo>
                      <a:pt x="1284000" y="1525584"/>
                    </a:lnTo>
                    <a:lnTo>
                      <a:pt x="1219800" y="1527898"/>
                    </a:lnTo>
                    <a:lnTo>
                      <a:pt x="1155600" y="1531088"/>
                    </a:lnTo>
                    <a:lnTo>
                      <a:pt x="1091400" y="1533142"/>
                    </a:lnTo>
                    <a:lnTo>
                      <a:pt x="1027200" y="1531859"/>
                    </a:lnTo>
                    <a:lnTo>
                      <a:pt x="963000" y="1526027"/>
                    </a:lnTo>
                    <a:lnTo>
                      <a:pt x="898800" y="1520041"/>
                    </a:lnTo>
                    <a:lnTo>
                      <a:pt x="834600" y="1518485"/>
                    </a:lnTo>
                    <a:lnTo>
                      <a:pt x="770400" y="1519883"/>
                    </a:lnTo>
                    <a:lnTo>
                      <a:pt x="706200" y="1520223"/>
                    </a:lnTo>
                    <a:lnTo>
                      <a:pt x="642000" y="1520213"/>
                    </a:lnTo>
                    <a:lnTo>
                      <a:pt x="577800" y="1519551"/>
                    </a:lnTo>
                    <a:lnTo>
                      <a:pt x="513600" y="1517437"/>
                    </a:lnTo>
                    <a:lnTo>
                      <a:pt x="449400" y="1515759"/>
                    </a:lnTo>
                    <a:lnTo>
                      <a:pt x="385200" y="1517533"/>
                    </a:lnTo>
                    <a:lnTo>
                      <a:pt x="321000" y="1525743"/>
                    </a:lnTo>
                    <a:lnTo>
                      <a:pt x="256800" y="1532509"/>
                    </a:lnTo>
                    <a:lnTo>
                      <a:pt x="192600" y="1534022"/>
                    </a:lnTo>
                    <a:lnTo>
                      <a:pt x="128400" y="1535384"/>
                    </a:lnTo>
                    <a:lnTo>
                      <a:pt x="64200" y="1535073"/>
                    </a:lnTo>
                    <a:lnTo>
                      <a:pt x="-7303" y="1526533"/>
                    </a:lnTo>
                    <a:lnTo>
                      <a:pt x="-4887" y="1462333"/>
                    </a:lnTo>
                    <a:lnTo>
                      <a:pt x="1003" y="1398133"/>
                    </a:lnTo>
                    <a:lnTo>
                      <a:pt x="4627" y="1333933"/>
                    </a:lnTo>
                    <a:lnTo>
                      <a:pt x="4795" y="1269733"/>
                    </a:lnTo>
                    <a:lnTo>
                      <a:pt x="3847" y="1205533"/>
                    </a:lnTo>
                    <a:lnTo>
                      <a:pt x="1568" y="1141333"/>
                    </a:lnTo>
                    <a:lnTo>
                      <a:pt x="1207" y="1077133"/>
                    </a:lnTo>
                    <a:lnTo>
                      <a:pt x="2396" y="1012933"/>
                    </a:lnTo>
                    <a:lnTo>
                      <a:pt x="1717" y="948733"/>
                    </a:lnTo>
                    <a:lnTo>
                      <a:pt x="841" y="884533"/>
                    </a:lnTo>
                    <a:lnTo>
                      <a:pt x="459" y="820333"/>
                    </a:lnTo>
                    <a:lnTo>
                      <a:pt x="-1509" y="756133"/>
                    </a:lnTo>
                    <a:lnTo>
                      <a:pt x="-3481" y="691933"/>
                    </a:lnTo>
                    <a:lnTo>
                      <a:pt x="-2696" y="627733"/>
                    </a:lnTo>
                    <a:lnTo>
                      <a:pt x="1902" y="563533"/>
                    </a:lnTo>
                    <a:lnTo>
                      <a:pt x="4596" y="499333"/>
                    </a:lnTo>
                    <a:lnTo>
                      <a:pt x="4967" y="435133"/>
                    </a:lnTo>
                    <a:lnTo>
                      <a:pt x="5154" y="370933"/>
                    </a:lnTo>
                    <a:lnTo>
                      <a:pt x="2598" y="306733"/>
                    </a:lnTo>
                    <a:lnTo>
                      <a:pt x="582" y="242533"/>
                    </a:lnTo>
                    <a:lnTo>
                      <a:pt x="-190" y="178333"/>
                    </a:lnTo>
                    <a:lnTo>
                      <a:pt x="-774" y="114133"/>
                    </a:lnTo>
                    <a:lnTo>
                      <a:pt x="403" y="49933"/>
                    </a:lnTo>
                    <a:lnTo>
                      <a:pt x="0" y="0"/>
                    </a:lnTo>
                    <a:close/>
                  </a:path>
                </a:pathLst>
              </a:custGeom>
              <a:solidFill>
                <a:srgbClr val="F6DEAF"/>
              </a:solidFill>
              <a:ln w="10700" cap="flat">
                <a:solidFill>
                  <a:srgbClr val="EAF8F6"/>
                </a:solidFill>
                <a:round/>
              </a:ln>
            </p:spPr>
          </p:sp>
          <p:pic>
            <p:nvPicPr>
              <p:cNvPr id="361" name="Image"/>
              <p:cNvPicPr>
                <a:picLocks noChangeAspect="1"/>
              </p:cNvPicPr>
              <p:nvPr/>
            </p:nvPicPr>
            <p:blipFill>
              <a:blip r:embed="rId5"/>
              <a:stretch>
                <a:fillRect/>
              </a:stretch>
            </p:blipFill>
            <p:spPr>
              <a:xfrm>
                <a:off x="2868317" y="5623633"/>
                <a:ext cy="1166300" cx="3894800"/>
              </a:xfrm>
              <a:prstGeom prst="rect">
                <a:avLst/>
              </a:prstGeom>
            </p:spPr>
          </p:pic>
          <p:sp>
            <p:nvSpPr>
              <p:cNvPr id="469" name="Text 469"/>
              <p:cNvSpPr txBox="1"/>
              <p:nvPr/>
            </p:nvSpPr>
            <p:spPr>
              <a:xfrm>
                <a:off x="4373450" y="5314760"/>
                <a:ext cy="242533" cx="841733"/>
              </a:xfrm>
              <a:prstGeom prst="rect">
                <a:avLst/>
              </a:prstGeom>
              <a:noFill/>
            </p:spPr>
            <p:txBody>
              <a:bodyPr anchor="ctr" lIns="0" wrap="none" rtlCol="0" rIns="0" tIns="0" bIns="11000"/>
              <a:lstStyle/>
              <a:p>
                <a:pPr algn="ctr">
                  <a:lnSpc>
                    <a:spcPct val="100000"/>
                  </a:lnSpc>
                </a:pPr>
                <a:r>
                  <a:rPr sz="1498">
                    <a:solidFill>
                      <a:srgbClr val="000000"/>
                    </a:solidFill>
                    <a:latin typeface="標楷體"/>
                  </a:rPr>
                  <a:t>文章總分</a:t>
                </a:r>
              </a:p>
            </p:txBody>
          </p:sp>
        </p:grpSp>
      </p:grpSp>
    </p:spTree>
  </p:cSld>
  <p:clrMapOvr>
    <a:masterClrMapping/>
  </p:clrMapOvr>
</p:sld>
</file>

<file path=ppt/slides/slide9.xml><?xml version="1.0" encoding="utf-8"?>
<p:sld xmlns:r="http://schemas.openxmlformats.org/officeDocument/2006/relationships" xmlns:a="http://schemas.openxmlformats.org/drawingml/2006/main" xmlns:p="http://schemas.openxmlformats.org/presentationml/2006/main">
  <p:cSld>
    <p:spTree>
      <p:nvGrpSpPr>
        <p:cNvPr id="300000100" name="Page-1"/>
        <p:cNvGrpSpPr/>
        <p:nvPr/>
      </p:nvGrpSpPr>
      <p:grpSpPr>
        <a:xfrm>
          <a:off x="0" y="0"/>
          <a:ext cy="0" cx="0"/>
          <a:chOff x="0" y="0"/>
          <a:chExt cy="0" cx="0"/>
        </a:xfrm>
      </p:grpSpPr>
      <p:pic>
        <p:nvPicPr>
          <p:cNvPr id="0" name="Image"/>
          <p:cNvPicPr>
            <a:picLocks noChangeAspect="1"/>
          </p:cNvPicPr>
          <p:nvPr/>
        </p:nvPicPr>
        <p:blipFill>
          <a:blip r:embed="rId2"/>
          <a:stretch>
            <a:fillRect/>
          </a:stretch>
        </p:blipFill>
        <p:spPr>
          <a:xfrm>
            <a:off x="0" y="0"/>
            <a:ext cy="6860000" cx="9140000"/>
          </a:xfrm>
          <a:prstGeom prst="rect">
            <a:avLst/>
          </a:prstGeom>
        </p:spPr>
      </p:pic>
      <p:grpSp>
        <p:nvGrpSpPr>
          <p:cNvPr id="464" name="Group464"/>
          <p:cNvGrpSpPr/>
          <p:nvPr/>
        </p:nvGrpSpPr>
        <p:grpSpPr>
          <a:xfrm>
            <a:off x="1123816" y="409062"/>
            <a:ext cy="6058732" cx="6917899"/>
            <a:chOff x="1123816" y="409062"/>
            <a:chExt cy="6058732" cx="6917899"/>
          </a:xfrm>
        </p:grpSpPr>
        <p:sp>
          <p:nvSpPr>
            <p:cNvPr id="354" name="MMConnector"/>
            <p:cNvSpPr/>
            <p:nvPr/>
          </p:nvSpPr>
          <p:spPr>
            <a:xfrm>
              <a:off x="1518816" y="1602953"/>
              <a:ext cy="466667" cx="190000"/>
            </a:xfrm>
            <a:custGeom>
              <a:avLst/>
              <a:gdLst/>
              <a:pathLst>
                <a:path fill="none" w="190000" h="466667">
                  <a:moveTo>
                    <a:pt x="-95000" y="-233333"/>
                  </a:moveTo>
                  <a:lnTo>
                    <a:pt x="-98559" y="-173333"/>
                  </a:lnTo>
                  <a:lnTo>
                    <a:pt x="-98153" y="-113333"/>
                  </a:lnTo>
                  <a:lnTo>
                    <a:pt x="-97404" y="-53333"/>
                  </a:lnTo>
                  <a:lnTo>
                    <a:pt x="-97060" y="6667"/>
                  </a:lnTo>
                  <a:lnTo>
                    <a:pt x="-94877" y="66667"/>
                  </a:lnTo>
                  <a:lnTo>
                    <a:pt x="-91713" y="126667"/>
                  </a:lnTo>
                  <a:lnTo>
                    <a:pt x="-88073" y="191707"/>
                  </a:lnTo>
                  <a:lnTo>
                    <a:pt x="-48978" y="231067"/>
                  </a:lnTo>
                  <a:lnTo>
                    <a:pt x="15000" y="235420"/>
                  </a:lnTo>
                  <a:lnTo>
                    <a:pt x="75000" y="236140"/>
                  </a:lnTo>
                  <a:lnTo>
                    <a:pt x="95000" y="233333"/>
                  </a:lnTo>
                </a:path>
              </a:pathLst>
            </a:custGeom>
            <a:noFill/>
            <a:ln w="10000" cap="rnd">
              <a:solidFill>
                <a:srgbClr val="191919"/>
              </a:solidFill>
              <a:round/>
            </a:ln>
          </p:spPr>
        </p:sp>
        <p:sp>
          <p:nvSpPr>
            <p:cNvPr id="356" name="MMConnector"/>
            <p:cNvSpPr/>
            <p:nvPr/>
          </p:nvSpPr>
          <p:spPr>
            <a:xfrm>
              <a:off x="1518816" y="3525652"/>
              <a:ext cy="4312065" cx="190000"/>
            </a:xfrm>
            <a:custGeom>
              <a:avLst/>
              <a:gdLst/>
              <a:pathLst>
                <a:path fill="none" w="190000" h="4312065">
                  <a:moveTo>
                    <a:pt x="-95000" y="-2156033"/>
                  </a:moveTo>
                  <a:lnTo>
                    <a:pt x="-98559" y="-2096033"/>
                  </a:lnTo>
                  <a:lnTo>
                    <a:pt x="-98153" y="-2036033"/>
                  </a:lnTo>
                  <a:lnTo>
                    <a:pt x="-97404" y="-1976033"/>
                  </a:lnTo>
                  <a:lnTo>
                    <a:pt x="-97060" y="-1916033"/>
                  </a:lnTo>
                  <a:lnTo>
                    <a:pt x="-94877" y="-1856033"/>
                  </a:lnTo>
                  <a:lnTo>
                    <a:pt x="-91713" y="-1796033"/>
                  </a:lnTo>
                  <a:lnTo>
                    <a:pt x="-91151" y="-1736033"/>
                  </a:lnTo>
                  <a:lnTo>
                    <a:pt x="-94390" y="-1676033"/>
                  </a:lnTo>
                  <a:lnTo>
                    <a:pt x="-97087" y="-1616033"/>
                  </a:lnTo>
                  <a:lnTo>
                    <a:pt x="-97807" y="-1556033"/>
                  </a:lnTo>
                  <a:lnTo>
                    <a:pt x="-95829" y="-1496033"/>
                  </a:lnTo>
                  <a:lnTo>
                    <a:pt x="-91409" y="-1436033"/>
                  </a:lnTo>
                  <a:lnTo>
                    <a:pt x="-89018" y="-1376033"/>
                  </a:lnTo>
                  <a:lnTo>
                    <a:pt x="-90130" y="-1316033"/>
                  </a:lnTo>
                  <a:lnTo>
                    <a:pt x="-95699" y="-1256033"/>
                  </a:lnTo>
                  <a:lnTo>
                    <a:pt x="-101301" y="-1196033"/>
                  </a:lnTo>
                  <a:lnTo>
                    <a:pt x="-102118" y="-1136033"/>
                  </a:lnTo>
                  <a:lnTo>
                    <a:pt x="-98636" y="-1076033"/>
                  </a:lnTo>
                  <a:lnTo>
                    <a:pt x="-93762" y="-1016033"/>
                  </a:lnTo>
                  <a:lnTo>
                    <a:pt x="-92207" y="-956033"/>
                  </a:lnTo>
                  <a:lnTo>
                    <a:pt x="-92501" y="-896033"/>
                  </a:lnTo>
                  <a:lnTo>
                    <a:pt x="-93270" y="-836033"/>
                  </a:lnTo>
                  <a:lnTo>
                    <a:pt x="-93621" y="-776033"/>
                  </a:lnTo>
                  <a:lnTo>
                    <a:pt x="-94427" y="-716033"/>
                  </a:lnTo>
                  <a:lnTo>
                    <a:pt x="-98318" y="-656033"/>
                  </a:lnTo>
                  <a:lnTo>
                    <a:pt x="-102991" y="-596033"/>
                  </a:lnTo>
                  <a:lnTo>
                    <a:pt x="-103968" y="-536033"/>
                  </a:lnTo>
                  <a:lnTo>
                    <a:pt x="-101698" y="-476033"/>
                  </a:lnTo>
                  <a:lnTo>
                    <a:pt x="-97050" y="-416033"/>
                  </a:lnTo>
                  <a:lnTo>
                    <a:pt x="-94370" y="-356033"/>
                  </a:lnTo>
                  <a:lnTo>
                    <a:pt x="-92435" y="-296033"/>
                  </a:lnTo>
                  <a:lnTo>
                    <a:pt x="-87339" y="-236033"/>
                  </a:lnTo>
                  <a:lnTo>
                    <a:pt x="-83250" y="-176033"/>
                  </a:lnTo>
                  <a:lnTo>
                    <a:pt x="-83641" y="-116033"/>
                  </a:lnTo>
                  <a:lnTo>
                    <a:pt x="-85844" y="-56033"/>
                  </a:lnTo>
                  <a:lnTo>
                    <a:pt x="-88262" y="3967"/>
                  </a:lnTo>
                  <a:lnTo>
                    <a:pt x="-89226" y="63967"/>
                  </a:lnTo>
                  <a:lnTo>
                    <a:pt x="-94649" y="123967"/>
                  </a:lnTo>
                  <a:lnTo>
                    <a:pt x="-101481" y="183967"/>
                  </a:lnTo>
                  <a:lnTo>
                    <a:pt x="-104422" y="243967"/>
                  </a:lnTo>
                  <a:lnTo>
                    <a:pt x="-104111" y="303967"/>
                  </a:lnTo>
                  <a:lnTo>
                    <a:pt x="-102721" y="363967"/>
                  </a:lnTo>
                  <a:lnTo>
                    <a:pt x="-100519" y="423967"/>
                  </a:lnTo>
                  <a:lnTo>
                    <a:pt x="-100275" y="483967"/>
                  </a:lnTo>
                  <a:lnTo>
                    <a:pt x="-99465" y="543967"/>
                  </a:lnTo>
                  <a:lnTo>
                    <a:pt x="-96524" y="603967"/>
                  </a:lnTo>
                  <a:lnTo>
                    <a:pt x="-95208" y="663967"/>
                  </a:lnTo>
                  <a:lnTo>
                    <a:pt x="-93304" y="723967"/>
                  </a:lnTo>
                  <a:lnTo>
                    <a:pt x="-89010" y="783967"/>
                  </a:lnTo>
                  <a:lnTo>
                    <a:pt x="-86777" y="843967"/>
                  </a:lnTo>
                  <a:lnTo>
                    <a:pt x="-87149" y="903967"/>
                  </a:lnTo>
                  <a:lnTo>
                    <a:pt x="-88068" y="963967"/>
                  </a:lnTo>
                  <a:lnTo>
                    <a:pt x="-88334" y="1023967"/>
                  </a:lnTo>
                  <a:lnTo>
                    <a:pt x="-89406" y="1083967"/>
                  </a:lnTo>
                  <a:lnTo>
                    <a:pt x="-93756" y="1143967"/>
                  </a:lnTo>
                  <a:lnTo>
                    <a:pt x="-96771" y="1203967"/>
                  </a:lnTo>
                  <a:lnTo>
                    <a:pt x="-97152" y="1263967"/>
                  </a:lnTo>
                  <a:lnTo>
                    <a:pt x="-92301" y="1323967"/>
                  </a:lnTo>
                  <a:lnTo>
                    <a:pt x="-86575" y="1383967"/>
                  </a:lnTo>
                  <a:lnTo>
                    <a:pt x="-84809" y="1443967"/>
                  </a:lnTo>
                  <a:lnTo>
                    <a:pt x="-86348" y="1503967"/>
                  </a:lnTo>
                  <a:lnTo>
                    <a:pt x="-89252" y="1563967"/>
                  </a:lnTo>
                  <a:lnTo>
                    <a:pt x="-90411" y="1623967"/>
                  </a:lnTo>
                  <a:lnTo>
                    <a:pt x="-90037" y="1683967"/>
                  </a:lnTo>
                  <a:lnTo>
                    <a:pt x="-88307" y="1743967"/>
                  </a:lnTo>
                  <a:lnTo>
                    <a:pt x="-86207" y="1803967"/>
                  </a:lnTo>
                  <a:lnTo>
                    <a:pt x="-85871" y="1863967"/>
                  </a:lnTo>
                  <a:lnTo>
                    <a:pt x="-88444" y="1923967"/>
                  </a:lnTo>
                  <a:lnTo>
                    <a:pt x="-90509" y="1983967"/>
                  </a:lnTo>
                  <a:lnTo>
                    <a:pt x="-91420" y="2043967"/>
                  </a:lnTo>
                  <a:lnTo>
                    <a:pt x="-92426" y="2105694"/>
                  </a:lnTo>
                  <a:lnTo>
                    <a:pt x="-59221" y="2152658"/>
                  </a:lnTo>
                  <a:lnTo>
                    <a:pt x="5000" y="2158618"/>
                  </a:lnTo>
                  <a:lnTo>
                    <a:pt x="65000" y="2158996"/>
                  </a:lnTo>
                  <a:lnTo>
                    <a:pt x="95000" y="2156033"/>
                  </a:lnTo>
                </a:path>
              </a:pathLst>
            </a:custGeom>
            <a:noFill/>
            <a:ln w="10000" cap="rnd">
              <a:solidFill>
                <a:srgbClr val="191919"/>
              </a:solidFill>
              <a:round/>
            </a:ln>
          </p:spPr>
        </p:sp>
        <p:sp>
          <p:nvSpPr>
            <p:cNvPr id="358" name="MMConnector"/>
            <p:cNvSpPr/>
            <p:nvPr/>
          </p:nvSpPr>
          <p:spPr>
            <a:xfrm>
              <a:off x="1811816" y="2476286"/>
              <a:ext cy="986667" cx="156000"/>
            </a:xfrm>
            <a:custGeom>
              <a:avLst/>
              <a:gdLst/>
              <a:pathLst>
                <a:path fill="none" w="156000" h="986667">
                  <a:moveTo>
                    <a:pt x="-78000" y="-493333"/>
                  </a:moveTo>
                  <a:lnTo>
                    <a:pt x="-81559" y="-433333"/>
                  </a:lnTo>
                  <a:lnTo>
                    <a:pt x="-81153" y="-373333"/>
                  </a:lnTo>
                  <a:lnTo>
                    <a:pt x="-80404" y="-313333"/>
                  </a:lnTo>
                  <a:lnTo>
                    <a:pt x="-80060" y="-253333"/>
                  </a:lnTo>
                  <a:lnTo>
                    <a:pt x="-77877" y="-193333"/>
                  </a:lnTo>
                  <a:lnTo>
                    <a:pt x="-74713" y="-133333"/>
                  </a:lnTo>
                  <a:lnTo>
                    <a:pt x="-74151" y="-73333"/>
                  </a:lnTo>
                  <a:lnTo>
                    <a:pt x="-77390" y="-13333"/>
                  </a:lnTo>
                  <a:lnTo>
                    <a:pt x="-80087" y="46667"/>
                  </a:lnTo>
                  <a:lnTo>
                    <a:pt x="-80807" y="106667"/>
                  </a:lnTo>
                  <a:lnTo>
                    <a:pt x="-78829" y="166667"/>
                  </a:lnTo>
                  <a:lnTo>
                    <a:pt x="-74409" y="226667"/>
                  </a:lnTo>
                  <a:lnTo>
                    <a:pt x="-72018" y="286667"/>
                  </a:lnTo>
                  <a:lnTo>
                    <a:pt x="-73130" y="346667"/>
                  </a:lnTo>
                  <a:lnTo>
                    <a:pt x="-78699" y="406667"/>
                  </a:lnTo>
                  <a:lnTo>
                    <a:pt x="-70100" y="474329"/>
                  </a:lnTo>
                  <a:lnTo>
                    <a:pt x="-8000" y="500451"/>
                  </a:lnTo>
                  <a:lnTo>
                    <a:pt x="52000" y="496969"/>
                  </a:lnTo>
                  <a:lnTo>
                    <a:pt x="78000" y="493333"/>
                  </a:lnTo>
                </a:path>
              </a:pathLst>
            </a:custGeom>
            <a:noFill/>
            <a:ln w="10000" cap="rnd">
              <a:solidFill>
                <a:srgbClr val="191919"/>
              </a:solidFill>
              <a:round/>
            </a:ln>
          </p:spPr>
        </p:sp>
        <p:sp>
          <p:nvSpPr>
            <p:cNvPr id="371" name="MMConnector"/>
            <p:cNvSpPr/>
            <p:nvPr/>
          </p:nvSpPr>
          <p:spPr>
            <a:xfrm>
              <a:off x="1518816" y="4088985"/>
              <a:ext cy="5438732" cx="190000"/>
            </a:xfrm>
            <a:custGeom>
              <a:avLst/>
              <a:gdLst/>
              <a:pathLst>
                <a:path fill="none" w="190000" h="5438732">
                  <a:moveTo>
                    <a:pt x="-95000" y="-2719366"/>
                  </a:moveTo>
                  <a:lnTo>
                    <a:pt x="-98559" y="-2659366"/>
                  </a:lnTo>
                  <a:lnTo>
                    <a:pt x="-98153" y="-2599366"/>
                  </a:lnTo>
                  <a:lnTo>
                    <a:pt x="-97404" y="-2539366"/>
                  </a:lnTo>
                  <a:lnTo>
                    <a:pt x="-97060" y="-2479366"/>
                  </a:lnTo>
                  <a:lnTo>
                    <a:pt x="-94877" y="-2419366"/>
                  </a:lnTo>
                  <a:lnTo>
                    <a:pt x="-91713" y="-2359366"/>
                  </a:lnTo>
                  <a:lnTo>
                    <a:pt x="-91151" y="-2299366"/>
                  </a:lnTo>
                  <a:lnTo>
                    <a:pt x="-94390" y="-2239366"/>
                  </a:lnTo>
                  <a:lnTo>
                    <a:pt x="-97087" y="-2179366"/>
                  </a:lnTo>
                  <a:lnTo>
                    <a:pt x="-97807" y="-2119366"/>
                  </a:lnTo>
                  <a:lnTo>
                    <a:pt x="-95829" y="-2059366"/>
                  </a:lnTo>
                  <a:lnTo>
                    <a:pt x="-91409" y="-1999366"/>
                  </a:lnTo>
                  <a:lnTo>
                    <a:pt x="-89018" y="-1939366"/>
                  </a:lnTo>
                  <a:lnTo>
                    <a:pt x="-90130" y="-1879366"/>
                  </a:lnTo>
                  <a:lnTo>
                    <a:pt x="-95699" y="-1819366"/>
                  </a:lnTo>
                  <a:lnTo>
                    <a:pt x="-101301" y="-1759366"/>
                  </a:lnTo>
                  <a:lnTo>
                    <a:pt x="-102118" y="-1699366"/>
                  </a:lnTo>
                  <a:lnTo>
                    <a:pt x="-98636" y="-1639366"/>
                  </a:lnTo>
                  <a:lnTo>
                    <a:pt x="-93762" y="-1579366"/>
                  </a:lnTo>
                  <a:lnTo>
                    <a:pt x="-92207" y="-1519366"/>
                  </a:lnTo>
                  <a:lnTo>
                    <a:pt x="-92501" y="-1459366"/>
                  </a:lnTo>
                  <a:lnTo>
                    <a:pt x="-93270" y="-1399366"/>
                  </a:lnTo>
                  <a:lnTo>
                    <a:pt x="-93621" y="-1339366"/>
                  </a:lnTo>
                  <a:lnTo>
                    <a:pt x="-94427" y="-1279366"/>
                  </a:lnTo>
                  <a:lnTo>
                    <a:pt x="-98318" y="-1219366"/>
                  </a:lnTo>
                  <a:lnTo>
                    <a:pt x="-102991" y="-1159366"/>
                  </a:lnTo>
                  <a:lnTo>
                    <a:pt x="-103968" y="-1099366"/>
                  </a:lnTo>
                  <a:lnTo>
                    <a:pt x="-101698" y="-1039366"/>
                  </a:lnTo>
                  <a:lnTo>
                    <a:pt x="-97050" y="-979366"/>
                  </a:lnTo>
                  <a:lnTo>
                    <a:pt x="-94370" y="-919366"/>
                  </a:lnTo>
                  <a:lnTo>
                    <a:pt x="-92435" y="-859366"/>
                  </a:lnTo>
                  <a:lnTo>
                    <a:pt x="-87339" y="-799366"/>
                  </a:lnTo>
                  <a:lnTo>
                    <a:pt x="-83250" y="-739366"/>
                  </a:lnTo>
                  <a:lnTo>
                    <a:pt x="-83641" y="-679366"/>
                  </a:lnTo>
                  <a:lnTo>
                    <a:pt x="-85844" y="-619366"/>
                  </a:lnTo>
                  <a:lnTo>
                    <a:pt x="-88262" y="-559366"/>
                  </a:lnTo>
                  <a:lnTo>
                    <a:pt x="-89226" y="-499366"/>
                  </a:lnTo>
                  <a:lnTo>
                    <a:pt x="-94649" y="-439366"/>
                  </a:lnTo>
                  <a:lnTo>
                    <a:pt x="-101481" y="-379366"/>
                  </a:lnTo>
                  <a:lnTo>
                    <a:pt x="-104422" y="-319366"/>
                  </a:lnTo>
                  <a:lnTo>
                    <a:pt x="-104111" y="-259366"/>
                  </a:lnTo>
                  <a:lnTo>
                    <a:pt x="-102721" y="-199366"/>
                  </a:lnTo>
                  <a:lnTo>
                    <a:pt x="-100519" y="-139366"/>
                  </a:lnTo>
                  <a:lnTo>
                    <a:pt x="-100275" y="-79366"/>
                  </a:lnTo>
                  <a:lnTo>
                    <a:pt x="-99465" y="-19366"/>
                  </a:lnTo>
                  <a:lnTo>
                    <a:pt x="-96524" y="40634"/>
                  </a:lnTo>
                  <a:lnTo>
                    <a:pt x="-95208" y="100634"/>
                  </a:lnTo>
                  <a:lnTo>
                    <a:pt x="-93304" y="160634"/>
                  </a:lnTo>
                  <a:lnTo>
                    <a:pt x="-89010" y="220634"/>
                  </a:lnTo>
                  <a:lnTo>
                    <a:pt x="-86777" y="280634"/>
                  </a:lnTo>
                  <a:lnTo>
                    <a:pt x="-87149" y="340634"/>
                  </a:lnTo>
                  <a:lnTo>
                    <a:pt x="-88068" y="400634"/>
                  </a:lnTo>
                  <a:lnTo>
                    <a:pt x="-88334" y="460634"/>
                  </a:lnTo>
                  <a:lnTo>
                    <a:pt x="-89406" y="520634"/>
                  </a:lnTo>
                  <a:lnTo>
                    <a:pt x="-93756" y="580634"/>
                  </a:lnTo>
                  <a:lnTo>
                    <a:pt x="-96771" y="640634"/>
                  </a:lnTo>
                  <a:lnTo>
                    <a:pt x="-97152" y="700634"/>
                  </a:lnTo>
                  <a:lnTo>
                    <a:pt x="-92301" y="760634"/>
                  </a:lnTo>
                  <a:lnTo>
                    <a:pt x="-86575" y="820634"/>
                  </a:lnTo>
                  <a:lnTo>
                    <a:pt x="-84809" y="880634"/>
                  </a:lnTo>
                  <a:lnTo>
                    <a:pt x="-86348" y="940634"/>
                  </a:lnTo>
                  <a:lnTo>
                    <a:pt x="-89252" y="1000634"/>
                  </a:lnTo>
                  <a:lnTo>
                    <a:pt x="-90411" y="1060634"/>
                  </a:lnTo>
                  <a:lnTo>
                    <a:pt x="-90037" y="1120634"/>
                  </a:lnTo>
                  <a:lnTo>
                    <a:pt x="-88307" y="1180634"/>
                  </a:lnTo>
                  <a:lnTo>
                    <a:pt x="-86207" y="1240634"/>
                  </a:lnTo>
                  <a:lnTo>
                    <a:pt x="-85871" y="1300634"/>
                  </a:lnTo>
                  <a:lnTo>
                    <a:pt x="-88444" y="1360634"/>
                  </a:lnTo>
                  <a:lnTo>
                    <a:pt x="-90509" y="1420634"/>
                  </a:lnTo>
                  <a:lnTo>
                    <a:pt x="-91420" y="1480634"/>
                  </a:lnTo>
                  <a:lnTo>
                    <a:pt x="-93225" y="1540634"/>
                  </a:lnTo>
                  <a:lnTo>
                    <a:pt x="-96578" y="1600634"/>
                  </a:lnTo>
                  <a:lnTo>
                    <a:pt x="-97585" y="1660634"/>
                  </a:lnTo>
                  <a:lnTo>
                    <a:pt x="-97963" y="1720634"/>
                  </a:lnTo>
                  <a:lnTo>
                    <a:pt x="-100068" y="1780634"/>
                  </a:lnTo>
                  <a:lnTo>
                    <a:pt x="-102805" y="1840634"/>
                  </a:lnTo>
                  <a:lnTo>
                    <a:pt x="-103539" y="1900634"/>
                  </a:lnTo>
                  <a:lnTo>
                    <a:pt x="-102151" y="1960634"/>
                  </a:lnTo>
                  <a:lnTo>
                    <a:pt x="-100713" y="2020634"/>
                  </a:lnTo>
                  <a:lnTo>
                    <a:pt x="-99871" y="2080634"/>
                  </a:lnTo>
                  <a:lnTo>
                    <a:pt x="-101056" y="2140634"/>
                  </a:lnTo>
                  <a:lnTo>
                    <a:pt x="-104003" y="2200634"/>
                  </a:lnTo>
                  <a:lnTo>
                    <a:pt x="-106873" y="2260634"/>
                  </a:lnTo>
                  <a:lnTo>
                    <a:pt x="-105893" y="2320634"/>
                  </a:lnTo>
                  <a:lnTo>
                    <a:pt x="-100387" y="2380634"/>
                  </a:lnTo>
                  <a:lnTo>
                    <a:pt x="-95180" y="2440634"/>
                  </a:lnTo>
                  <a:lnTo>
                    <a:pt x="-94314" y="2500634"/>
                  </a:lnTo>
                  <a:lnTo>
                    <a:pt x="-97411" y="2560634"/>
                  </a:lnTo>
                  <a:lnTo>
                    <a:pt x="-102482" y="2620634"/>
                  </a:lnTo>
                  <a:lnTo>
                    <a:pt x="-96838" y="2693156"/>
                  </a:lnTo>
                  <a:lnTo>
                    <a:pt x="-35000" y="2725885"/>
                  </a:lnTo>
                  <a:lnTo>
                    <a:pt x="25000" y="2716584"/>
                  </a:lnTo>
                  <a:lnTo>
                    <a:pt x="85000" y="2708642"/>
                  </a:lnTo>
                  <a:lnTo>
                    <a:pt x="95000" y="2719366"/>
                  </a:lnTo>
                </a:path>
              </a:pathLst>
            </a:custGeom>
            <a:noFill/>
            <a:ln w="10000" cap="rnd">
              <a:solidFill>
                <a:srgbClr val="191919"/>
              </a:solidFill>
              <a:round/>
            </a:ln>
          </p:spPr>
        </p:sp>
        <p:sp>
          <p:nvSpPr>
            <p:cNvPr id="374" name="MMConnector"/>
            <p:cNvSpPr/>
            <p:nvPr/>
          </p:nvSpPr>
          <p:spPr>
            <a:xfrm>
              <a:off x="1811816" y="6061684"/>
              <a:ext cy="466667" cx="156000"/>
            </a:xfrm>
            <a:custGeom>
              <a:avLst/>
              <a:gdLst/>
              <a:pathLst>
                <a:path fill="none" w="156000" h="466667">
                  <a:moveTo>
                    <a:pt x="-78000" y="-233333"/>
                  </a:moveTo>
                  <a:lnTo>
                    <a:pt x="-81559" y="-173333"/>
                  </a:lnTo>
                  <a:lnTo>
                    <a:pt x="-81153" y="-113333"/>
                  </a:lnTo>
                  <a:lnTo>
                    <a:pt x="-80404" y="-53333"/>
                  </a:lnTo>
                  <a:lnTo>
                    <a:pt x="-80060" y="6667"/>
                  </a:lnTo>
                  <a:lnTo>
                    <a:pt x="-77877" y="66667"/>
                  </a:lnTo>
                  <a:lnTo>
                    <a:pt x="-74713" y="126667"/>
                  </a:lnTo>
                  <a:lnTo>
                    <a:pt x="-71073" y="191707"/>
                  </a:lnTo>
                  <a:lnTo>
                    <a:pt x="-31978" y="231067"/>
                  </a:lnTo>
                  <a:lnTo>
                    <a:pt x="32000" y="235420"/>
                  </a:lnTo>
                  <a:lnTo>
                    <a:pt x="78000" y="233333"/>
                  </a:lnTo>
                </a:path>
              </a:pathLst>
            </a:custGeom>
            <a:noFill/>
            <a:ln w="10000" cap="rnd">
              <a:solidFill>
                <a:srgbClr val="191919"/>
              </a:solidFill>
              <a:round/>
            </a:ln>
          </p:spPr>
        </p:sp>
        <p:sp>
          <p:nvSpPr>
            <p:cNvPr id="378" name="MMConnector"/>
            <p:cNvSpPr/>
            <p:nvPr/>
          </p:nvSpPr>
          <p:spPr>
            <a:xfrm>
              <a:off x="1811816" y="3462319"/>
              <a:ext cy="2958732" cx="156000"/>
            </a:xfrm>
            <a:custGeom>
              <a:avLst/>
              <a:gdLst/>
              <a:pathLst>
                <a:path fill="none" w="156000" h="2958732">
                  <a:moveTo>
                    <a:pt x="-78000" y="-1479366"/>
                  </a:moveTo>
                  <a:lnTo>
                    <a:pt x="-81559" y="-1419366"/>
                  </a:lnTo>
                  <a:lnTo>
                    <a:pt x="-81153" y="-1359366"/>
                  </a:lnTo>
                  <a:lnTo>
                    <a:pt x="-80404" y="-1299366"/>
                  </a:lnTo>
                  <a:lnTo>
                    <a:pt x="-80060" y="-1239366"/>
                  </a:lnTo>
                  <a:lnTo>
                    <a:pt x="-77877" y="-1179366"/>
                  </a:lnTo>
                  <a:lnTo>
                    <a:pt x="-74713" y="-1119366"/>
                  </a:lnTo>
                  <a:lnTo>
                    <a:pt x="-74151" y="-1059366"/>
                  </a:lnTo>
                  <a:lnTo>
                    <a:pt x="-77390" y="-999366"/>
                  </a:lnTo>
                  <a:lnTo>
                    <a:pt x="-80087" y="-939366"/>
                  </a:lnTo>
                  <a:lnTo>
                    <a:pt x="-80807" y="-879366"/>
                  </a:lnTo>
                  <a:lnTo>
                    <a:pt x="-78829" y="-819366"/>
                  </a:lnTo>
                  <a:lnTo>
                    <a:pt x="-74409" y="-759366"/>
                  </a:lnTo>
                  <a:lnTo>
                    <a:pt x="-72018" y="-699366"/>
                  </a:lnTo>
                  <a:lnTo>
                    <a:pt x="-73130" y="-639366"/>
                  </a:lnTo>
                  <a:lnTo>
                    <a:pt x="-78699" y="-579366"/>
                  </a:lnTo>
                  <a:lnTo>
                    <a:pt x="-84301" y="-519366"/>
                  </a:lnTo>
                  <a:lnTo>
                    <a:pt x="-85118" y="-459366"/>
                  </a:lnTo>
                  <a:lnTo>
                    <a:pt x="-81636" y="-399366"/>
                  </a:lnTo>
                  <a:lnTo>
                    <a:pt x="-76762" y="-339366"/>
                  </a:lnTo>
                  <a:lnTo>
                    <a:pt x="-75207" y="-279366"/>
                  </a:lnTo>
                  <a:lnTo>
                    <a:pt x="-75501" y="-219366"/>
                  </a:lnTo>
                  <a:lnTo>
                    <a:pt x="-76270" y="-159366"/>
                  </a:lnTo>
                  <a:lnTo>
                    <a:pt x="-76621" y="-99366"/>
                  </a:lnTo>
                  <a:lnTo>
                    <a:pt x="-77427" y="-39366"/>
                  </a:lnTo>
                  <a:lnTo>
                    <a:pt x="-81318" y="20634"/>
                  </a:lnTo>
                  <a:lnTo>
                    <a:pt x="-85991" y="80634"/>
                  </a:lnTo>
                  <a:lnTo>
                    <a:pt x="-86968" y="140634"/>
                  </a:lnTo>
                  <a:lnTo>
                    <a:pt x="-84698" y="200634"/>
                  </a:lnTo>
                  <a:lnTo>
                    <a:pt x="-80050" y="260634"/>
                  </a:lnTo>
                  <a:lnTo>
                    <a:pt x="-77370" y="320634"/>
                  </a:lnTo>
                  <a:lnTo>
                    <a:pt x="-75435" y="380634"/>
                  </a:lnTo>
                  <a:lnTo>
                    <a:pt x="-70339" y="440634"/>
                  </a:lnTo>
                  <a:lnTo>
                    <a:pt x="-66250" y="500634"/>
                  </a:lnTo>
                  <a:lnTo>
                    <a:pt x="-66641" y="560634"/>
                  </a:lnTo>
                  <a:lnTo>
                    <a:pt x="-68844" y="620634"/>
                  </a:lnTo>
                  <a:lnTo>
                    <a:pt x="-71262" y="680634"/>
                  </a:lnTo>
                  <a:lnTo>
                    <a:pt x="-72226" y="740634"/>
                  </a:lnTo>
                  <a:lnTo>
                    <a:pt x="-77649" y="800634"/>
                  </a:lnTo>
                  <a:lnTo>
                    <a:pt x="-84481" y="860634"/>
                  </a:lnTo>
                  <a:lnTo>
                    <a:pt x="-87422" y="920634"/>
                  </a:lnTo>
                  <a:lnTo>
                    <a:pt x="-87111" y="980634"/>
                  </a:lnTo>
                  <a:lnTo>
                    <a:pt x="-85721" y="1040634"/>
                  </a:lnTo>
                  <a:lnTo>
                    <a:pt x="-83519" y="1100634"/>
                  </a:lnTo>
                  <a:lnTo>
                    <a:pt x="-83275" y="1160634"/>
                  </a:lnTo>
                  <a:lnTo>
                    <a:pt x="-82465" y="1220634"/>
                  </a:lnTo>
                  <a:lnTo>
                    <a:pt x="-79524" y="1280634"/>
                  </a:lnTo>
                  <a:lnTo>
                    <a:pt x="-78208" y="1340634"/>
                  </a:lnTo>
                  <a:lnTo>
                    <a:pt x="-76304" y="1400634"/>
                  </a:lnTo>
                  <a:lnTo>
                    <a:pt x="-54311" y="1459336"/>
                  </a:lnTo>
                  <a:lnTo>
                    <a:pt x="2000" y="1471143"/>
                  </a:lnTo>
                  <a:lnTo>
                    <a:pt x="62000" y="1471515"/>
                  </a:lnTo>
                  <a:lnTo>
                    <a:pt x="78000" y="1479366"/>
                  </a:lnTo>
                </a:path>
              </a:pathLst>
            </a:custGeom>
            <a:noFill/>
            <a:ln w="10000" cap="rnd">
              <a:solidFill>
                <a:srgbClr val="191919"/>
              </a:solidFill>
              <a:round/>
            </a:ln>
          </p:spPr>
        </p:sp>
        <p:sp>
          <p:nvSpPr>
            <p:cNvPr id="359" name="Callout"/>
            <p:cNvSpPr/>
            <p:nvPr/>
          </p:nvSpPr>
          <p:spPr>
            <a:xfrm>
              <a:off x="4118244" y="3935018"/>
              <a:ext cy="413333" cx="3287647"/>
            </a:xfrm>
            <a:custGeom>
              <a:avLst/>
              <a:gdLst>
                <a:gd fmla="*/ 133000 w 3287647" name="rtl"/>
                <a:gd fmla="*/ 89000 h 413333" name="rtt"/>
                <a:gd fmla="*/ 3159667 w 3287647" name="rtr"/>
                <a:gd fmla="*/ 342333 h 413333" name="rtb"/>
              </a:gdLst>
              <a:ahLst/>
              <a:cxnLst/>
              <a:rect r="rtr" b="rtb" l="rtl" t="rtt"/>
              <a:pathLst>
                <a:path w="3287647" h="413333">
                  <a:moveTo>
                    <a:pt x="3013" y="23484"/>
                  </a:moveTo>
                  <a:cubicBezTo>
                    <a:pt x="5605" y="13882"/>
                    <a:pt x="11336" y="7567"/>
                    <a:pt x="20273" y="4471"/>
                  </a:cubicBezTo>
                  <a:cubicBezTo>
                    <a:pt x="39403" y="-2155"/>
                    <a:pt x="59694" y="632"/>
                    <a:pt x="80030" y="2334"/>
                  </a:cubicBezTo>
                  <a:cubicBezTo>
                    <a:pt x="100145" y="4018"/>
                    <a:pt x="119988" y="3542"/>
                    <a:pt x="140006" y="3059"/>
                  </a:cubicBezTo>
                  <a:cubicBezTo>
                    <a:pt x="160180" y="2572"/>
                    <a:pt x="180000" y="2405"/>
                    <a:pt x="200001" y="2286"/>
                  </a:cubicBezTo>
                  <a:cubicBezTo>
                    <a:pt x="220193" y="2167"/>
                    <a:pt x="240020" y="1830"/>
                    <a:pt x="260024" y="1255"/>
                  </a:cubicBezTo>
                  <a:cubicBezTo>
                    <a:pt x="280224" y="675"/>
                    <a:pt x="300051" y="-202"/>
                    <a:pt x="320054" y="-1204"/>
                  </a:cubicBezTo>
                  <a:cubicBezTo>
                    <a:pt x="340209" y="-2213"/>
                    <a:pt x="360011" y="-2950"/>
                    <a:pt x="380003" y="-3362"/>
                  </a:cubicBezTo>
                  <a:cubicBezTo>
                    <a:pt x="400208" y="-3777"/>
                    <a:pt x="420044" y="-3444"/>
                    <a:pt x="440052" y="-2637"/>
                  </a:cubicBezTo>
                  <a:cubicBezTo>
                    <a:pt x="460236" y="-1823"/>
                    <a:pt x="480047" y="-755"/>
                    <a:pt x="500043" y="238"/>
                  </a:cubicBezTo>
                  <a:cubicBezTo>
                    <a:pt x="520199" y="1238"/>
                    <a:pt x="540008" y="1867"/>
                    <a:pt x="560004" y="2255"/>
                  </a:cubicBezTo>
                  <a:cubicBezTo>
                    <a:pt x="580191" y="2647"/>
                    <a:pt x="600016" y="2517"/>
                    <a:pt x="620019" y="2053"/>
                  </a:cubicBezTo>
                  <a:cubicBezTo>
                    <a:pt x="640248" y="1584"/>
                    <a:pt x="660092" y="581"/>
                    <a:pt x="680103" y="-729"/>
                  </a:cubicBezTo>
                  <a:cubicBezTo>
                    <a:pt x="700255" y="-2047"/>
                    <a:pt x="720047" y="-3295"/>
                    <a:pt x="740036" y="-4288"/>
                  </a:cubicBezTo>
                  <a:cubicBezTo>
                    <a:pt x="760194" y="-5290"/>
                    <a:pt x="780007" y="-5605"/>
                    <a:pt x="800005" y="-5490"/>
                  </a:cubicBezTo>
                  <a:cubicBezTo>
                    <a:pt x="820271" y="-5372"/>
                    <a:pt x="840138" y="-4391"/>
                    <a:pt x="860158" y="-2850"/>
                  </a:cubicBezTo>
                  <a:cubicBezTo>
                    <a:pt x="880367" y="-1295"/>
                    <a:pt x="900179" y="626"/>
                    <a:pt x="920176" y="2549"/>
                  </a:cubicBezTo>
                  <a:cubicBezTo>
                    <a:pt x="940264" y="4480"/>
                    <a:pt x="960029" y="5727"/>
                    <a:pt x="980008" y="6383"/>
                  </a:cubicBezTo>
                  <a:cubicBezTo>
                    <a:pt x="1000210" y="7047"/>
                    <a:pt x="1020050" y="6698"/>
                    <a:pt x="1040060" y="5822"/>
                  </a:cubicBezTo>
                  <a:cubicBezTo>
                    <a:pt x="1060288" y="4936"/>
                    <a:pt x="1080122" y="3542"/>
                    <a:pt x="1100129" y="1978"/>
                  </a:cubicBezTo>
                  <a:cubicBezTo>
                    <a:pt x="1120254" y="404"/>
                    <a:pt x="1140034" y="-811"/>
                    <a:pt x="1160018" y="-1614"/>
                  </a:cubicBezTo>
                  <a:cubicBezTo>
                    <a:pt x="1180182" y="-2424"/>
                    <a:pt x="1200000" y="-2646"/>
                    <a:pt x="1220000" y="-2651"/>
                  </a:cubicBezTo>
                  <a:cubicBezTo>
                    <a:pt x="1240182" y="-2651"/>
                    <a:pt x="1260002" y="-2470"/>
                    <a:pt x="1280003" y="-2235"/>
                  </a:cubicBezTo>
                  <a:cubicBezTo>
                    <a:pt x="1300182" y="-1997"/>
                    <a:pt x="1320001" y="-1789"/>
                    <a:pt x="1340001" y="-1633"/>
                  </a:cubicBezTo>
                  <a:cubicBezTo>
                    <a:pt x="1363197" y="-1452"/>
                    <a:pt x="1385915" y="-1168"/>
                    <a:pt x="1408977" y="-693"/>
                  </a:cubicBezTo>
                  <a:cubicBezTo>
                    <a:pt x="1427694" y="-307"/>
                    <a:pt x="1437674" y="-6036"/>
                    <a:pt x="1439064" y="-18141"/>
                  </a:cubicBezTo>
                  <a:cubicBezTo>
                    <a:pt x="1441385" y="-38352"/>
                    <a:pt x="1432356" y="-57174"/>
                    <a:pt x="1424194" y="-76204"/>
                  </a:cubicBezTo>
                  <a:cubicBezTo>
                    <a:pt x="1416238" y="-94752"/>
                    <a:pt x="1409891" y="-113536"/>
                    <a:pt x="1403017" y="-132316"/>
                  </a:cubicBezTo>
                  <a:cubicBezTo>
                    <a:pt x="1399675" y="-141446"/>
                    <a:pt x="1398172" y="-147747"/>
                    <a:pt x="1398589" y="-151256"/>
                  </a:cubicBezTo>
                  <a:cubicBezTo>
                    <a:pt x="1401119" y="-172522"/>
                    <a:pt x="1425864" y="-143978"/>
                    <a:pt x="1446024" y="-122514"/>
                  </a:cubicBezTo>
                  <a:cubicBezTo>
                    <a:pt x="1459849" y="-107795"/>
                    <a:pt x="1474850" y="-94794"/>
                    <a:pt x="1489918" y="-81601"/>
                  </a:cubicBezTo>
                  <a:cubicBezTo>
                    <a:pt x="1505156" y="-68262"/>
                    <a:pt x="1520144" y="-55200"/>
                    <a:pt x="1535537" y="-42327"/>
                  </a:cubicBezTo>
                  <a:cubicBezTo>
                    <a:pt x="1550091" y="-30154"/>
                    <a:pt x="1566036" y="-21947"/>
                    <a:pt x="1583570" y="-17297"/>
                  </a:cubicBezTo>
                  <a:cubicBezTo>
                    <a:pt x="1590072" y="-15573"/>
                    <a:pt x="1596619" y="-14359"/>
                    <a:pt x="1603203" y="-13505"/>
                  </a:cubicBezTo>
                  <a:cubicBezTo>
                    <a:pt x="1629859" y="-10048"/>
                    <a:pt x="1656247" y="-11632"/>
                    <a:pt x="1683122" y="-11067"/>
                  </a:cubicBezTo>
                  <a:cubicBezTo>
                    <a:pt x="1689791" y="-10926"/>
                    <a:pt x="1696460" y="-10755"/>
                    <a:pt x="1703149" y="-10556"/>
                  </a:cubicBezTo>
                  <a:cubicBezTo>
                    <a:pt x="1723336" y="-9958"/>
                    <a:pt x="1743156" y="-9170"/>
                    <a:pt x="1763157" y="-8356"/>
                  </a:cubicBezTo>
                  <a:cubicBezTo>
                    <a:pt x="1783323" y="-7536"/>
                    <a:pt x="1803134" y="-6916"/>
                    <a:pt x="1823130" y="-6476"/>
                  </a:cubicBezTo>
                  <a:cubicBezTo>
                    <a:pt x="1843386" y="-6029"/>
                    <a:pt x="1863251" y="-5186"/>
                    <a:pt x="1883271" y="-3762"/>
                  </a:cubicBezTo>
                  <a:cubicBezTo>
                    <a:pt x="1903530" y="-2321"/>
                    <a:pt x="1923370" y="-263"/>
                    <a:pt x="1943379" y="1969"/>
                  </a:cubicBezTo>
                  <a:cubicBezTo>
                    <a:pt x="1963458" y="4209"/>
                    <a:pt x="1983209" y="5993"/>
                    <a:pt x="2003181" y="7301"/>
                  </a:cubicBezTo>
                  <a:cubicBezTo>
                    <a:pt x="2023318" y="8619"/>
                    <a:pt x="2043127" y="9115"/>
                    <a:pt x="2063125" y="9222"/>
                  </a:cubicBezTo>
                  <a:cubicBezTo>
                    <a:pt x="2083310" y="9329"/>
                    <a:pt x="2103133" y="9042"/>
                    <a:pt x="2123134" y="8628"/>
                  </a:cubicBezTo>
                  <a:cubicBezTo>
                    <a:pt x="2143324" y="8210"/>
                    <a:pt x="2163148" y="7637"/>
                    <a:pt x="2183150" y="6959"/>
                  </a:cubicBezTo>
                  <a:cubicBezTo>
                    <a:pt x="2203318" y="6276"/>
                    <a:pt x="2223129" y="5777"/>
                    <a:pt x="2243125" y="5525"/>
                  </a:cubicBezTo>
                  <a:cubicBezTo>
                    <a:pt x="2263305" y="5270"/>
                    <a:pt x="2283126" y="5157"/>
                    <a:pt x="2303127" y="4963"/>
                  </a:cubicBezTo>
                  <a:cubicBezTo>
                    <a:pt x="2323330" y="4768"/>
                    <a:pt x="2343163" y="4222"/>
                    <a:pt x="2363168" y="3404"/>
                  </a:cubicBezTo>
                  <a:cubicBezTo>
                    <a:pt x="2383336" y="2579"/>
                    <a:pt x="2403142" y="1771"/>
                    <a:pt x="2423136" y="1170"/>
                  </a:cubicBezTo>
                  <a:cubicBezTo>
                    <a:pt x="2443317" y="563"/>
                    <a:pt x="2463141" y="90"/>
                    <a:pt x="2483143" y="-469"/>
                  </a:cubicBezTo>
                  <a:cubicBezTo>
                    <a:pt x="2503366" y="-1034"/>
                    <a:pt x="2523210" y="-1974"/>
                    <a:pt x="2543220" y="-3223"/>
                  </a:cubicBezTo>
                  <a:cubicBezTo>
                    <a:pt x="2563375" y="-4480"/>
                    <a:pt x="2583167" y="-5686"/>
                    <a:pt x="2603156" y="-6631"/>
                  </a:cubicBezTo>
                  <a:cubicBezTo>
                    <a:pt x="2623314" y="-7585"/>
                    <a:pt x="2643126" y="-7958"/>
                    <a:pt x="2663125" y="-8014"/>
                  </a:cubicBezTo>
                  <a:cubicBezTo>
                    <a:pt x="2683307" y="-8070"/>
                    <a:pt x="2703128" y="-7837"/>
                    <a:pt x="2723129" y="-7543"/>
                  </a:cubicBezTo>
                  <a:cubicBezTo>
                    <a:pt x="2743307" y="-7246"/>
                    <a:pt x="2763125" y="-7018"/>
                    <a:pt x="2783125" y="-6872"/>
                  </a:cubicBezTo>
                  <a:cubicBezTo>
                    <a:pt x="2803307" y="-6725"/>
                    <a:pt x="2823129" y="-6551"/>
                    <a:pt x="2843130" y="-6270"/>
                  </a:cubicBezTo>
                  <a:cubicBezTo>
                    <a:pt x="2863360" y="-5985"/>
                    <a:pt x="2883208" y="-5209"/>
                    <a:pt x="2903221" y="-4013"/>
                  </a:cubicBezTo>
                  <a:cubicBezTo>
                    <a:pt x="2923390" y="-2808"/>
                    <a:pt x="2943188" y="-1478"/>
                    <a:pt x="2963179" y="-319"/>
                  </a:cubicBezTo>
                  <a:cubicBezTo>
                    <a:pt x="2983325" y="850"/>
                    <a:pt x="3003131" y="1488"/>
                    <a:pt x="3023126" y="1807"/>
                  </a:cubicBezTo>
                  <a:cubicBezTo>
                    <a:pt x="3043367" y="2128"/>
                    <a:pt x="3063224" y="1562"/>
                    <a:pt x="3083240" y="337"/>
                  </a:cubicBezTo>
                  <a:cubicBezTo>
                    <a:pt x="3103475" y="-902"/>
                    <a:pt x="3123302" y="-2708"/>
                    <a:pt x="3143306" y="-4616"/>
                  </a:cubicBezTo>
                  <a:cubicBezTo>
                    <a:pt x="3163402" y="-6534"/>
                    <a:pt x="3183169" y="-7937"/>
                    <a:pt x="3203147" y="-8852"/>
                  </a:cubicBezTo>
                  <a:cubicBezTo>
                    <a:pt x="3223604" y="-9788"/>
                    <a:pt x="3242716" y="-6315"/>
                    <a:pt x="3260995" y="1260"/>
                  </a:cubicBezTo>
                  <a:cubicBezTo>
                    <a:pt x="3279345" y="8866"/>
                    <a:pt x="3289508" y="22621"/>
                    <a:pt x="3293038" y="40119"/>
                  </a:cubicBezTo>
                  <a:cubicBezTo>
                    <a:pt x="3297035" y="59930"/>
                    <a:pt x="3295080" y="79912"/>
                    <a:pt x="3293643" y="100032"/>
                  </a:cubicBezTo>
                  <a:cubicBezTo>
                    <a:pt x="3292205" y="120163"/>
                    <a:pt x="3292179" y="139992"/>
                    <a:pt x="3292326" y="160001"/>
                  </a:cubicBezTo>
                  <a:cubicBezTo>
                    <a:pt x="3292475" y="180189"/>
                    <a:pt x="3292773" y="200013"/>
                    <a:pt x="3293241" y="220015"/>
                  </a:cubicBezTo>
                  <a:cubicBezTo>
                    <a:pt x="3293713" y="240202"/>
                    <a:pt x="3294355" y="260023"/>
                    <a:pt x="3295044" y="280024"/>
                  </a:cubicBezTo>
                  <a:cubicBezTo>
                    <a:pt x="3295738" y="300193"/>
                    <a:pt x="3296218" y="320004"/>
                    <a:pt x="3296478" y="340001"/>
                  </a:cubicBezTo>
                  <a:cubicBezTo>
                    <a:pt x="3296719" y="358491"/>
                    <a:pt x="3292421" y="374903"/>
                    <a:pt x="3283587" y="389593"/>
                  </a:cubicBezTo>
                  <a:cubicBezTo>
                    <a:pt x="3273241" y="406800"/>
                    <a:pt x="3256563" y="414953"/>
                    <a:pt x="3237589" y="417592"/>
                  </a:cubicBezTo>
                  <a:cubicBezTo>
                    <a:pt x="3217586" y="420375"/>
                    <a:pt x="3197688" y="418995"/>
                    <a:pt x="3177630" y="417963"/>
                  </a:cubicBezTo>
                  <a:cubicBezTo>
                    <a:pt x="3157467" y="416927"/>
                    <a:pt x="3137638" y="416632"/>
                    <a:pt x="3117632" y="416208"/>
                  </a:cubicBezTo>
                  <a:cubicBezTo>
                    <a:pt x="3097425" y="415779"/>
                    <a:pt x="3077593" y="414960"/>
                    <a:pt x="3057587" y="413942"/>
                  </a:cubicBezTo>
                  <a:cubicBezTo>
                    <a:pt x="3037431" y="412916"/>
                    <a:pt x="3017631" y="412074"/>
                    <a:pt x="2997639" y="411527"/>
                  </a:cubicBezTo>
                  <a:cubicBezTo>
                    <a:pt x="2977466" y="410975"/>
                    <a:pt x="2957647" y="410766"/>
                    <a:pt x="2937646" y="410625"/>
                  </a:cubicBezTo>
                  <a:cubicBezTo>
                    <a:pt x="2917454" y="410482"/>
                    <a:pt x="2897628" y="410151"/>
                    <a:pt x="2877625" y="409595"/>
                  </a:cubicBezTo>
                  <a:cubicBezTo>
                    <a:pt x="2857431" y="409034"/>
                    <a:pt x="2837608" y="408228"/>
                    <a:pt x="2817606" y="407342"/>
                  </a:cubicBezTo>
                  <a:cubicBezTo>
                    <a:pt x="2797444" y="406449"/>
                    <a:pt x="2777638" y="405784"/>
                    <a:pt x="2757643" y="405369"/>
                  </a:cubicBezTo>
                  <a:cubicBezTo>
                    <a:pt x="2737462" y="404950"/>
                    <a:pt x="2717639" y="405008"/>
                    <a:pt x="2697638" y="405325"/>
                  </a:cubicBezTo>
                  <a:cubicBezTo>
                    <a:pt x="2677454" y="405646"/>
                    <a:pt x="2657635" y="406146"/>
                    <a:pt x="2637635" y="406647"/>
                  </a:cubicBezTo>
                  <a:cubicBezTo>
                    <a:pt x="2617459" y="407153"/>
                    <a:pt x="2597642" y="407552"/>
                    <a:pt x="2577643" y="407879"/>
                  </a:cubicBezTo>
                  <a:cubicBezTo>
                    <a:pt x="2557462" y="408208"/>
                    <a:pt x="2537641" y="408226"/>
                    <a:pt x="2517641" y="407990"/>
                  </a:cubicBezTo>
                  <a:cubicBezTo>
                    <a:pt x="2497438" y="407751"/>
                    <a:pt x="2477607" y="407105"/>
                    <a:pt x="2457601" y="406239"/>
                  </a:cubicBezTo>
                  <a:cubicBezTo>
                    <a:pt x="2437417" y="405365"/>
                    <a:pt x="2417600" y="404373"/>
                    <a:pt x="2397601" y="403388"/>
                  </a:cubicBezTo>
                  <a:cubicBezTo>
                    <a:pt x="2377443" y="402396"/>
                    <a:pt x="2357638" y="401928"/>
                    <a:pt x="2337643" y="401942"/>
                  </a:cubicBezTo>
                  <a:cubicBezTo>
                    <a:pt x="2317379" y="401942"/>
                    <a:pt x="2297512" y="402907"/>
                    <a:pt x="2277492" y="404434"/>
                  </a:cubicBezTo>
                  <a:cubicBezTo>
                    <a:pt x="2257295" y="405975"/>
                    <a:pt x="2237488" y="407832"/>
                    <a:pt x="2217493" y="409649"/>
                  </a:cubicBezTo>
                  <a:cubicBezTo>
                    <a:pt x="2197395" y="411474"/>
                    <a:pt x="2177621" y="412641"/>
                    <a:pt x="2157639" y="413273"/>
                  </a:cubicBezTo>
                  <a:cubicBezTo>
                    <a:pt x="2137443" y="413912"/>
                    <a:pt x="2117607" y="413630"/>
                    <a:pt x="2097600" y="412862"/>
                  </a:cubicBezTo>
                  <a:cubicBezTo>
                    <a:pt x="2077362" y="412085"/>
                    <a:pt x="2057519" y="410750"/>
                    <a:pt x="2037509" y="409171"/>
                  </a:cubicBezTo>
                  <a:cubicBezTo>
                    <a:pt x="2017367" y="407582"/>
                    <a:pt x="1997580" y="406138"/>
                    <a:pt x="1977593" y="404953"/>
                  </a:cubicBezTo>
                  <a:cubicBezTo>
                    <a:pt x="1957408" y="403756"/>
                    <a:pt x="1937579" y="403668"/>
                    <a:pt x="1917576" y="404449"/>
                  </a:cubicBezTo>
                  <a:cubicBezTo>
                    <a:pt x="1897171" y="405245"/>
                    <a:pt x="1877242" y="407357"/>
                    <a:pt x="1857196" y="410131"/>
                  </a:cubicBezTo>
                  <a:cubicBezTo>
                    <a:pt x="1837033" y="412921"/>
                    <a:pt x="1817268" y="415905"/>
                    <a:pt x="1797289" y="418721"/>
                  </a:cubicBezTo>
                  <a:cubicBezTo>
                    <a:pt x="1777310" y="421536"/>
                    <a:pt x="1757598" y="423002"/>
                    <a:pt x="1737643" y="423358"/>
                  </a:cubicBezTo>
                  <a:cubicBezTo>
                    <a:pt x="1717331" y="423721"/>
                    <a:pt x="1697432" y="422468"/>
                    <a:pt x="1677397" y="420497"/>
                  </a:cubicBezTo>
                  <a:cubicBezTo>
                    <a:pt x="1657205" y="418510"/>
                    <a:pt x="1637414" y="416208"/>
                    <a:pt x="1617425" y="414002"/>
                  </a:cubicBezTo>
                  <a:cubicBezTo>
                    <a:pt x="1597360" y="411787"/>
                    <a:pt x="1577602" y="410317"/>
                    <a:pt x="1557626" y="409405"/>
                  </a:cubicBezTo>
                  <a:cubicBezTo>
                    <a:pt x="1537466" y="408485"/>
                    <a:pt x="1517647" y="408169"/>
                    <a:pt x="1497646" y="407988"/>
                  </a:cubicBezTo>
                  <a:cubicBezTo>
                    <a:pt x="1477465" y="407806"/>
                    <a:pt x="1457645" y="407830"/>
                    <a:pt x="1437644" y="408004"/>
                  </a:cubicBezTo>
                  <a:cubicBezTo>
                    <a:pt x="1417463" y="408180"/>
                    <a:pt x="1397643" y="408466"/>
                    <a:pt x="1377643" y="408750"/>
                  </a:cubicBezTo>
                  <a:cubicBezTo>
                    <a:pt x="1357465" y="409037"/>
                    <a:pt x="1337646" y="409240"/>
                    <a:pt x="1317646" y="409381"/>
                  </a:cubicBezTo>
                  <a:cubicBezTo>
                    <a:pt x="1297465" y="409523"/>
                    <a:pt x="1277645" y="409673"/>
                    <a:pt x="1257644" y="409886"/>
                  </a:cubicBezTo>
                  <a:cubicBezTo>
                    <a:pt x="1237463" y="410100"/>
                    <a:pt x="1217643" y="410374"/>
                    <a:pt x="1197643" y="410656"/>
                  </a:cubicBezTo>
                  <a:cubicBezTo>
                    <a:pt x="1177464" y="410940"/>
                    <a:pt x="1157646" y="411167"/>
                    <a:pt x="1137646" y="411346"/>
                  </a:cubicBezTo>
                  <a:cubicBezTo>
                    <a:pt x="1117456" y="411526"/>
                    <a:pt x="1097630" y="411855"/>
                    <a:pt x="1077627" y="412386"/>
                  </a:cubicBezTo>
                  <a:cubicBezTo>
                    <a:pt x="1057432" y="412922"/>
                    <a:pt x="1037607" y="413712"/>
                    <a:pt x="1017604" y="414607"/>
                  </a:cubicBezTo>
                  <a:cubicBezTo>
                    <a:pt x="997443" y="415508"/>
                    <a:pt x="977637" y="416187"/>
                    <a:pt x="957643" y="416603"/>
                  </a:cubicBezTo>
                  <a:cubicBezTo>
                    <a:pt x="937455" y="417022"/>
                    <a:pt x="917628" y="416863"/>
                    <a:pt x="897625" y="416353"/>
                  </a:cubicBezTo>
                  <a:cubicBezTo>
                    <a:pt x="877406" y="415838"/>
                    <a:pt x="857569" y="414853"/>
                    <a:pt x="837561" y="413634"/>
                  </a:cubicBezTo>
                  <a:cubicBezTo>
                    <a:pt x="817400" y="412404"/>
                    <a:pt x="797600" y="411229"/>
                    <a:pt x="777607" y="410231"/>
                  </a:cubicBezTo>
                  <a:cubicBezTo>
                    <a:pt x="757433" y="409225"/>
                    <a:pt x="737614" y="409057"/>
                    <a:pt x="717614" y="409552"/>
                  </a:cubicBezTo>
                  <a:cubicBezTo>
                    <a:pt x="697394" y="410052"/>
                    <a:pt x="677562" y="411210"/>
                    <a:pt x="657557" y="412523"/>
                  </a:cubicBezTo>
                  <a:cubicBezTo>
                    <a:pt x="637418" y="413844"/>
                    <a:pt x="617627" y="414821"/>
                    <a:pt x="597638" y="415421"/>
                  </a:cubicBezTo>
                  <a:cubicBezTo>
                    <a:pt x="577466" y="416027"/>
                    <a:pt x="557647" y="416251"/>
                    <a:pt x="537645" y="416428"/>
                  </a:cubicBezTo>
                  <a:cubicBezTo>
                    <a:pt x="517451" y="416606"/>
                    <a:pt x="497623" y="417002"/>
                    <a:pt x="477620" y="417630"/>
                  </a:cubicBezTo>
                  <a:cubicBezTo>
                    <a:pt x="457434" y="418263"/>
                    <a:pt x="437615" y="419070"/>
                    <a:pt x="417615" y="419882"/>
                  </a:cubicBezTo>
                  <a:cubicBezTo>
                    <a:pt x="397452" y="420701"/>
                    <a:pt x="377642" y="421225"/>
                    <a:pt x="357646" y="421491"/>
                  </a:cubicBezTo>
                  <a:cubicBezTo>
                    <a:pt x="337419" y="421760"/>
                    <a:pt x="317570" y="421257"/>
                    <a:pt x="297558" y="420183"/>
                  </a:cubicBezTo>
                  <a:cubicBezTo>
                    <a:pt x="277273" y="419095"/>
                    <a:pt x="257409" y="417272"/>
                    <a:pt x="237390" y="415114"/>
                  </a:cubicBezTo>
                  <a:cubicBezTo>
                    <a:pt x="217292" y="412948"/>
                    <a:pt x="197540" y="411043"/>
                    <a:pt x="177568" y="409558"/>
                  </a:cubicBezTo>
                  <a:cubicBezTo>
                    <a:pt x="157443" y="408062"/>
                    <a:pt x="137640" y="407338"/>
                    <a:pt x="117645" y="406979"/>
                  </a:cubicBezTo>
                  <a:cubicBezTo>
                    <a:pt x="97451" y="406617"/>
                    <a:pt x="77621" y="406255"/>
                    <a:pt x="57616" y="405619"/>
                  </a:cubicBezTo>
                  <a:cubicBezTo>
                    <a:pt x="46349" y="405261"/>
                    <a:pt x="37202" y="402639"/>
                    <a:pt x="30120" y="397749"/>
                  </a:cubicBezTo>
                  <a:cubicBezTo>
                    <a:pt x="13313" y="386147"/>
                    <a:pt x="11641" y="364736"/>
                    <a:pt x="11638" y="343331"/>
                  </a:cubicBezTo>
                  <a:cubicBezTo>
                    <a:pt x="11638" y="323103"/>
                    <a:pt x="11000" y="303257"/>
                    <a:pt x="9892" y="283246"/>
                  </a:cubicBezTo>
                  <a:cubicBezTo>
                    <a:pt x="8774" y="263063"/>
                    <a:pt x="7416" y="243257"/>
                    <a:pt x="6147" y="223262"/>
                  </a:cubicBezTo>
                  <a:cubicBezTo>
                    <a:pt x="4868" y="203121"/>
                    <a:pt x="4066" y="183321"/>
                    <a:pt x="3591" y="163328"/>
                  </a:cubicBezTo>
                  <a:cubicBezTo>
                    <a:pt x="3112" y="143152"/>
                    <a:pt x="2911" y="123332"/>
                    <a:pt x="2719" y="103331"/>
                  </a:cubicBezTo>
                  <a:cubicBezTo>
                    <a:pt x="2460" y="76452"/>
                    <a:pt x="-3994" y="49434"/>
                    <a:pt x="3013" y="23484"/>
                  </a:cubicBezTo>
                  <a:close/>
                </a:path>
              </a:pathLst>
            </a:custGeom>
            <a:solidFill>
              <a:srgbClr val="F9EACE"/>
            </a:solidFill>
            <a:ln w="10000" cap="flat">
              <a:solidFill>
                <a:srgbClr val="38A7B0"/>
              </a:solidFill>
              <a:round/>
            </a:ln>
          </p:spPr>
          <p:txBody>
            <a:bodyPr anchor="ctr" lIns="0" wrap="none" rtlCol="0" rIns="0" tIns="0" bIns="11000"/>
            <a:lstStyle/>
            <a:p>
              <a:pPr algn="ctr">
                <a:lnSpc>
                  <a:spcPct val="100000"/>
                </a:lnSpc>
              </a:pPr>
              <a:r>
                <a:rPr sz="1600">
                  <a:solidFill>
                    <a:srgbClr val="0070C0"/>
                  </a:solidFill>
                  <a:latin typeface="標楷體"/>
                </a:rPr>
                <a:t>法輪功「九評共產黨」文字片段</a:t>
              </a:r>
            </a:p>
          </p:txBody>
        </p:sp>
        <p:sp>
          <p:nvSpPr>
            <p:cNvPr id="329" name="MainTopic"/>
            <p:cNvSpPr/>
            <p:nvPr/>
          </p:nvSpPr>
          <p:spPr>
            <a:xfrm>
              <a:off x="1153816" y="936286"/>
              <a:ext cy="433333" cx="2740400"/>
            </a:xfrm>
            <a:custGeom>
              <a:avLst/>
              <a:gdLst>
                <a:gd fmla="*/ 148200 w 2740400" name="rtl"/>
                <a:gd fmla="*/ 99000 h 433333" name="rtt"/>
                <a:gd fmla="*/ 2518200 w 2740400" name="rtr"/>
                <a:gd fmla="*/ 352333 h 433333" name="rtb"/>
              </a:gdLst>
              <a:ahLst/>
              <a:cxnLst/>
              <a:rect r="rtr" b="rtb" l="rtl" t="rtt"/>
              <a:pathLst>
                <a:path w="2740400" h="433333">
                  <a:moveTo>
                    <a:pt x="216667" y="0"/>
                  </a:moveTo>
                  <a:lnTo>
                    <a:pt x="276667" y="3559"/>
                  </a:lnTo>
                  <a:lnTo>
                    <a:pt x="336667" y="3153"/>
                  </a:lnTo>
                  <a:lnTo>
                    <a:pt x="396667" y="2404"/>
                  </a:lnTo>
                  <a:lnTo>
                    <a:pt x="456667" y="2060"/>
                  </a:lnTo>
                  <a:lnTo>
                    <a:pt x="516667" y="-123"/>
                  </a:lnTo>
                  <a:lnTo>
                    <a:pt x="576667" y="-3287"/>
                  </a:lnTo>
                  <a:lnTo>
                    <a:pt x="636667" y="-3849"/>
                  </a:lnTo>
                  <a:lnTo>
                    <a:pt x="696667" y="-610"/>
                  </a:lnTo>
                  <a:lnTo>
                    <a:pt x="756667" y="2087"/>
                  </a:lnTo>
                  <a:lnTo>
                    <a:pt x="816667" y="2807"/>
                  </a:lnTo>
                  <a:lnTo>
                    <a:pt x="876667" y="829"/>
                  </a:lnTo>
                  <a:lnTo>
                    <a:pt x="936667" y="-3591"/>
                  </a:lnTo>
                  <a:lnTo>
                    <a:pt x="996667" y="-5982"/>
                  </a:lnTo>
                  <a:lnTo>
                    <a:pt x="1056667" y="-4870"/>
                  </a:lnTo>
                  <a:lnTo>
                    <a:pt x="1116667" y="699"/>
                  </a:lnTo>
                  <a:lnTo>
                    <a:pt x="1176667" y="6301"/>
                  </a:lnTo>
                  <a:lnTo>
                    <a:pt x="1236667" y="7118"/>
                  </a:lnTo>
                  <a:lnTo>
                    <a:pt x="1296667" y="3636"/>
                  </a:lnTo>
                  <a:lnTo>
                    <a:pt x="1356667" y="-1238"/>
                  </a:lnTo>
                  <a:lnTo>
                    <a:pt x="1416667" y="-2793"/>
                  </a:lnTo>
                  <a:lnTo>
                    <a:pt x="1476667" y="-2499"/>
                  </a:lnTo>
                  <a:lnTo>
                    <a:pt x="1536667" y="-1730"/>
                  </a:lnTo>
                  <a:lnTo>
                    <a:pt x="1596667" y="-1379"/>
                  </a:lnTo>
                  <a:lnTo>
                    <a:pt x="1656667" y="-573"/>
                  </a:lnTo>
                  <a:lnTo>
                    <a:pt x="1716667" y="3318"/>
                  </a:lnTo>
                  <a:lnTo>
                    <a:pt x="1776667" y="7991"/>
                  </a:lnTo>
                  <a:lnTo>
                    <a:pt x="1836667" y="8968"/>
                  </a:lnTo>
                  <a:lnTo>
                    <a:pt x="1896667" y="6698"/>
                  </a:lnTo>
                  <a:lnTo>
                    <a:pt x="1956667" y="2050"/>
                  </a:lnTo>
                  <a:lnTo>
                    <a:pt x="2016667" y="-630"/>
                  </a:lnTo>
                  <a:lnTo>
                    <a:pt x="2076667" y="-2565"/>
                  </a:lnTo>
                  <a:lnTo>
                    <a:pt x="2136667" y="-7661"/>
                  </a:lnTo>
                  <a:lnTo>
                    <a:pt x="2196667" y="-11750"/>
                  </a:lnTo>
                  <a:lnTo>
                    <a:pt x="2256667" y="-11359"/>
                  </a:lnTo>
                  <a:lnTo>
                    <a:pt x="2316667" y="-9156"/>
                  </a:lnTo>
                  <a:lnTo>
                    <a:pt x="2376667" y="-6738"/>
                  </a:lnTo>
                  <a:lnTo>
                    <a:pt x="2436667" y="-5774"/>
                  </a:lnTo>
                  <a:lnTo>
                    <a:pt x="2496667" y="-351"/>
                  </a:lnTo>
                  <a:lnTo>
                    <a:pt x="2562328" y="10015"/>
                  </a:lnTo>
                  <a:lnTo>
                    <a:pt x="2616025" y="31052"/>
                  </a:lnTo>
                  <a:lnTo>
                    <a:pt x="2663433" y="63158"/>
                  </a:lnTo>
                  <a:lnTo>
                    <a:pt x="2701287" y="106458"/>
                  </a:lnTo>
                  <a:lnTo>
                    <a:pt x="2726788" y="158564"/>
                  </a:lnTo>
                  <a:lnTo>
                    <a:pt x="2735125" y="216667"/>
                  </a:lnTo>
                  <a:lnTo>
                    <a:pt x="2727906" y="274693"/>
                  </a:lnTo>
                  <a:lnTo>
                    <a:pt x="2706753" y="329821"/>
                  </a:lnTo>
                  <a:lnTo>
                    <a:pt x="2669713" y="376496"/>
                  </a:lnTo>
                  <a:lnTo>
                    <a:pt x="2621333" y="412058"/>
                  </a:lnTo>
                  <a:lnTo>
                    <a:pt x="2564996" y="435507"/>
                  </a:lnTo>
                  <a:lnTo>
                    <a:pt x="2503733" y="441556"/>
                  </a:lnTo>
                  <a:lnTo>
                    <a:pt x="2443733" y="441184"/>
                  </a:lnTo>
                  <a:lnTo>
                    <a:pt x="2383733" y="440266"/>
                  </a:lnTo>
                  <a:lnTo>
                    <a:pt x="2323733" y="440000"/>
                  </a:lnTo>
                  <a:lnTo>
                    <a:pt x="2263733" y="438928"/>
                  </a:lnTo>
                  <a:lnTo>
                    <a:pt x="2203733" y="434577"/>
                  </a:lnTo>
                  <a:lnTo>
                    <a:pt x="2143733" y="431562"/>
                  </a:lnTo>
                  <a:lnTo>
                    <a:pt x="2083733" y="431182"/>
                  </a:lnTo>
                  <a:lnTo>
                    <a:pt x="2023733" y="436033"/>
                  </a:lnTo>
                  <a:lnTo>
                    <a:pt x="1963733" y="441758"/>
                  </a:lnTo>
                  <a:lnTo>
                    <a:pt x="1903733" y="443524"/>
                  </a:lnTo>
                  <a:lnTo>
                    <a:pt x="1843733" y="441986"/>
                  </a:lnTo>
                  <a:lnTo>
                    <a:pt x="1783733" y="439081"/>
                  </a:lnTo>
                  <a:lnTo>
                    <a:pt x="1723733" y="437922"/>
                  </a:lnTo>
                  <a:lnTo>
                    <a:pt x="1663733" y="438296"/>
                  </a:lnTo>
                  <a:lnTo>
                    <a:pt x="1603733" y="440026"/>
                  </a:lnTo>
                  <a:lnTo>
                    <a:pt x="1543733" y="442127"/>
                  </a:lnTo>
                  <a:lnTo>
                    <a:pt x="1483733" y="442462"/>
                  </a:lnTo>
                  <a:lnTo>
                    <a:pt x="1423733" y="439889"/>
                  </a:lnTo>
                  <a:lnTo>
                    <a:pt x="1363733" y="437825"/>
                  </a:lnTo>
                  <a:lnTo>
                    <a:pt x="1303733" y="436913"/>
                  </a:lnTo>
                  <a:lnTo>
                    <a:pt x="1243733" y="435109"/>
                  </a:lnTo>
                  <a:lnTo>
                    <a:pt x="1183733" y="431755"/>
                  </a:lnTo>
                  <a:lnTo>
                    <a:pt x="1123733" y="430748"/>
                  </a:lnTo>
                  <a:lnTo>
                    <a:pt x="1063733" y="430370"/>
                  </a:lnTo>
                  <a:lnTo>
                    <a:pt x="1003733" y="428266"/>
                  </a:lnTo>
                  <a:lnTo>
                    <a:pt x="943733" y="425529"/>
                  </a:lnTo>
                  <a:lnTo>
                    <a:pt x="883733" y="424795"/>
                  </a:lnTo>
                  <a:lnTo>
                    <a:pt x="823733" y="426182"/>
                  </a:lnTo>
                  <a:lnTo>
                    <a:pt x="763733" y="427620"/>
                  </a:lnTo>
                  <a:lnTo>
                    <a:pt x="703733" y="428463"/>
                  </a:lnTo>
                  <a:lnTo>
                    <a:pt x="643733" y="427278"/>
                  </a:lnTo>
                  <a:lnTo>
                    <a:pt x="583733" y="424330"/>
                  </a:lnTo>
                  <a:lnTo>
                    <a:pt x="523733" y="421461"/>
                  </a:lnTo>
                  <a:lnTo>
                    <a:pt x="463733" y="422441"/>
                  </a:lnTo>
                  <a:lnTo>
                    <a:pt x="403733" y="427947"/>
                  </a:lnTo>
                  <a:lnTo>
                    <a:pt x="343733" y="433153"/>
                  </a:lnTo>
                  <a:lnTo>
                    <a:pt x="283733" y="434020"/>
                  </a:lnTo>
                  <a:lnTo>
                    <a:pt x="216667" y="430922"/>
                  </a:lnTo>
                  <a:lnTo>
                    <a:pt x="159464" y="417937"/>
                  </a:lnTo>
                  <a:lnTo>
                    <a:pt x="108221" y="392087"/>
                  </a:lnTo>
                  <a:lnTo>
                    <a:pt x="61496" y="358389"/>
                  </a:lnTo>
                  <a:lnTo>
                    <a:pt x="20304" y="314752"/>
                  </a:lnTo>
                  <a:lnTo>
                    <a:pt x="-6827" y="258801"/>
                  </a:lnTo>
                  <a:lnTo>
                    <a:pt x="-8721" y="195814"/>
                  </a:lnTo>
                  <a:lnTo>
                    <a:pt x="12020" y="137486"/>
                  </a:lnTo>
                  <a:lnTo>
                    <a:pt x="46481" y="88353"/>
                  </a:lnTo>
                  <a:lnTo>
                    <a:pt x="89059" y="48045"/>
                  </a:lnTo>
                  <a:lnTo>
                    <a:pt x="140146" y="19937"/>
                  </a:lnTo>
                  <a:lnTo>
                    <a:pt x="196757" y="5766"/>
                  </a:lnTo>
                  <a:lnTo>
                    <a:pt x="216667" y="0"/>
                  </a:lnTo>
                  <a:close/>
                </a:path>
              </a:pathLst>
            </a:custGeom>
            <a:solidFill>
              <a:srgbClr val="8E65F5"/>
            </a:solidFill>
            <a:ln w="30000" cap="flat">
              <a:solidFill>
                <a:srgbClr val="8E65F5"/>
              </a:solidFill>
              <a:round/>
            </a:ln>
          </p:spPr>
          <p:txBody>
            <a:bodyPr anchor="ctr" lIns="0" wrap="none" rtlCol="0" rIns="0" tIns="0" bIns="11000"/>
            <a:lstStyle/>
            <a:p>
              <a:pPr algn="ctr">
                <a:lnSpc>
                  <a:spcPct val="100000"/>
                </a:lnSpc>
              </a:pPr>
              <a:r>
                <a:rPr b="1" sz="1600">
                  <a:solidFill>
                    <a:srgbClr val="FFFFFF"/>
                  </a:solidFill>
                  <a:latin typeface="標楷體"/>
                </a:rPr>
                <a:t>8.影響實際效果之關鍵</a:t>
              </a:r>
            </a:p>
          </p:txBody>
        </p:sp>
        <p:grpSp>
          <p:nvGrpSpPr>
            <p:cNvPr id="465" name="Group 465"/>
            <p:cNvGrpSpPr/>
            <p:nvPr/>
          </p:nvGrpSpPr>
          <p:grpSpPr>
            <a:xfrm>
              <a:off x="1613816" y="1689619"/>
              <a:ext cy="293333" cx="3396667"/>
              <a:chOff x="1613816" y="1689619"/>
              <a:chExt cy="293333" cx="3396667"/>
            </a:xfrm>
          </p:grpSpPr>
          <p:sp>
            <p:nvSpPr>
              <p:cNvPr id="353" name="SubTopic"/>
              <p:cNvSpPr/>
              <p:nvPr/>
            </p:nvSpPr>
            <p:spPr>
              <a:xfrm>
                <a:off x="1613816" y="1689619"/>
                <a:ext cy="293333" cx="3396667"/>
              </a:xfrm>
              <a:custGeom>
                <a:avLst/>
                <a:gdLst/>
                <a:ahLst/>
                <a:cxnLst/>
                <a:pathLst>
                  <a:path w="3396667" stroke="false" h="293333">
                    <a:moveTo>
                      <a:pt x="0" y="0"/>
                    </a:moveTo>
                    <a:lnTo>
                      <a:pt x="60000" y="3559"/>
                    </a:lnTo>
                    <a:lnTo>
                      <a:pt x="120000" y="3153"/>
                    </a:lnTo>
                    <a:lnTo>
                      <a:pt x="180000" y="2404"/>
                    </a:lnTo>
                    <a:lnTo>
                      <a:pt x="240000" y="2060"/>
                    </a:lnTo>
                    <a:lnTo>
                      <a:pt x="300000" y="-123"/>
                    </a:lnTo>
                    <a:lnTo>
                      <a:pt x="360000" y="-3287"/>
                    </a:lnTo>
                    <a:lnTo>
                      <a:pt x="420000" y="-3849"/>
                    </a:lnTo>
                    <a:lnTo>
                      <a:pt x="480000" y="-610"/>
                    </a:lnTo>
                    <a:lnTo>
                      <a:pt x="540000" y="2087"/>
                    </a:lnTo>
                    <a:lnTo>
                      <a:pt x="600000" y="2807"/>
                    </a:lnTo>
                    <a:lnTo>
                      <a:pt x="660000" y="829"/>
                    </a:lnTo>
                    <a:lnTo>
                      <a:pt x="720000" y="-3591"/>
                    </a:lnTo>
                    <a:lnTo>
                      <a:pt x="780000" y="-5982"/>
                    </a:lnTo>
                    <a:lnTo>
                      <a:pt x="840000" y="-4870"/>
                    </a:lnTo>
                    <a:lnTo>
                      <a:pt x="900000" y="699"/>
                    </a:lnTo>
                    <a:lnTo>
                      <a:pt x="960000" y="6301"/>
                    </a:lnTo>
                    <a:lnTo>
                      <a:pt x="1020000" y="7118"/>
                    </a:lnTo>
                    <a:lnTo>
                      <a:pt x="1080000" y="3636"/>
                    </a:lnTo>
                    <a:lnTo>
                      <a:pt x="1140000" y="-1238"/>
                    </a:lnTo>
                    <a:lnTo>
                      <a:pt x="1200000" y="-2793"/>
                    </a:lnTo>
                    <a:lnTo>
                      <a:pt x="1260000" y="-2499"/>
                    </a:lnTo>
                    <a:lnTo>
                      <a:pt x="1320000" y="-1730"/>
                    </a:lnTo>
                    <a:lnTo>
                      <a:pt x="1380000" y="-1379"/>
                    </a:lnTo>
                    <a:lnTo>
                      <a:pt x="1440000" y="-573"/>
                    </a:lnTo>
                    <a:lnTo>
                      <a:pt x="1500000" y="3318"/>
                    </a:lnTo>
                    <a:lnTo>
                      <a:pt x="1560000" y="7991"/>
                    </a:lnTo>
                    <a:lnTo>
                      <a:pt x="1620000" y="8968"/>
                    </a:lnTo>
                    <a:lnTo>
                      <a:pt x="1680000" y="6698"/>
                    </a:lnTo>
                    <a:lnTo>
                      <a:pt x="1740000" y="2050"/>
                    </a:lnTo>
                    <a:lnTo>
                      <a:pt x="1800000" y="-630"/>
                    </a:lnTo>
                    <a:lnTo>
                      <a:pt x="1860000" y="-2565"/>
                    </a:lnTo>
                    <a:lnTo>
                      <a:pt x="1920000" y="-7661"/>
                    </a:lnTo>
                    <a:lnTo>
                      <a:pt x="1980000" y="-11750"/>
                    </a:lnTo>
                    <a:lnTo>
                      <a:pt x="2040000" y="-11359"/>
                    </a:lnTo>
                    <a:lnTo>
                      <a:pt x="2100000" y="-9156"/>
                    </a:lnTo>
                    <a:lnTo>
                      <a:pt x="2160000" y="-6738"/>
                    </a:lnTo>
                    <a:lnTo>
                      <a:pt x="2220000" y="-5774"/>
                    </a:lnTo>
                    <a:lnTo>
                      <a:pt x="2280000" y="-351"/>
                    </a:lnTo>
                    <a:lnTo>
                      <a:pt x="2340000" y="6481"/>
                    </a:lnTo>
                    <a:lnTo>
                      <a:pt x="2400000" y="9422"/>
                    </a:lnTo>
                    <a:lnTo>
                      <a:pt x="2460000" y="9111"/>
                    </a:lnTo>
                    <a:lnTo>
                      <a:pt x="2520000" y="7721"/>
                    </a:lnTo>
                    <a:lnTo>
                      <a:pt x="2580000" y="5519"/>
                    </a:lnTo>
                    <a:lnTo>
                      <a:pt x="2640000" y="5275"/>
                    </a:lnTo>
                    <a:lnTo>
                      <a:pt x="2700000" y="4465"/>
                    </a:lnTo>
                    <a:lnTo>
                      <a:pt x="2760000" y="1524"/>
                    </a:lnTo>
                    <a:lnTo>
                      <a:pt x="2820000" y="208"/>
                    </a:lnTo>
                    <a:lnTo>
                      <a:pt x="2880000" y="-1696"/>
                    </a:lnTo>
                    <a:lnTo>
                      <a:pt x="2940000" y="-5990"/>
                    </a:lnTo>
                    <a:lnTo>
                      <a:pt x="3000000" y="-8223"/>
                    </a:lnTo>
                    <a:lnTo>
                      <a:pt x="3060000" y="-7851"/>
                    </a:lnTo>
                    <a:lnTo>
                      <a:pt x="3120000" y="-6932"/>
                    </a:lnTo>
                    <a:lnTo>
                      <a:pt x="3180000" y="-6666"/>
                    </a:lnTo>
                    <a:lnTo>
                      <a:pt x="3240000" y="-5594"/>
                    </a:lnTo>
                    <a:lnTo>
                      <a:pt x="3300000" y="-1244"/>
                    </a:lnTo>
                    <a:lnTo>
                      <a:pt x="3360000" y="1771"/>
                    </a:lnTo>
                    <a:lnTo>
                      <a:pt x="3394515" y="30000"/>
                    </a:lnTo>
                    <a:lnTo>
                      <a:pt x="3399366" y="90000"/>
                    </a:lnTo>
                    <a:lnTo>
                      <a:pt x="3405092" y="150000"/>
                    </a:lnTo>
                    <a:lnTo>
                      <a:pt x="3406857" y="210000"/>
                    </a:lnTo>
                    <a:lnTo>
                      <a:pt x="3405319" y="270000"/>
                    </a:lnTo>
                    <a:lnTo>
                      <a:pt x="3356667" y="299081"/>
                    </a:lnTo>
                    <a:lnTo>
                      <a:pt x="3296667" y="297922"/>
                    </a:lnTo>
                    <a:lnTo>
                      <a:pt x="3236667" y="298296"/>
                    </a:lnTo>
                    <a:lnTo>
                      <a:pt x="3176667" y="300026"/>
                    </a:lnTo>
                    <a:lnTo>
                      <a:pt x="3116667" y="302127"/>
                    </a:lnTo>
                    <a:lnTo>
                      <a:pt x="3056667" y="302462"/>
                    </a:lnTo>
                    <a:lnTo>
                      <a:pt x="2996667" y="299889"/>
                    </a:lnTo>
                    <a:lnTo>
                      <a:pt x="2936667" y="297825"/>
                    </a:lnTo>
                    <a:lnTo>
                      <a:pt x="2876667" y="296913"/>
                    </a:lnTo>
                    <a:lnTo>
                      <a:pt x="2816667" y="295109"/>
                    </a:lnTo>
                    <a:lnTo>
                      <a:pt x="2756667" y="291755"/>
                    </a:lnTo>
                    <a:lnTo>
                      <a:pt x="2696667" y="290748"/>
                    </a:lnTo>
                    <a:lnTo>
                      <a:pt x="2636667" y="290370"/>
                    </a:lnTo>
                    <a:lnTo>
                      <a:pt x="2576667" y="288266"/>
                    </a:lnTo>
                    <a:lnTo>
                      <a:pt x="2516667" y="285529"/>
                    </a:lnTo>
                    <a:lnTo>
                      <a:pt x="2456667" y="284795"/>
                    </a:lnTo>
                    <a:lnTo>
                      <a:pt x="2396667" y="286182"/>
                    </a:lnTo>
                    <a:lnTo>
                      <a:pt x="2336667" y="287620"/>
                    </a:lnTo>
                    <a:lnTo>
                      <a:pt x="2276667" y="288463"/>
                    </a:lnTo>
                    <a:lnTo>
                      <a:pt x="2216667" y="287278"/>
                    </a:lnTo>
                    <a:lnTo>
                      <a:pt x="2156667" y="284330"/>
                    </a:lnTo>
                    <a:lnTo>
                      <a:pt x="2096667" y="281461"/>
                    </a:lnTo>
                    <a:lnTo>
                      <a:pt x="2036667" y="282441"/>
                    </a:lnTo>
                    <a:lnTo>
                      <a:pt x="1976667" y="287947"/>
                    </a:lnTo>
                    <a:lnTo>
                      <a:pt x="1916667" y="293153"/>
                    </a:lnTo>
                    <a:lnTo>
                      <a:pt x="1856667" y="294020"/>
                    </a:lnTo>
                    <a:lnTo>
                      <a:pt x="1796667" y="290922"/>
                    </a:lnTo>
                    <a:lnTo>
                      <a:pt x="1736667" y="285851"/>
                    </a:lnTo>
                    <a:lnTo>
                      <a:pt x="1676667" y="282870"/>
                    </a:lnTo>
                    <a:lnTo>
                      <a:pt x="1616667" y="286814"/>
                    </a:lnTo>
                    <a:lnTo>
                      <a:pt x="1556667" y="296115"/>
                    </a:lnTo>
                    <a:lnTo>
                      <a:pt x="1496667" y="304058"/>
                    </a:lnTo>
                    <a:lnTo>
                      <a:pt x="1436667" y="303003"/>
                    </a:lnTo>
                    <a:lnTo>
                      <a:pt x="1376667" y="296039"/>
                    </a:lnTo>
                    <a:lnTo>
                      <a:pt x="1316667" y="289790"/>
                    </a:lnTo>
                    <a:lnTo>
                      <a:pt x="1256667" y="288117"/>
                    </a:lnTo>
                    <a:lnTo>
                      <a:pt x="1196667" y="287695"/>
                    </a:lnTo>
                    <a:lnTo>
                      <a:pt x="1136667" y="288491"/>
                    </a:lnTo>
                    <a:lnTo>
                      <a:pt x="1076667" y="289298"/>
                    </a:lnTo>
                    <a:lnTo>
                      <a:pt x="1016667" y="289604"/>
                    </a:lnTo>
                    <a:lnTo>
                      <a:pt x="956667" y="290378"/>
                    </a:lnTo>
                    <a:lnTo>
                      <a:pt x="896667" y="291217"/>
                    </a:lnTo>
                    <a:lnTo>
                      <a:pt x="836667" y="291653"/>
                    </a:lnTo>
                    <a:lnTo>
                      <a:pt x="776667" y="293648"/>
                    </a:lnTo>
                    <a:lnTo>
                      <a:pt x="716667" y="296462"/>
                    </a:lnTo>
                    <a:lnTo>
                      <a:pt x="656667" y="297160"/>
                    </a:lnTo>
                    <a:lnTo>
                      <a:pt x="596667" y="295029"/>
                    </a:lnTo>
                    <a:lnTo>
                      <a:pt x="536667" y="291019"/>
                    </a:lnTo>
                    <a:lnTo>
                      <a:pt x="476667" y="288445"/>
                    </a:lnTo>
                    <a:lnTo>
                      <a:pt x="416667" y="291162"/>
                    </a:lnTo>
                    <a:lnTo>
                      <a:pt x="356667" y="295204"/>
                    </a:lnTo>
                    <a:lnTo>
                      <a:pt x="296667" y="296239"/>
                    </a:lnTo>
                    <a:lnTo>
                      <a:pt x="236667" y="296781"/>
                    </a:lnTo>
                    <a:lnTo>
                      <a:pt x="176667" y="299105"/>
                    </a:lnTo>
                    <a:lnTo>
                      <a:pt x="116667" y="301476"/>
                    </a:lnTo>
                    <a:lnTo>
                      <a:pt x="56667" y="301770"/>
                    </a:lnTo>
                    <a:lnTo>
                      <a:pt x="-4190" y="283333"/>
                    </a:lnTo>
                    <a:lnTo>
                      <a:pt x="2746" y="223333"/>
                    </a:lnTo>
                    <a:lnTo>
                      <a:pt x="6285" y="163333"/>
                    </a:lnTo>
                    <a:lnTo>
                      <a:pt x="6766" y="103333"/>
                    </a:lnTo>
                    <a:lnTo>
                      <a:pt x="9288" y="43333"/>
                    </a:lnTo>
                    <a:lnTo>
                      <a:pt x="0" y="12286"/>
                    </a:lnTo>
                    <a:lnTo>
                      <a:pt x="0" y="0"/>
                    </a:lnTo>
                    <a:close/>
                  </a:path>
                </a:pathLst>
              </a:custGeom>
              <a:solidFill>
                <a:srgbClr val="F3D286"/>
              </a:solidFill>
              <a:ln w="10000" cap="flat">
                <a:solidFill>
                  <a:srgbClr val="EEEAFD"/>
                </a:solidFill>
                <a:round/>
              </a:ln>
            </p:spPr>
          </p:sp>
          <p:pic>
            <p:nvPicPr>
              <p:cNvPr id="367" name="Mark"/>
              <p:cNvPicPr>
                <a:picLocks noChangeAspect="1"/>
              </p:cNvPicPr>
              <p:nvPr/>
            </p:nvPicPr>
            <p:blipFill>
              <a:blip r:embed="rId3"/>
              <a:stretch>
                <a:fillRect/>
              </a:stretch>
            </p:blipFill>
            <p:spPr>
              <a:xfrm>
                <a:off x="1703816" y="1747286"/>
                <a:ext cy="200000" cx="200000"/>
              </a:xfrm>
              <a:prstGeom prst="rect">
                <a:avLst/>
              </a:prstGeom>
            </p:spPr>
          </p:pic>
          <p:sp>
            <p:nvSpPr>
              <p:cNvPr id="466" name="Text 466"/>
              <p:cNvSpPr txBox="1"/>
              <p:nvPr/>
            </p:nvSpPr>
            <p:spPr>
              <a:xfrm>
                <a:off x="1923816" y="1728619"/>
                <a:ext cy="253333" cx="3026667"/>
              </a:xfrm>
              <a:prstGeom prst="rect">
                <a:avLst/>
              </a:prstGeom>
              <a:noFill/>
            </p:spPr>
            <p:txBody>
              <a:bodyPr anchor="ctr" lIns="0" wrap="none" rtlCol="0" rIns="0" tIns="0" bIns="11000"/>
              <a:lstStyle/>
              <a:p>
                <a:pPr algn="ctr">
                  <a:lnSpc>
                    <a:spcPct val="100000"/>
                  </a:lnSpc>
                </a:pPr>
                <a:r>
                  <a:rPr sz="1600">
                    <a:solidFill>
                      <a:srgbClr val="454545"/>
                    </a:solidFill>
                    <a:latin typeface="標楷體"/>
                  </a:rPr>
                  <a:t>（單片）文字的分類模型準確度</a:t>
                </a:r>
              </a:p>
            </p:txBody>
          </p:sp>
        </p:grpSp>
        <p:grpSp>
          <p:nvGrpSpPr>
            <p:cNvPr id="467" name="Group 467"/>
            <p:cNvGrpSpPr/>
            <p:nvPr/>
          </p:nvGrpSpPr>
          <p:grpSpPr>
            <a:xfrm>
              <a:off x="1613816" y="5535018"/>
              <a:ext cy="293333" cx="3396667"/>
              <a:chOff x="1613816" y="5535018"/>
              <a:chExt cy="293333" cx="3396667"/>
            </a:xfrm>
          </p:grpSpPr>
          <p:sp>
            <p:nvSpPr>
              <p:cNvPr id="355" name="SubTopic"/>
              <p:cNvSpPr/>
              <p:nvPr/>
            </p:nvSpPr>
            <p:spPr>
              <a:xfrm>
                <a:off x="1613816" y="5535018"/>
                <a:ext cy="293333" cx="3396667"/>
              </a:xfrm>
              <a:custGeom>
                <a:avLst/>
                <a:gdLst/>
                <a:ahLst/>
                <a:cxnLst/>
                <a:pathLst>
                  <a:path w="3396667" stroke="false" h="293333">
                    <a:moveTo>
                      <a:pt x="0" y="0"/>
                    </a:moveTo>
                    <a:lnTo>
                      <a:pt x="60000" y="3559"/>
                    </a:lnTo>
                    <a:lnTo>
                      <a:pt x="120000" y="3153"/>
                    </a:lnTo>
                    <a:lnTo>
                      <a:pt x="180000" y="2404"/>
                    </a:lnTo>
                    <a:lnTo>
                      <a:pt x="240000" y="2060"/>
                    </a:lnTo>
                    <a:lnTo>
                      <a:pt x="300000" y="-123"/>
                    </a:lnTo>
                    <a:lnTo>
                      <a:pt x="360000" y="-3287"/>
                    </a:lnTo>
                    <a:lnTo>
                      <a:pt x="420000" y="-3849"/>
                    </a:lnTo>
                    <a:lnTo>
                      <a:pt x="480000" y="-610"/>
                    </a:lnTo>
                    <a:lnTo>
                      <a:pt x="540000" y="2087"/>
                    </a:lnTo>
                    <a:lnTo>
                      <a:pt x="600000" y="2807"/>
                    </a:lnTo>
                    <a:lnTo>
                      <a:pt x="660000" y="829"/>
                    </a:lnTo>
                    <a:lnTo>
                      <a:pt x="720000" y="-3591"/>
                    </a:lnTo>
                    <a:lnTo>
                      <a:pt x="780000" y="-5982"/>
                    </a:lnTo>
                    <a:lnTo>
                      <a:pt x="840000" y="-4870"/>
                    </a:lnTo>
                    <a:lnTo>
                      <a:pt x="900000" y="699"/>
                    </a:lnTo>
                    <a:lnTo>
                      <a:pt x="960000" y="6301"/>
                    </a:lnTo>
                    <a:lnTo>
                      <a:pt x="1020000" y="7118"/>
                    </a:lnTo>
                    <a:lnTo>
                      <a:pt x="1080000" y="3636"/>
                    </a:lnTo>
                    <a:lnTo>
                      <a:pt x="1140000" y="-1238"/>
                    </a:lnTo>
                    <a:lnTo>
                      <a:pt x="1200000" y="-2793"/>
                    </a:lnTo>
                    <a:lnTo>
                      <a:pt x="1260000" y="-2499"/>
                    </a:lnTo>
                    <a:lnTo>
                      <a:pt x="1320000" y="-1730"/>
                    </a:lnTo>
                    <a:lnTo>
                      <a:pt x="1380000" y="-1379"/>
                    </a:lnTo>
                    <a:lnTo>
                      <a:pt x="1440000" y="-573"/>
                    </a:lnTo>
                    <a:lnTo>
                      <a:pt x="1500000" y="3318"/>
                    </a:lnTo>
                    <a:lnTo>
                      <a:pt x="1560000" y="7991"/>
                    </a:lnTo>
                    <a:lnTo>
                      <a:pt x="1620000" y="8968"/>
                    </a:lnTo>
                    <a:lnTo>
                      <a:pt x="1680000" y="6698"/>
                    </a:lnTo>
                    <a:lnTo>
                      <a:pt x="1740000" y="2050"/>
                    </a:lnTo>
                    <a:lnTo>
                      <a:pt x="1800000" y="-630"/>
                    </a:lnTo>
                    <a:lnTo>
                      <a:pt x="1860000" y="-2565"/>
                    </a:lnTo>
                    <a:lnTo>
                      <a:pt x="1920000" y="-7661"/>
                    </a:lnTo>
                    <a:lnTo>
                      <a:pt x="1980000" y="-11750"/>
                    </a:lnTo>
                    <a:lnTo>
                      <a:pt x="2040000" y="-11359"/>
                    </a:lnTo>
                    <a:lnTo>
                      <a:pt x="2100000" y="-9156"/>
                    </a:lnTo>
                    <a:lnTo>
                      <a:pt x="2160000" y="-6738"/>
                    </a:lnTo>
                    <a:lnTo>
                      <a:pt x="2220000" y="-5774"/>
                    </a:lnTo>
                    <a:lnTo>
                      <a:pt x="2280000" y="-351"/>
                    </a:lnTo>
                    <a:lnTo>
                      <a:pt x="2340000" y="6481"/>
                    </a:lnTo>
                    <a:lnTo>
                      <a:pt x="2400000" y="9422"/>
                    </a:lnTo>
                    <a:lnTo>
                      <a:pt x="2460000" y="9111"/>
                    </a:lnTo>
                    <a:lnTo>
                      <a:pt x="2520000" y="7721"/>
                    </a:lnTo>
                    <a:lnTo>
                      <a:pt x="2580000" y="5519"/>
                    </a:lnTo>
                    <a:lnTo>
                      <a:pt x="2640000" y="5275"/>
                    </a:lnTo>
                    <a:lnTo>
                      <a:pt x="2700000" y="4465"/>
                    </a:lnTo>
                    <a:lnTo>
                      <a:pt x="2760000" y="1524"/>
                    </a:lnTo>
                    <a:lnTo>
                      <a:pt x="2820000" y="208"/>
                    </a:lnTo>
                    <a:lnTo>
                      <a:pt x="2880000" y="-1696"/>
                    </a:lnTo>
                    <a:lnTo>
                      <a:pt x="2940000" y="-5990"/>
                    </a:lnTo>
                    <a:lnTo>
                      <a:pt x="3000000" y="-8223"/>
                    </a:lnTo>
                    <a:lnTo>
                      <a:pt x="3060000" y="-7851"/>
                    </a:lnTo>
                    <a:lnTo>
                      <a:pt x="3120000" y="-6932"/>
                    </a:lnTo>
                    <a:lnTo>
                      <a:pt x="3180000" y="-6666"/>
                    </a:lnTo>
                    <a:lnTo>
                      <a:pt x="3240000" y="-5594"/>
                    </a:lnTo>
                    <a:lnTo>
                      <a:pt x="3300000" y="-1244"/>
                    </a:lnTo>
                    <a:lnTo>
                      <a:pt x="3360000" y="1771"/>
                    </a:lnTo>
                    <a:lnTo>
                      <a:pt x="3394515" y="30000"/>
                    </a:lnTo>
                    <a:lnTo>
                      <a:pt x="3399366" y="90000"/>
                    </a:lnTo>
                    <a:lnTo>
                      <a:pt x="3405092" y="150000"/>
                    </a:lnTo>
                    <a:lnTo>
                      <a:pt x="3406857" y="210000"/>
                    </a:lnTo>
                    <a:lnTo>
                      <a:pt x="3405319" y="270000"/>
                    </a:lnTo>
                    <a:lnTo>
                      <a:pt x="3356667" y="299081"/>
                    </a:lnTo>
                    <a:lnTo>
                      <a:pt x="3296667" y="297922"/>
                    </a:lnTo>
                    <a:lnTo>
                      <a:pt x="3236667" y="298296"/>
                    </a:lnTo>
                    <a:lnTo>
                      <a:pt x="3176667" y="300026"/>
                    </a:lnTo>
                    <a:lnTo>
                      <a:pt x="3116667" y="302127"/>
                    </a:lnTo>
                    <a:lnTo>
                      <a:pt x="3056667" y="302462"/>
                    </a:lnTo>
                    <a:lnTo>
                      <a:pt x="2996667" y="299889"/>
                    </a:lnTo>
                    <a:lnTo>
                      <a:pt x="2936667" y="297825"/>
                    </a:lnTo>
                    <a:lnTo>
                      <a:pt x="2876667" y="296913"/>
                    </a:lnTo>
                    <a:lnTo>
                      <a:pt x="2816667" y="295109"/>
                    </a:lnTo>
                    <a:lnTo>
                      <a:pt x="2756667" y="291755"/>
                    </a:lnTo>
                    <a:lnTo>
                      <a:pt x="2696667" y="290748"/>
                    </a:lnTo>
                    <a:lnTo>
                      <a:pt x="2636667" y="290370"/>
                    </a:lnTo>
                    <a:lnTo>
                      <a:pt x="2576667" y="288266"/>
                    </a:lnTo>
                    <a:lnTo>
                      <a:pt x="2516667" y="285529"/>
                    </a:lnTo>
                    <a:lnTo>
                      <a:pt x="2456667" y="284795"/>
                    </a:lnTo>
                    <a:lnTo>
                      <a:pt x="2396667" y="286182"/>
                    </a:lnTo>
                    <a:lnTo>
                      <a:pt x="2336667" y="287620"/>
                    </a:lnTo>
                    <a:lnTo>
                      <a:pt x="2276667" y="288463"/>
                    </a:lnTo>
                    <a:lnTo>
                      <a:pt x="2216667" y="287278"/>
                    </a:lnTo>
                    <a:lnTo>
                      <a:pt x="2156667" y="284330"/>
                    </a:lnTo>
                    <a:lnTo>
                      <a:pt x="2096667" y="281461"/>
                    </a:lnTo>
                    <a:lnTo>
                      <a:pt x="2036667" y="282441"/>
                    </a:lnTo>
                    <a:lnTo>
                      <a:pt x="1976667" y="287947"/>
                    </a:lnTo>
                    <a:lnTo>
                      <a:pt x="1916667" y="293153"/>
                    </a:lnTo>
                    <a:lnTo>
                      <a:pt x="1856667" y="294020"/>
                    </a:lnTo>
                    <a:lnTo>
                      <a:pt x="1796667" y="290922"/>
                    </a:lnTo>
                    <a:lnTo>
                      <a:pt x="1736667" y="285851"/>
                    </a:lnTo>
                    <a:lnTo>
                      <a:pt x="1676667" y="282870"/>
                    </a:lnTo>
                    <a:lnTo>
                      <a:pt x="1616667" y="286814"/>
                    </a:lnTo>
                    <a:lnTo>
                      <a:pt x="1556667" y="296115"/>
                    </a:lnTo>
                    <a:lnTo>
                      <a:pt x="1496667" y="304058"/>
                    </a:lnTo>
                    <a:lnTo>
                      <a:pt x="1436667" y="303003"/>
                    </a:lnTo>
                    <a:lnTo>
                      <a:pt x="1376667" y="296039"/>
                    </a:lnTo>
                    <a:lnTo>
                      <a:pt x="1316667" y="289790"/>
                    </a:lnTo>
                    <a:lnTo>
                      <a:pt x="1256667" y="288117"/>
                    </a:lnTo>
                    <a:lnTo>
                      <a:pt x="1196667" y="287695"/>
                    </a:lnTo>
                    <a:lnTo>
                      <a:pt x="1136667" y="288491"/>
                    </a:lnTo>
                    <a:lnTo>
                      <a:pt x="1076667" y="289298"/>
                    </a:lnTo>
                    <a:lnTo>
                      <a:pt x="1016667" y="289604"/>
                    </a:lnTo>
                    <a:lnTo>
                      <a:pt x="956667" y="290378"/>
                    </a:lnTo>
                    <a:lnTo>
                      <a:pt x="896667" y="291217"/>
                    </a:lnTo>
                    <a:lnTo>
                      <a:pt x="836667" y="291653"/>
                    </a:lnTo>
                    <a:lnTo>
                      <a:pt x="776667" y="293648"/>
                    </a:lnTo>
                    <a:lnTo>
                      <a:pt x="716667" y="296462"/>
                    </a:lnTo>
                    <a:lnTo>
                      <a:pt x="656667" y="297160"/>
                    </a:lnTo>
                    <a:lnTo>
                      <a:pt x="596667" y="295029"/>
                    </a:lnTo>
                    <a:lnTo>
                      <a:pt x="536667" y="291019"/>
                    </a:lnTo>
                    <a:lnTo>
                      <a:pt x="476667" y="288445"/>
                    </a:lnTo>
                    <a:lnTo>
                      <a:pt x="416667" y="291162"/>
                    </a:lnTo>
                    <a:lnTo>
                      <a:pt x="356667" y="295204"/>
                    </a:lnTo>
                    <a:lnTo>
                      <a:pt x="296667" y="296239"/>
                    </a:lnTo>
                    <a:lnTo>
                      <a:pt x="236667" y="296781"/>
                    </a:lnTo>
                    <a:lnTo>
                      <a:pt x="176667" y="299105"/>
                    </a:lnTo>
                    <a:lnTo>
                      <a:pt x="116667" y="301476"/>
                    </a:lnTo>
                    <a:lnTo>
                      <a:pt x="56667" y="301770"/>
                    </a:lnTo>
                    <a:lnTo>
                      <a:pt x="-4190" y="283333"/>
                    </a:lnTo>
                    <a:lnTo>
                      <a:pt x="2746" y="223333"/>
                    </a:lnTo>
                    <a:lnTo>
                      <a:pt x="6285" y="163333"/>
                    </a:lnTo>
                    <a:lnTo>
                      <a:pt x="6766" y="103333"/>
                    </a:lnTo>
                    <a:lnTo>
                      <a:pt x="9288" y="43333"/>
                    </a:lnTo>
                    <a:lnTo>
                      <a:pt x="0" y="12286"/>
                    </a:lnTo>
                    <a:lnTo>
                      <a:pt x="0" y="0"/>
                    </a:lnTo>
                    <a:close/>
                  </a:path>
                </a:pathLst>
              </a:custGeom>
              <a:solidFill>
                <a:srgbClr val="F3D286"/>
              </a:solidFill>
              <a:ln w="10000" cap="flat">
                <a:solidFill>
                  <a:srgbClr val="EEEAFD"/>
                </a:solidFill>
                <a:round/>
              </a:ln>
            </p:spPr>
          </p:sp>
          <p:pic>
            <p:nvPicPr>
              <p:cNvPr id="368" name="Mark"/>
              <p:cNvPicPr>
                <a:picLocks noChangeAspect="1"/>
              </p:cNvPicPr>
              <p:nvPr/>
            </p:nvPicPr>
            <p:blipFill>
              <a:blip r:embed="rId4"/>
              <a:stretch>
                <a:fillRect/>
              </a:stretch>
            </p:blipFill>
            <p:spPr>
              <a:xfrm>
                <a:off x="1703816" y="5592684"/>
                <a:ext cy="200000" cx="200000"/>
              </a:xfrm>
              <a:prstGeom prst="rect">
                <a:avLst/>
              </a:prstGeom>
            </p:spPr>
          </p:pic>
          <p:sp>
            <p:nvSpPr>
              <p:cNvPr id="468" name="Text 468"/>
              <p:cNvSpPr txBox="1"/>
              <p:nvPr/>
            </p:nvSpPr>
            <p:spPr>
              <a:xfrm>
                <a:off x="1923816" y="5574018"/>
                <a:ext cy="253333" cx="3026667"/>
              </a:xfrm>
              <a:prstGeom prst="rect">
                <a:avLst/>
              </a:prstGeom>
              <a:noFill/>
            </p:spPr>
            <p:txBody>
              <a:bodyPr anchor="ctr" lIns="0" wrap="none" rtlCol="0" rIns="0" tIns="0" bIns="11000"/>
              <a:lstStyle/>
              <a:p>
                <a:pPr algn="ctr">
                  <a:lnSpc>
                    <a:spcPct val="100000"/>
                  </a:lnSpc>
                </a:pPr>
                <a:r>
                  <a:rPr sz="1600">
                    <a:solidFill>
                      <a:srgbClr val="454545"/>
                    </a:solidFill>
                    <a:latin typeface="標楷體"/>
                  </a:rPr>
                  <a:t>標註定義與應用目標間的</a:t>
                </a:r>
                <a:r>
                  <a:rPr sz="1600">
                    <a:solidFill>
                      <a:srgbClr val="C00000"/>
                    </a:solidFill>
                    <a:latin typeface="標楷體"/>
                  </a:rPr>
                  <a:t>切合度</a:t>
                </a:r>
              </a:p>
            </p:txBody>
          </p:sp>
        </p:grpSp>
        <p:sp>
          <p:nvSpPr>
            <p:cNvPr id="357" name="SubTopic"/>
            <p:cNvSpPr/>
            <p:nvPr/>
          </p:nvSpPr>
          <p:spPr>
            <a:xfrm>
              <a:off x="1889816" y="2202953"/>
              <a:ext cy="1533333" cx="6141899"/>
            </a:xfrm>
            <a:custGeom>
              <a:avLst/>
              <a:gdLst>
                <a:gd fmla="*/ 83000 w 6141899" name="rtl"/>
                <a:gd fmla="*/ 33000 h 1533333" name="rtt"/>
                <a:gd fmla="*/ 6094875 w 6141899" name="rtr"/>
                <a:gd fmla="*/ 1526333 h 1533333" name="rtb"/>
              </a:gdLst>
              <a:ahLst/>
              <a:cxnLst/>
              <a:rect r="rtr" b="rtb" l="rtl" t="rtt"/>
              <a:pathLst>
                <a:path w="6141899" stroke="false" h="1533333">
                  <a:moveTo>
                    <a:pt x="0" y="0"/>
                  </a:moveTo>
                  <a:lnTo>
                    <a:pt x="60000" y="3559"/>
                  </a:lnTo>
                  <a:lnTo>
                    <a:pt x="120000" y="3153"/>
                  </a:lnTo>
                  <a:lnTo>
                    <a:pt x="180000" y="2404"/>
                  </a:lnTo>
                  <a:lnTo>
                    <a:pt x="240000" y="2060"/>
                  </a:lnTo>
                  <a:lnTo>
                    <a:pt x="300000" y="-123"/>
                  </a:lnTo>
                  <a:lnTo>
                    <a:pt x="360000" y="-3287"/>
                  </a:lnTo>
                  <a:lnTo>
                    <a:pt x="420000" y="-3849"/>
                  </a:lnTo>
                  <a:lnTo>
                    <a:pt x="480000" y="-610"/>
                  </a:lnTo>
                  <a:lnTo>
                    <a:pt x="540000" y="2087"/>
                  </a:lnTo>
                  <a:lnTo>
                    <a:pt x="600000" y="2807"/>
                  </a:lnTo>
                  <a:lnTo>
                    <a:pt x="660000" y="829"/>
                  </a:lnTo>
                  <a:lnTo>
                    <a:pt x="720000" y="-3591"/>
                  </a:lnTo>
                  <a:lnTo>
                    <a:pt x="780000" y="-5982"/>
                  </a:lnTo>
                  <a:lnTo>
                    <a:pt x="840000" y="-4870"/>
                  </a:lnTo>
                  <a:lnTo>
                    <a:pt x="900000" y="699"/>
                  </a:lnTo>
                  <a:lnTo>
                    <a:pt x="960000" y="6301"/>
                  </a:lnTo>
                  <a:lnTo>
                    <a:pt x="1020000" y="7118"/>
                  </a:lnTo>
                  <a:lnTo>
                    <a:pt x="1080000" y="3636"/>
                  </a:lnTo>
                  <a:lnTo>
                    <a:pt x="1140000" y="-1238"/>
                  </a:lnTo>
                  <a:lnTo>
                    <a:pt x="1200000" y="-2793"/>
                  </a:lnTo>
                  <a:lnTo>
                    <a:pt x="1260000" y="-2499"/>
                  </a:lnTo>
                  <a:lnTo>
                    <a:pt x="1320000" y="-1730"/>
                  </a:lnTo>
                  <a:lnTo>
                    <a:pt x="1380000" y="-1379"/>
                  </a:lnTo>
                  <a:lnTo>
                    <a:pt x="1440000" y="-573"/>
                  </a:lnTo>
                  <a:lnTo>
                    <a:pt x="1500000" y="3318"/>
                  </a:lnTo>
                  <a:lnTo>
                    <a:pt x="1560000" y="7991"/>
                  </a:lnTo>
                  <a:lnTo>
                    <a:pt x="1620000" y="8968"/>
                  </a:lnTo>
                  <a:lnTo>
                    <a:pt x="1680000" y="6698"/>
                  </a:lnTo>
                  <a:lnTo>
                    <a:pt x="1740000" y="2050"/>
                  </a:lnTo>
                  <a:lnTo>
                    <a:pt x="1800000" y="-630"/>
                  </a:lnTo>
                  <a:lnTo>
                    <a:pt x="1860000" y="-2565"/>
                  </a:lnTo>
                  <a:lnTo>
                    <a:pt x="1920000" y="-7661"/>
                  </a:lnTo>
                  <a:lnTo>
                    <a:pt x="1980000" y="-11750"/>
                  </a:lnTo>
                  <a:lnTo>
                    <a:pt x="2040000" y="-11359"/>
                  </a:lnTo>
                  <a:lnTo>
                    <a:pt x="2100000" y="-9156"/>
                  </a:lnTo>
                  <a:lnTo>
                    <a:pt x="2160000" y="-6738"/>
                  </a:lnTo>
                  <a:lnTo>
                    <a:pt x="2220000" y="-5774"/>
                  </a:lnTo>
                  <a:lnTo>
                    <a:pt x="2280000" y="-351"/>
                  </a:lnTo>
                  <a:lnTo>
                    <a:pt x="2340000" y="6481"/>
                  </a:lnTo>
                  <a:lnTo>
                    <a:pt x="2400000" y="9422"/>
                  </a:lnTo>
                  <a:lnTo>
                    <a:pt x="2460000" y="9111"/>
                  </a:lnTo>
                  <a:lnTo>
                    <a:pt x="2520000" y="7721"/>
                  </a:lnTo>
                  <a:lnTo>
                    <a:pt x="2580000" y="5519"/>
                  </a:lnTo>
                  <a:lnTo>
                    <a:pt x="2640000" y="5275"/>
                  </a:lnTo>
                  <a:lnTo>
                    <a:pt x="2700000" y="4465"/>
                  </a:lnTo>
                  <a:lnTo>
                    <a:pt x="2760000" y="1524"/>
                  </a:lnTo>
                  <a:lnTo>
                    <a:pt x="2820000" y="208"/>
                  </a:lnTo>
                  <a:lnTo>
                    <a:pt x="2880000" y="-1696"/>
                  </a:lnTo>
                  <a:lnTo>
                    <a:pt x="2940000" y="-5990"/>
                  </a:lnTo>
                  <a:lnTo>
                    <a:pt x="3000000" y="-8223"/>
                  </a:lnTo>
                  <a:lnTo>
                    <a:pt x="3060000" y="-7851"/>
                  </a:lnTo>
                  <a:lnTo>
                    <a:pt x="3120000" y="-6932"/>
                  </a:lnTo>
                  <a:lnTo>
                    <a:pt x="3180000" y="-6666"/>
                  </a:lnTo>
                  <a:lnTo>
                    <a:pt x="3240000" y="-5594"/>
                  </a:lnTo>
                  <a:lnTo>
                    <a:pt x="3300000" y="-1244"/>
                  </a:lnTo>
                  <a:lnTo>
                    <a:pt x="3360000" y="1771"/>
                  </a:lnTo>
                  <a:lnTo>
                    <a:pt x="3420000" y="2152"/>
                  </a:lnTo>
                  <a:lnTo>
                    <a:pt x="3480000" y="-2699"/>
                  </a:lnTo>
                  <a:lnTo>
                    <a:pt x="3540000" y="-8425"/>
                  </a:lnTo>
                  <a:lnTo>
                    <a:pt x="3600000" y="-10191"/>
                  </a:lnTo>
                  <a:lnTo>
                    <a:pt x="3660000" y="-8652"/>
                  </a:lnTo>
                  <a:lnTo>
                    <a:pt x="3720000" y="-5748"/>
                  </a:lnTo>
                  <a:lnTo>
                    <a:pt x="3780000" y="-4589"/>
                  </a:lnTo>
                  <a:lnTo>
                    <a:pt x="3840000" y="-4963"/>
                  </a:lnTo>
                  <a:lnTo>
                    <a:pt x="3900000" y="-6693"/>
                  </a:lnTo>
                  <a:lnTo>
                    <a:pt x="3960000" y="-8793"/>
                  </a:lnTo>
                  <a:lnTo>
                    <a:pt x="4020000" y="-9129"/>
                  </a:lnTo>
                  <a:lnTo>
                    <a:pt x="4080000" y="-6556"/>
                  </a:lnTo>
                  <a:lnTo>
                    <a:pt x="4140000" y="-4491"/>
                  </a:lnTo>
                  <a:lnTo>
                    <a:pt x="4200000" y="-3580"/>
                  </a:lnTo>
                  <a:lnTo>
                    <a:pt x="4260000" y="-1775"/>
                  </a:lnTo>
                  <a:lnTo>
                    <a:pt x="4320000" y="1578"/>
                  </a:lnTo>
                  <a:lnTo>
                    <a:pt x="4380000" y="2585"/>
                  </a:lnTo>
                  <a:lnTo>
                    <a:pt x="4440000" y="2963"/>
                  </a:lnTo>
                  <a:lnTo>
                    <a:pt x="4500000" y="5068"/>
                  </a:lnTo>
                  <a:lnTo>
                    <a:pt x="4560000" y="7805"/>
                  </a:lnTo>
                  <a:lnTo>
                    <a:pt x="4620000" y="8539"/>
                  </a:lnTo>
                  <a:lnTo>
                    <a:pt x="4680000" y="7151"/>
                  </a:lnTo>
                  <a:lnTo>
                    <a:pt x="4740000" y="5713"/>
                  </a:lnTo>
                  <a:lnTo>
                    <a:pt x="4800000" y="4871"/>
                  </a:lnTo>
                  <a:lnTo>
                    <a:pt x="4860000" y="6056"/>
                  </a:lnTo>
                  <a:lnTo>
                    <a:pt x="4920000" y="9003"/>
                  </a:lnTo>
                  <a:lnTo>
                    <a:pt x="4980000" y="11873"/>
                  </a:lnTo>
                  <a:lnTo>
                    <a:pt x="5040000" y="10893"/>
                  </a:lnTo>
                  <a:lnTo>
                    <a:pt x="5100000" y="5387"/>
                  </a:lnTo>
                  <a:lnTo>
                    <a:pt x="5160000" y="180"/>
                  </a:lnTo>
                  <a:lnTo>
                    <a:pt x="5220000" y="-686"/>
                  </a:lnTo>
                  <a:lnTo>
                    <a:pt x="5280000" y="2411"/>
                  </a:lnTo>
                  <a:lnTo>
                    <a:pt x="5340000" y="7482"/>
                  </a:lnTo>
                  <a:lnTo>
                    <a:pt x="5400000" y="10463"/>
                  </a:lnTo>
                  <a:lnTo>
                    <a:pt x="5460000" y="6519"/>
                  </a:lnTo>
                  <a:lnTo>
                    <a:pt x="5520000" y="-2782"/>
                  </a:lnTo>
                  <a:lnTo>
                    <a:pt x="5580000" y="-10724"/>
                  </a:lnTo>
                  <a:lnTo>
                    <a:pt x="5640000" y="-9670"/>
                  </a:lnTo>
                  <a:lnTo>
                    <a:pt x="5700000" y="-2705"/>
                  </a:lnTo>
                  <a:lnTo>
                    <a:pt x="5760000" y="3543"/>
                  </a:lnTo>
                  <a:lnTo>
                    <a:pt x="5820000" y="5216"/>
                  </a:lnTo>
                  <a:lnTo>
                    <a:pt x="5880000" y="5638"/>
                  </a:lnTo>
                  <a:lnTo>
                    <a:pt x="5940000" y="4843"/>
                  </a:lnTo>
                  <a:lnTo>
                    <a:pt x="6000000" y="4035"/>
                  </a:lnTo>
                  <a:lnTo>
                    <a:pt x="6060000" y="3729"/>
                  </a:lnTo>
                  <a:lnTo>
                    <a:pt x="6120000" y="2955"/>
                  </a:lnTo>
                  <a:lnTo>
                    <a:pt x="6139782" y="40000"/>
                  </a:lnTo>
                  <a:lnTo>
                    <a:pt x="6140219" y="100000"/>
                  </a:lnTo>
                  <a:lnTo>
                    <a:pt x="6142214" y="160000"/>
                  </a:lnTo>
                  <a:lnTo>
                    <a:pt x="6145027" y="220000"/>
                  </a:lnTo>
                  <a:lnTo>
                    <a:pt x="6145726" y="280000"/>
                  </a:lnTo>
                  <a:lnTo>
                    <a:pt x="6143595" y="340000"/>
                  </a:lnTo>
                  <a:lnTo>
                    <a:pt x="6139585" y="400000"/>
                  </a:lnTo>
                  <a:lnTo>
                    <a:pt x="6137010" y="460000"/>
                  </a:lnTo>
                  <a:lnTo>
                    <a:pt x="6139727" y="520000"/>
                  </a:lnTo>
                  <a:lnTo>
                    <a:pt x="6143770" y="580000"/>
                  </a:lnTo>
                  <a:lnTo>
                    <a:pt x="6144805" y="640000"/>
                  </a:lnTo>
                  <a:lnTo>
                    <a:pt x="6145346" y="700000"/>
                  </a:lnTo>
                  <a:lnTo>
                    <a:pt x="6147671" y="760000"/>
                  </a:lnTo>
                  <a:lnTo>
                    <a:pt x="6150041" y="820000"/>
                  </a:lnTo>
                  <a:lnTo>
                    <a:pt x="6150335" y="880000"/>
                  </a:lnTo>
                  <a:lnTo>
                    <a:pt x="6146089" y="940000"/>
                  </a:lnTo>
                  <a:lnTo>
                    <a:pt x="6139153" y="1000000"/>
                  </a:lnTo>
                  <a:lnTo>
                    <a:pt x="6135614" y="1060000"/>
                  </a:lnTo>
                  <a:lnTo>
                    <a:pt x="6135133" y="1120000"/>
                  </a:lnTo>
                  <a:lnTo>
                    <a:pt x="6132611" y="1180000"/>
                  </a:lnTo>
                  <a:lnTo>
                    <a:pt x="6129613" y="1240000"/>
                  </a:lnTo>
                  <a:lnTo>
                    <a:pt x="6130478" y="1300000"/>
                  </a:lnTo>
                  <a:lnTo>
                    <a:pt x="6134643" y="1360000"/>
                  </a:lnTo>
                  <a:lnTo>
                    <a:pt x="6138136" y="1420000"/>
                  </a:lnTo>
                  <a:lnTo>
                    <a:pt x="6138950" y="1480000"/>
                  </a:lnTo>
                  <a:lnTo>
                    <a:pt x="6131899" y="1531029"/>
                  </a:lnTo>
                  <a:lnTo>
                    <a:pt x="6071899" y="1532412"/>
                  </a:lnTo>
                  <a:lnTo>
                    <a:pt x="6011899" y="1532447"/>
                  </a:lnTo>
                  <a:lnTo>
                    <a:pt x="5951899" y="1534609"/>
                  </a:lnTo>
                  <a:lnTo>
                    <a:pt x="5891899" y="1537590"/>
                  </a:lnTo>
                  <a:lnTo>
                    <a:pt x="5831899" y="1539510"/>
                  </a:lnTo>
                  <a:lnTo>
                    <a:pt x="5771899" y="1538311"/>
                  </a:lnTo>
                  <a:lnTo>
                    <a:pt x="5711899" y="1532860"/>
                  </a:lnTo>
                  <a:lnTo>
                    <a:pt x="5651899" y="1527266"/>
                  </a:lnTo>
                  <a:lnTo>
                    <a:pt x="5591899" y="1525811"/>
                  </a:lnTo>
                  <a:lnTo>
                    <a:pt x="5531899" y="1527118"/>
                  </a:lnTo>
                  <a:lnTo>
                    <a:pt x="5471899" y="1527436"/>
                  </a:lnTo>
                  <a:lnTo>
                    <a:pt x="5411899" y="1527427"/>
                  </a:lnTo>
                  <a:lnTo>
                    <a:pt x="5351899" y="1526808"/>
                  </a:lnTo>
                  <a:lnTo>
                    <a:pt x="5291899" y="1524832"/>
                  </a:lnTo>
                  <a:lnTo>
                    <a:pt x="5231899" y="1523264"/>
                  </a:lnTo>
                  <a:lnTo>
                    <a:pt x="5171899" y="1524922"/>
                  </a:lnTo>
                  <a:lnTo>
                    <a:pt x="5111899" y="1532595"/>
                  </a:lnTo>
                  <a:lnTo>
                    <a:pt x="5051899" y="1538918"/>
                  </a:lnTo>
                  <a:lnTo>
                    <a:pt x="4991899" y="1540332"/>
                  </a:lnTo>
                  <a:lnTo>
                    <a:pt x="4931899" y="1541605"/>
                  </a:lnTo>
                  <a:lnTo>
                    <a:pt x="4871899" y="1541315"/>
                  </a:lnTo>
                  <a:lnTo>
                    <a:pt x="4811899" y="1540158"/>
                  </a:lnTo>
                  <a:lnTo>
                    <a:pt x="4751899" y="1537900"/>
                  </a:lnTo>
                  <a:lnTo>
                    <a:pt x="4691899" y="1532396"/>
                  </a:lnTo>
                  <a:lnTo>
                    <a:pt x="4631899" y="1529009"/>
                  </a:lnTo>
                  <a:lnTo>
                    <a:pt x="4571899" y="1528852"/>
                  </a:lnTo>
                  <a:lnTo>
                    <a:pt x="4511899" y="1529738"/>
                  </a:lnTo>
                  <a:lnTo>
                    <a:pt x="4451899" y="1531868"/>
                  </a:lnTo>
                  <a:lnTo>
                    <a:pt x="4391899" y="1532206"/>
                  </a:lnTo>
                  <a:lnTo>
                    <a:pt x="4331899" y="1531094"/>
                  </a:lnTo>
                  <a:lnTo>
                    <a:pt x="4271899" y="1531729"/>
                  </a:lnTo>
                  <a:lnTo>
                    <a:pt x="4211899" y="1532548"/>
                  </a:lnTo>
                  <a:lnTo>
                    <a:pt x="4151899" y="1532905"/>
                  </a:lnTo>
                  <a:lnTo>
                    <a:pt x="4091899" y="1534744"/>
                  </a:lnTo>
                  <a:lnTo>
                    <a:pt x="4031899" y="1536587"/>
                  </a:lnTo>
                  <a:lnTo>
                    <a:pt x="3971899" y="1535853"/>
                  </a:lnTo>
                  <a:lnTo>
                    <a:pt x="3911899" y="1531556"/>
                  </a:lnTo>
                  <a:lnTo>
                    <a:pt x="3851899" y="1529038"/>
                  </a:lnTo>
                  <a:lnTo>
                    <a:pt x="3791899" y="1528692"/>
                  </a:lnTo>
                  <a:lnTo>
                    <a:pt x="3731899" y="1528516"/>
                  </a:lnTo>
                  <a:lnTo>
                    <a:pt x="3671899" y="1530905"/>
                  </a:lnTo>
                  <a:lnTo>
                    <a:pt x="3611899" y="1532790"/>
                  </a:lnTo>
                  <a:lnTo>
                    <a:pt x="3551899" y="1533511"/>
                  </a:lnTo>
                  <a:lnTo>
                    <a:pt x="3491899" y="1534057"/>
                  </a:lnTo>
                  <a:lnTo>
                    <a:pt x="3431899" y="1532957"/>
                  </a:lnTo>
                  <a:lnTo>
                    <a:pt x="3371899" y="1533279"/>
                  </a:lnTo>
                  <a:lnTo>
                    <a:pt x="3311899" y="1535235"/>
                  </a:lnTo>
                  <a:lnTo>
                    <a:pt x="3251899" y="1535977"/>
                  </a:lnTo>
                  <a:lnTo>
                    <a:pt x="3191899" y="1535906"/>
                  </a:lnTo>
                  <a:lnTo>
                    <a:pt x="3131899" y="1532326"/>
                  </a:lnTo>
                  <a:lnTo>
                    <a:pt x="3071899" y="1526568"/>
                  </a:lnTo>
                  <a:lnTo>
                    <a:pt x="3011899" y="1524126"/>
                  </a:lnTo>
                  <a:lnTo>
                    <a:pt x="2951899" y="1522980"/>
                  </a:lnTo>
                  <a:lnTo>
                    <a:pt x="2891899" y="1522276"/>
                  </a:lnTo>
                  <a:lnTo>
                    <a:pt x="2831899" y="1523401"/>
                  </a:lnTo>
                  <a:lnTo>
                    <a:pt x="2771899" y="1525441"/>
                  </a:lnTo>
                  <a:lnTo>
                    <a:pt x="2711899" y="1533210"/>
                  </a:lnTo>
                  <a:lnTo>
                    <a:pt x="2651899" y="1540541"/>
                  </a:lnTo>
                  <a:lnTo>
                    <a:pt x="2591899" y="1542075"/>
                  </a:lnTo>
                  <a:lnTo>
                    <a:pt x="2531899" y="1540245"/>
                  </a:lnTo>
                  <a:lnTo>
                    <a:pt x="2471899" y="1537034"/>
                  </a:lnTo>
                  <a:lnTo>
                    <a:pt x="2411899" y="1534751"/>
                  </a:lnTo>
                  <a:lnTo>
                    <a:pt x="2351899" y="1535988"/>
                  </a:lnTo>
                  <a:lnTo>
                    <a:pt x="2291899" y="1536443"/>
                  </a:lnTo>
                  <a:lnTo>
                    <a:pt x="2231899" y="1535482"/>
                  </a:lnTo>
                  <a:lnTo>
                    <a:pt x="2171899" y="1534414"/>
                  </a:lnTo>
                  <a:lnTo>
                    <a:pt x="2111899" y="1530107"/>
                  </a:lnTo>
                  <a:lnTo>
                    <a:pt x="2051899" y="1524373"/>
                  </a:lnTo>
                  <a:lnTo>
                    <a:pt x="1991899" y="1522851"/>
                  </a:lnTo>
                  <a:lnTo>
                    <a:pt x="1931899" y="1524194"/>
                  </a:lnTo>
                  <a:lnTo>
                    <a:pt x="1871899" y="1526805"/>
                  </a:lnTo>
                  <a:lnTo>
                    <a:pt x="1811899" y="1528515"/>
                  </a:lnTo>
                  <a:lnTo>
                    <a:pt x="1751899" y="1528333"/>
                  </a:lnTo>
                  <a:lnTo>
                    <a:pt x="1691899" y="1529398"/>
                  </a:lnTo>
                  <a:lnTo>
                    <a:pt x="1631899" y="1531635"/>
                  </a:lnTo>
                  <a:lnTo>
                    <a:pt x="1571899" y="1532349"/>
                  </a:lnTo>
                  <a:lnTo>
                    <a:pt x="1511899" y="1535136"/>
                  </a:lnTo>
                  <a:lnTo>
                    <a:pt x="1451899" y="1537303"/>
                  </a:lnTo>
                  <a:lnTo>
                    <a:pt x="1391899" y="1537439"/>
                  </a:lnTo>
                  <a:lnTo>
                    <a:pt x="1331899" y="1535783"/>
                  </a:lnTo>
                  <a:lnTo>
                    <a:pt x="1271899" y="1532732"/>
                  </a:lnTo>
                  <a:lnTo>
                    <a:pt x="1211899" y="1531908"/>
                  </a:lnTo>
                  <a:lnTo>
                    <a:pt x="1151899" y="1532956"/>
                  </a:lnTo>
                  <a:lnTo>
                    <a:pt x="1091899" y="1536187"/>
                  </a:lnTo>
                  <a:lnTo>
                    <a:pt x="1031899" y="1538979"/>
                  </a:lnTo>
                  <a:lnTo>
                    <a:pt x="971899" y="1539434"/>
                  </a:lnTo>
                  <a:lnTo>
                    <a:pt x="911899" y="1541187"/>
                  </a:lnTo>
                  <a:lnTo>
                    <a:pt x="851899" y="1542856"/>
                  </a:lnTo>
                  <a:lnTo>
                    <a:pt x="791899" y="1542684"/>
                  </a:lnTo>
                  <a:lnTo>
                    <a:pt x="731899" y="1537313"/>
                  </a:lnTo>
                  <a:lnTo>
                    <a:pt x="671899" y="1530145"/>
                  </a:lnTo>
                  <a:lnTo>
                    <a:pt x="611899" y="1527453"/>
                  </a:lnTo>
                  <a:lnTo>
                    <a:pt x="551899" y="1530663"/>
                  </a:lnTo>
                  <a:lnTo>
                    <a:pt x="491899" y="1537586"/>
                  </a:lnTo>
                  <a:lnTo>
                    <a:pt x="431899" y="1542426"/>
                  </a:lnTo>
                  <a:lnTo>
                    <a:pt x="371899" y="1540917"/>
                  </a:lnTo>
                  <a:lnTo>
                    <a:pt x="311899" y="1533447"/>
                  </a:lnTo>
                  <a:lnTo>
                    <a:pt x="251899" y="1524702"/>
                  </a:lnTo>
                  <a:lnTo>
                    <a:pt x="191899" y="1522512"/>
                  </a:lnTo>
                  <a:lnTo>
                    <a:pt x="131899" y="1522548"/>
                  </a:lnTo>
                  <a:lnTo>
                    <a:pt x="71899" y="1522304"/>
                  </a:lnTo>
                  <a:lnTo>
                    <a:pt x="11899" y="1522223"/>
                  </a:lnTo>
                  <a:lnTo>
                    <a:pt x="11144" y="1483333"/>
                  </a:lnTo>
                  <a:lnTo>
                    <a:pt x="10946" y="1423333"/>
                  </a:lnTo>
                  <a:lnTo>
                    <a:pt x="10339" y="1363333"/>
                  </a:lnTo>
                  <a:lnTo>
                    <a:pt x="9892" y="1303333"/>
                  </a:lnTo>
                  <a:lnTo>
                    <a:pt x="7383" y="1243333"/>
                  </a:lnTo>
                  <a:lnTo>
                    <a:pt x="4035" y="1183333"/>
                  </a:lnTo>
                  <a:lnTo>
                    <a:pt x="3220" y="1123333"/>
                  </a:lnTo>
                  <a:lnTo>
                    <a:pt x="5907" y="1063333"/>
                  </a:lnTo>
                  <a:lnTo>
                    <a:pt x="8564" y="1003333"/>
                  </a:lnTo>
                  <a:lnTo>
                    <a:pt x="10303" y="943333"/>
                  </a:lnTo>
                  <a:lnTo>
                    <a:pt x="7510" y="883333"/>
                  </a:lnTo>
                  <a:lnTo>
                    <a:pt x="2020" y="823333"/>
                  </a:lnTo>
                  <a:lnTo>
                    <a:pt x="-1537" y="763333"/>
                  </a:lnTo>
                  <a:lnTo>
                    <a:pt x="-1221" y="703333"/>
                  </a:lnTo>
                  <a:lnTo>
                    <a:pt x="2835" y="643333"/>
                  </a:lnTo>
                  <a:lnTo>
                    <a:pt x="8379" y="583333"/>
                  </a:lnTo>
                  <a:lnTo>
                    <a:pt x="9413" y="523333"/>
                  </a:lnTo>
                  <a:lnTo>
                    <a:pt x="5742" y="463333"/>
                  </a:lnTo>
                  <a:lnTo>
                    <a:pt x="-914" y="403333"/>
                  </a:lnTo>
                  <a:lnTo>
                    <a:pt x="-3829" y="343333"/>
                  </a:lnTo>
                  <a:lnTo>
                    <a:pt x="-5366" y="283333"/>
                  </a:lnTo>
                  <a:lnTo>
                    <a:pt x="-6675" y="223333"/>
                  </a:lnTo>
                  <a:lnTo>
                    <a:pt x="-6968" y="163333"/>
                  </a:lnTo>
                  <a:lnTo>
                    <a:pt x="-6322" y="103333"/>
                  </a:lnTo>
                  <a:lnTo>
                    <a:pt x="-3816" y="43333"/>
                  </a:lnTo>
                  <a:lnTo>
                    <a:pt x="0" y="0"/>
                  </a:lnTo>
                  <a:close/>
                </a:path>
              </a:pathLst>
            </a:custGeom>
            <a:solidFill>
              <a:srgbClr val="D1F0EC"/>
            </a:solidFill>
            <a:ln w="10000" cap="flat">
              <a:solidFill>
                <a:srgbClr val="EEEAFD"/>
              </a:solidFill>
              <a:round/>
            </a:ln>
          </p:spPr>
          <p:txBody>
            <a:bodyPr anchor="ctr" lIns="0" wrap="square" rtlCol="0" rIns="0" tIns="0" bIns="11000"/>
            <a:lstStyle/>
            <a:p>
              <a:pPr algn="ctr">
                <a:lnSpc>
                  <a:spcPct val="100000"/>
                </a:lnSpc>
              </a:pPr>
              <a:r>
                <a:rPr sz="1176">
                  <a:solidFill>
                    <a:srgbClr val="454545"/>
                  </a:solidFill>
                  <a:latin typeface="Arial"/>
                </a:rPr>
                <a:t>贯彻运行政策：在共产党的领导下，政策的运行往往采用了强迫、威吓的手段。政治标语就 是这种手段之一。长期以来，共产党政权把贴标语的数量列为政绩的一个标准。在文革期 间，北京城一夜之间变成布满标语的「红海洋」。「打倒党内走资本主义道路的当权派」比 比皆是。到了乡村，则简写为「打倒当权派」。近期，为了宣传《森林法》，林业局各林 业站、护林办公室下达必须贴够若干标语的硬性指针，贴不够就没有完成任务。结果，基层 的政府单位就贴出大量的标语如「谁烧山，谁坐牢」。在中国近年的计划生育运动中，更 有大量耸人听闻的标语如「一</a:t>
              </a:r>
            </a:p>
          </p:txBody>
        </p:sp>
        <p:grpSp>
          <p:nvGrpSpPr>
            <p:cNvPr id="469" name="Group 469"/>
            <p:cNvGrpSpPr/>
            <p:nvPr/>
          </p:nvGrpSpPr>
          <p:grpSpPr>
            <a:xfrm>
              <a:off x="1613816" y="6661684"/>
              <a:ext cy="293333" cx="2970000"/>
              <a:chOff x="1613816" y="6661684"/>
              <a:chExt cy="293333" cx="2970000"/>
            </a:xfrm>
          </p:grpSpPr>
          <p:sp>
            <p:nvSpPr>
              <p:cNvPr id="370" name="SubTopic"/>
              <p:cNvSpPr/>
              <p:nvPr/>
            </p:nvSpPr>
            <p:spPr>
              <a:xfrm>
                <a:off x="1613816" y="6661684"/>
                <a:ext cy="293333" cx="2970000"/>
              </a:xfrm>
              <a:custGeom>
                <a:avLst/>
                <a:gdLst/>
                <a:ahLst/>
                <a:cxnLst/>
                <a:pathLst>
                  <a:path w="2970000" stroke="false" h="293333">
                    <a:moveTo>
                      <a:pt x="0" y="0"/>
                    </a:moveTo>
                    <a:lnTo>
                      <a:pt x="60000" y="3559"/>
                    </a:lnTo>
                    <a:lnTo>
                      <a:pt x="120000" y="3153"/>
                    </a:lnTo>
                    <a:lnTo>
                      <a:pt x="180000" y="2404"/>
                    </a:lnTo>
                    <a:lnTo>
                      <a:pt x="240000" y="2060"/>
                    </a:lnTo>
                    <a:lnTo>
                      <a:pt x="300000" y="-123"/>
                    </a:lnTo>
                    <a:lnTo>
                      <a:pt x="360000" y="-3287"/>
                    </a:lnTo>
                    <a:lnTo>
                      <a:pt x="420000" y="-3849"/>
                    </a:lnTo>
                    <a:lnTo>
                      <a:pt x="480000" y="-610"/>
                    </a:lnTo>
                    <a:lnTo>
                      <a:pt x="540000" y="2087"/>
                    </a:lnTo>
                    <a:lnTo>
                      <a:pt x="600000" y="2807"/>
                    </a:lnTo>
                    <a:lnTo>
                      <a:pt x="660000" y="829"/>
                    </a:lnTo>
                    <a:lnTo>
                      <a:pt x="720000" y="-3591"/>
                    </a:lnTo>
                    <a:lnTo>
                      <a:pt x="780000" y="-5982"/>
                    </a:lnTo>
                    <a:lnTo>
                      <a:pt x="840000" y="-4870"/>
                    </a:lnTo>
                    <a:lnTo>
                      <a:pt x="900000" y="699"/>
                    </a:lnTo>
                    <a:lnTo>
                      <a:pt x="960000" y="6301"/>
                    </a:lnTo>
                    <a:lnTo>
                      <a:pt x="1020000" y="7118"/>
                    </a:lnTo>
                    <a:lnTo>
                      <a:pt x="1080000" y="3636"/>
                    </a:lnTo>
                    <a:lnTo>
                      <a:pt x="1140000" y="-1238"/>
                    </a:lnTo>
                    <a:lnTo>
                      <a:pt x="1200000" y="-2793"/>
                    </a:lnTo>
                    <a:lnTo>
                      <a:pt x="1260000" y="-2499"/>
                    </a:lnTo>
                    <a:lnTo>
                      <a:pt x="1320000" y="-1730"/>
                    </a:lnTo>
                    <a:lnTo>
                      <a:pt x="1380000" y="-1379"/>
                    </a:lnTo>
                    <a:lnTo>
                      <a:pt x="1440000" y="-573"/>
                    </a:lnTo>
                    <a:lnTo>
                      <a:pt x="1500000" y="3318"/>
                    </a:lnTo>
                    <a:lnTo>
                      <a:pt x="1560000" y="7991"/>
                    </a:lnTo>
                    <a:lnTo>
                      <a:pt x="1620000" y="8968"/>
                    </a:lnTo>
                    <a:lnTo>
                      <a:pt x="1680000" y="6698"/>
                    </a:lnTo>
                    <a:lnTo>
                      <a:pt x="1740000" y="2050"/>
                    </a:lnTo>
                    <a:lnTo>
                      <a:pt x="1800000" y="-630"/>
                    </a:lnTo>
                    <a:lnTo>
                      <a:pt x="1860000" y="-2565"/>
                    </a:lnTo>
                    <a:lnTo>
                      <a:pt x="1920000" y="-7661"/>
                    </a:lnTo>
                    <a:lnTo>
                      <a:pt x="1980000" y="-11750"/>
                    </a:lnTo>
                    <a:lnTo>
                      <a:pt x="2040000" y="-11359"/>
                    </a:lnTo>
                    <a:lnTo>
                      <a:pt x="2100000" y="-9156"/>
                    </a:lnTo>
                    <a:lnTo>
                      <a:pt x="2160000" y="-6738"/>
                    </a:lnTo>
                    <a:lnTo>
                      <a:pt x="2220000" y="-5774"/>
                    </a:lnTo>
                    <a:lnTo>
                      <a:pt x="2280000" y="-351"/>
                    </a:lnTo>
                    <a:lnTo>
                      <a:pt x="2340000" y="6481"/>
                    </a:lnTo>
                    <a:lnTo>
                      <a:pt x="2400000" y="9422"/>
                    </a:lnTo>
                    <a:lnTo>
                      <a:pt x="2460000" y="9111"/>
                    </a:lnTo>
                    <a:lnTo>
                      <a:pt x="2520000" y="7721"/>
                    </a:lnTo>
                    <a:lnTo>
                      <a:pt x="2580000" y="5519"/>
                    </a:lnTo>
                    <a:lnTo>
                      <a:pt x="2640000" y="5275"/>
                    </a:lnTo>
                    <a:lnTo>
                      <a:pt x="2700000" y="4465"/>
                    </a:lnTo>
                    <a:lnTo>
                      <a:pt x="2760000" y="1524"/>
                    </a:lnTo>
                    <a:lnTo>
                      <a:pt x="2820000" y="208"/>
                    </a:lnTo>
                    <a:lnTo>
                      <a:pt x="2880000" y="-1696"/>
                    </a:lnTo>
                    <a:lnTo>
                      <a:pt x="2940000" y="-5990"/>
                    </a:lnTo>
                    <a:lnTo>
                      <a:pt x="2978223" y="30000"/>
                    </a:lnTo>
                    <a:lnTo>
                      <a:pt x="2977851" y="90000"/>
                    </a:lnTo>
                    <a:lnTo>
                      <a:pt x="2976932" y="150000"/>
                    </a:lnTo>
                    <a:lnTo>
                      <a:pt x="2976666" y="210000"/>
                    </a:lnTo>
                    <a:lnTo>
                      <a:pt x="2975594" y="270000"/>
                    </a:lnTo>
                    <a:lnTo>
                      <a:pt x="2930000" y="294577"/>
                    </a:lnTo>
                    <a:lnTo>
                      <a:pt x="2870000" y="291562"/>
                    </a:lnTo>
                    <a:lnTo>
                      <a:pt x="2810000" y="291182"/>
                    </a:lnTo>
                    <a:lnTo>
                      <a:pt x="2750000" y="296033"/>
                    </a:lnTo>
                    <a:lnTo>
                      <a:pt x="2690000" y="301758"/>
                    </a:lnTo>
                    <a:lnTo>
                      <a:pt x="2630000" y="303524"/>
                    </a:lnTo>
                    <a:lnTo>
                      <a:pt x="2570000" y="301986"/>
                    </a:lnTo>
                    <a:lnTo>
                      <a:pt x="2510000" y="299081"/>
                    </a:lnTo>
                    <a:lnTo>
                      <a:pt x="2450000" y="297922"/>
                    </a:lnTo>
                    <a:lnTo>
                      <a:pt x="2390000" y="298296"/>
                    </a:lnTo>
                    <a:lnTo>
                      <a:pt x="2330000" y="300026"/>
                    </a:lnTo>
                    <a:lnTo>
                      <a:pt x="2270000" y="302127"/>
                    </a:lnTo>
                    <a:lnTo>
                      <a:pt x="2210000" y="302462"/>
                    </a:lnTo>
                    <a:lnTo>
                      <a:pt x="2150000" y="299889"/>
                    </a:lnTo>
                    <a:lnTo>
                      <a:pt x="2090000" y="297825"/>
                    </a:lnTo>
                    <a:lnTo>
                      <a:pt x="2030000" y="296913"/>
                    </a:lnTo>
                    <a:lnTo>
                      <a:pt x="1970000" y="295109"/>
                    </a:lnTo>
                    <a:lnTo>
                      <a:pt x="1910000" y="291755"/>
                    </a:lnTo>
                    <a:lnTo>
                      <a:pt x="1850000" y="290748"/>
                    </a:lnTo>
                    <a:lnTo>
                      <a:pt x="1790000" y="290370"/>
                    </a:lnTo>
                    <a:lnTo>
                      <a:pt x="1730000" y="288266"/>
                    </a:lnTo>
                    <a:lnTo>
                      <a:pt x="1670000" y="285529"/>
                    </a:lnTo>
                    <a:lnTo>
                      <a:pt x="1610000" y="284795"/>
                    </a:lnTo>
                    <a:lnTo>
                      <a:pt x="1550000" y="286182"/>
                    </a:lnTo>
                    <a:lnTo>
                      <a:pt x="1490000" y="287620"/>
                    </a:lnTo>
                    <a:lnTo>
                      <a:pt x="1430000" y="288463"/>
                    </a:lnTo>
                    <a:lnTo>
                      <a:pt x="1370000" y="287278"/>
                    </a:lnTo>
                    <a:lnTo>
                      <a:pt x="1310000" y="284330"/>
                    </a:lnTo>
                    <a:lnTo>
                      <a:pt x="1250000" y="281461"/>
                    </a:lnTo>
                    <a:lnTo>
                      <a:pt x="1190000" y="282441"/>
                    </a:lnTo>
                    <a:lnTo>
                      <a:pt x="1130000" y="287947"/>
                    </a:lnTo>
                    <a:lnTo>
                      <a:pt x="1070000" y="293153"/>
                    </a:lnTo>
                    <a:lnTo>
                      <a:pt x="1010000" y="294020"/>
                    </a:lnTo>
                    <a:lnTo>
                      <a:pt x="950000" y="290922"/>
                    </a:lnTo>
                    <a:lnTo>
                      <a:pt x="890000" y="285851"/>
                    </a:lnTo>
                    <a:lnTo>
                      <a:pt x="830000" y="282870"/>
                    </a:lnTo>
                    <a:lnTo>
                      <a:pt x="770000" y="286814"/>
                    </a:lnTo>
                    <a:lnTo>
                      <a:pt x="710000" y="296115"/>
                    </a:lnTo>
                    <a:lnTo>
                      <a:pt x="650000" y="304058"/>
                    </a:lnTo>
                    <a:lnTo>
                      <a:pt x="590000" y="303003"/>
                    </a:lnTo>
                    <a:lnTo>
                      <a:pt x="530000" y="296039"/>
                    </a:lnTo>
                    <a:lnTo>
                      <a:pt x="470000" y="289790"/>
                    </a:lnTo>
                    <a:lnTo>
                      <a:pt x="410000" y="288117"/>
                    </a:lnTo>
                    <a:lnTo>
                      <a:pt x="350000" y="287695"/>
                    </a:lnTo>
                    <a:lnTo>
                      <a:pt x="290000" y="288491"/>
                    </a:lnTo>
                    <a:lnTo>
                      <a:pt x="230000" y="289298"/>
                    </a:lnTo>
                    <a:lnTo>
                      <a:pt x="170000" y="289604"/>
                    </a:lnTo>
                    <a:lnTo>
                      <a:pt x="110000" y="290378"/>
                    </a:lnTo>
                    <a:lnTo>
                      <a:pt x="50000" y="291217"/>
                    </a:lnTo>
                    <a:lnTo>
                      <a:pt x="1680" y="283333"/>
                    </a:lnTo>
                    <a:lnTo>
                      <a:pt x="-315" y="223333"/>
                    </a:lnTo>
                    <a:lnTo>
                      <a:pt x="-3128" y="163333"/>
                    </a:lnTo>
                    <a:lnTo>
                      <a:pt x="-3827" y="103333"/>
                    </a:lnTo>
                    <a:lnTo>
                      <a:pt x="-1695" y="43333"/>
                    </a:lnTo>
                    <a:lnTo>
                      <a:pt x="0" y="0"/>
                    </a:lnTo>
                    <a:close/>
                  </a:path>
                </a:pathLst>
              </a:custGeom>
              <a:solidFill>
                <a:srgbClr val="F3D286"/>
              </a:solidFill>
              <a:ln w="10000" cap="flat">
                <a:solidFill>
                  <a:srgbClr val="EEEAFD"/>
                </a:solidFill>
                <a:round/>
              </a:ln>
            </p:spPr>
          </p:sp>
          <p:pic>
            <p:nvPicPr>
              <p:cNvPr id="372" name="Mark"/>
              <p:cNvPicPr>
                <a:picLocks noChangeAspect="1"/>
              </p:cNvPicPr>
              <p:nvPr/>
            </p:nvPicPr>
            <p:blipFill>
              <a:blip r:embed="rId5"/>
              <a:stretch>
                <a:fillRect/>
              </a:stretch>
            </p:blipFill>
            <p:spPr>
              <a:xfrm>
                <a:off x="1703816" y="6719351"/>
                <a:ext cy="200000" cx="200000"/>
              </a:xfrm>
              <a:prstGeom prst="rect">
                <a:avLst/>
              </a:prstGeom>
            </p:spPr>
          </p:pic>
          <p:sp>
            <p:nvSpPr>
              <p:cNvPr id="470" name="Text 470"/>
              <p:cNvSpPr txBox="1"/>
              <p:nvPr/>
            </p:nvSpPr>
            <p:spPr>
              <a:xfrm>
                <a:off x="1923816" y="6700684"/>
                <a:ext cy="253333" cx="2600000"/>
              </a:xfrm>
              <a:prstGeom prst="rect">
                <a:avLst/>
              </a:prstGeom>
              <a:noFill/>
            </p:spPr>
            <p:txBody>
              <a:bodyPr anchor="ctr" lIns="0" wrap="none" rtlCol="0" rIns="0" tIns="0" bIns="11000"/>
              <a:lstStyle/>
              <a:p>
                <a:pPr algn="ctr">
                  <a:lnSpc>
                    <a:spcPct val="100000"/>
                  </a:lnSpc>
                </a:pPr>
                <a:r>
                  <a:rPr sz="1600">
                    <a:solidFill>
                      <a:srgbClr val="C00000"/>
                    </a:solidFill>
                    <a:latin typeface="標楷體"/>
                  </a:rPr>
                  <a:t>類別</a:t>
                </a:r>
                <a:r>
                  <a:rPr sz="1600">
                    <a:solidFill>
                      <a:srgbClr val="454545"/>
                    </a:solidFill>
                    <a:latin typeface="標楷體"/>
                  </a:rPr>
                  <a:t>分數及類別架構的</a:t>
                </a:r>
                <a:r>
                  <a:rPr sz="1600">
                    <a:solidFill>
                      <a:srgbClr val="C00000"/>
                    </a:solidFill>
                    <a:latin typeface="標楷體"/>
                  </a:rPr>
                  <a:t>管理</a:t>
                </a:r>
              </a:p>
            </p:txBody>
          </p:sp>
        </p:grpSp>
        <p:sp>
          <p:nvSpPr>
            <p:cNvPr id="373" name="SubTopic"/>
            <p:cNvSpPr/>
            <p:nvPr/>
          </p:nvSpPr>
          <p:spPr>
            <a:xfrm>
              <a:off x="1889816" y="6048351"/>
              <a:ext cy="493333" cx="6079154"/>
            </a:xfrm>
            <a:custGeom>
              <a:avLst/>
              <a:gdLst>
                <a:gd fmla="*/ 83000 w 6079154" name="rtl"/>
                <a:gd fmla="*/ 39000 h 493333" name="rtt"/>
                <a:gd fmla="*/ 6032063 w 6079154" name="rtr"/>
                <a:gd fmla="*/ 492333 h 493333" name="rtb"/>
              </a:gdLst>
              <a:ahLst/>
              <a:cxnLst/>
              <a:rect r="rtr" b="rtb" l="rtl" t="rtt"/>
              <a:pathLst>
                <a:path w="6079154" stroke="false" h="493333">
                  <a:moveTo>
                    <a:pt x="0" y="0"/>
                  </a:moveTo>
                  <a:lnTo>
                    <a:pt x="60000" y="3559"/>
                  </a:lnTo>
                  <a:lnTo>
                    <a:pt x="120000" y="3153"/>
                  </a:lnTo>
                  <a:lnTo>
                    <a:pt x="180000" y="2404"/>
                  </a:lnTo>
                  <a:lnTo>
                    <a:pt x="240000" y="2060"/>
                  </a:lnTo>
                  <a:lnTo>
                    <a:pt x="300000" y="-123"/>
                  </a:lnTo>
                  <a:lnTo>
                    <a:pt x="360000" y="-3287"/>
                  </a:lnTo>
                  <a:lnTo>
                    <a:pt x="420000" y="-3849"/>
                  </a:lnTo>
                  <a:lnTo>
                    <a:pt x="480000" y="-610"/>
                  </a:lnTo>
                  <a:lnTo>
                    <a:pt x="540000" y="2087"/>
                  </a:lnTo>
                  <a:lnTo>
                    <a:pt x="600000" y="2807"/>
                  </a:lnTo>
                  <a:lnTo>
                    <a:pt x="660000" y="829"/>
                  </a:lnTo>
                  <a:lnTo>
                    <a:pt x="720000" y="-3591"/>
                  </a:lnTo>
                  <a:lnTo>
                    <a:pt x="780000" y="-5982"/>
                  </a:lnTo>
                  <a:lnTo>
                    <a:pt x="840000" y="-4870"/>
                  </a:lnTo>
                  <a:lnTo>
                    <a:pt x="900000" y="699"/>
                  </a:lnTo>
                  <a:lnTo>
                    <a:pt x="960000" y="6301"/>
                  </a:lnTo>
                  <a:lnTo>
                    <a:pt x="1020000" y="7118"/>
                  </a:lnTo>
                  <a:lnTo>
                    <a:pt x="1080000" y="3636"/>
                  </a:lnTo>
                  <a:lnTo>
                    <a:pt x="1140000" y="-1238"/>
                  </a:lnTo>
                  <a:lnTo>
                    <a:pt x="1200000" y="-2793"/>
                  </a:lnTo>
                  <a:lnTo>
                    <a:pt x="1260000" y="-2499"/>
                  </a:lnTo>
                  <a:lnTo>
                    <a:pt x="1320000" y="-1730"/>
                  </a:lnTo>
                  <a:lnTo>
                    <a:pt x="1380000" y="-1379"/>
                  </a:lnTo>
                  <a:lnTo>
                    <a:pt x="1440000" y="-573"/>
                  </a:lnTo>
                  <a:lnTo>
                    <a:pt x="1500000" y="3318"/>
                  </a:lnTo>
                  <a:lnTo>
                    <a:pt x="1560000" y="7991"/>
                  </a:lnTo>
                  <a:lnTo>
                    <a:pt x="1620000" y="8968"/>
                  </a:lnTo>
                  <a:lnTo>
                    <a:pt x="1680000" y="6698"/>
                  </a:lnTo>
                  <a:lnTo>
                    <a:pt x="1740000" y="2050"/>
                  </a:lnTo>
                  <a:lnTo>
                    <a:pt x="1800000" y="-630"/>
                  </a:lnTo>
                  <a:lnTo>
                    <a:pt x="1860000" y="-2565"/>
                  </a:lnTo>
                  <a:lnTo>
                    <a:pt x="1920000" y="-7661"/>
                  </a:lnTo>
                  <a:lnTo>
                    <a:pt x="1980000" y="-11750"/>
                  </a:lnTo>
                  <a:lnTo>
                    <a:pt x="2040000" y="-11359"/>
                  </a:lnTo>
                  <a:lnTo>
                    <a:pt x="2100000" y="-9156"/>
                  </a:lnTo>
                  <a:lnTo>
                    <a:pt x="2160000" y="-6738"/>
                  </a:lnTo>
                  <a:lnTo>
                    <a:pt x="2220000" y="-5774"/>
                  </a:lnTo>
                  <a:lnTo>
                    <a:pt x="2280000" y="-351"/>
                  </a:lnTo>
                  <a:lnTo>
                    <a:pt x="2340000" y="6481"/>
                  </a:lnTo>
                  <a:lnTo>
                    <a:pt x="2400000" y="9422"/>
                  </a:lnTo>
                  <a:lnTo>
                    <a:pt x="2460000" y="9111"/>
                  </a:lnTo>
                  <a:lnTo>
                    <a:pt x="2520000" y="7721"/>
                  </a:lnTo>
                  <a:lnTo>
                    <a:pt x="2580000" y="5519"/>
                  </a:lnTo>
                  <a:lnTo>
                    <a:pt x="2640000" y="5275"/>
                  </a:lnTo>
                  <a:lnTo>
                    <a:pt x="2700000" y="4465"/>
                  </a:lnTo>
                  <a:lnTo>
                    <a:pt x="2760000" y="1524"/>
                  </a:lnTo>
                  <a:lnTo>
                    <a:pt x="2820000" y="208"/>
                  </a:lnTo>
                  <a:lnTo>
                    <a:pt x="2880000" y="-1696"/>
                  </a:lnTo>
                  <a:lnTo>
                    <a:pt x="2940000" y="-5990"/>
                  </a:lnTo>
                  <a:lnTo>
                    <a:pt x="3000000" y="-8223"/>
                  </a:lnTo>
                  <a:lnTo>
                    <a:pt x="3060000" y="-7851"/>
                  </a:lnTo>
                  <a:lnTo>
                    <a:pt x="3120000" y="-6932"/>
                  </a:lnTo>
                  <a:lnTo>
                    <a:pt x="3180000" y="-6666"/>
                  </a:lnTo>
                  <a:lnTo>
                    <a:pt x="3240000" y="-5594"/>
                  </a:lnTo>
                  <a:lnTo>
                    <a:pt x="3300000" y="-1244"/>
                  </a:lnTo>
                  <a:lnTo>
                    <a:pt x="3360000" y="1771"/>
                  </a:lnTo>
                  <a:lnTo>
                    <a:pt x="3420000" y="2152"/>
                  </a:lnTo>
                  <a:lnTo>
                    <a:pt x="3480000" y="-2699"/>
                  </a:lnTo>
                  <a:lnTo>
                    <a:pt x="3540000" y="-8425"/>
                  </a:lnTo>
                  <a:lnTo>
                    <a:pt x="3600000" y="-10191"/>
                  </a:lnTo>
                  <a:lnTo>
                    <a:pt x="3660000" y="-8652"/>
                  </a:lnTo>
                  <a:lnTo>
                    <a:pt x="3720000" y="-5748"/>
                  </a:lnTo>
                  <a:lnTo>
                    <a:pt x="3780000" y="-4589"/>
                  </a:lnTo>
                  <a:lnTo>
                    <a:pt x="3840000" y="-4963"/>
                  </a:lnTo>
                  <a:lnTo>
                    <a:pt x="3900000" y="-6693"/>
                  </a:lnTo>
                  <a:lnTo>
                    <a:pt x="3960000" y="-8793"/>
                  </a:lnTo>
                  <a:lnTo>
                    <a:pt x="4020000" y="-9129"/>
                  </a:lnTo>
                  <a:lnTo>
                    <a:pt x="4080000" y="-6556"/>
                  </a:lnTo>
                  <a:lnTo>
                    <a:pt x="4140000" y="-4491"/>
                  </a:lnTo>
                  <a:lnTo>
                    <a:pt x="4200000" y="-3580"/>
                  </a:lnTo>
                  <a:lnTo>
                    <a:pt x="4260000" y="-1775"/>
                  </a:lnTo>
                  <a:lnTo>
                    <a:pt x="4320000" y="1578"/>
                  </a:lnTo>
                  <a:lnTo>
                    <a:pt x="4380000" y="2585"/>
                  </a:lnTo>
                  <a:lnTo>
                    <a:pt x="4440000" y="2963"/>
                  </a:lnTo>
                  <a:lnTo>
                    <a:pt x="4500000" y="5068"/>
                  </a:lnTo>
                  <a:lnTo>
                    <a:pt x="4560000" y="7805"/>
                  </a:lnTo>
                  <a:lnTo>
                    <a:pt x="4620000" y="8539"/>
                  </a:lnTo>
                  <a:lnTo>
                    <a:pt x="4680000" y="7151"/>
                  </a:lnTo>
                  <a:lnTo>
                    <a:pt x="4740000" y="5713"/>
                  </a:lnTo>
                  <a:lnTo>
                    <a:pt x="4800000" y="4871"/>
                  </a:lnTo>
                  <a:lnTo>
                    <a:pt x="4860000" y="6056"/>
                  </a:lnTo>
                  <a:lnTo>
                    <a:pt x="4920000" y="9003"/>
                  </a:lnTo>
                  <a:lnTo>
                    <a:pt x="4980000" y="11873"/>
                  </a:lnTo>
                  <a:lnTo>
                    <a:pt x="5040000" y="10893"/>
                  </a:lnTo>
                  <a:lnTo>
                    <a:pt x="5100000" y="5387"/>
                  </a:lnTo>
                  <a:lnTo>
                    <a:pt x="5160000" y="180"/>
                  </a:lnTo>
                  <a:lnTo>
                    <a:pt x="5220000" y="-686"/>
                  </a:lnTo>
                  <a:lnTo>
                    <a:pt x="5280000" y="2411"/>
                  </a:lnTo>
                  <a:lnTo>
                    <a:pt x="5340000" y="7482"/>
                  </a:lnTo>
                  <a:lnTo>
                    <a:pt x="5400000" y="10463"/>
                  </a:lnTo>
                  <a:lnTo>
                    <a:pt x="5460000" y="6519"/>
                  </a:lnTo>
                  <a:lnTo>
                    <a:pt x="5520000" y="-2782"/>
                  </a:lnTo>
                  <a:lnTo>
                    <a:pt x="5580000" y="-10724"/>
                  </a:lnTo>
                  <a:lnTo>
                    <a:pt x="5640000" y="-9670"/>
                  </a:lnTo>
                  <a:lnTo>
                    <a:pt x="5700000" y="-2705"/>
                  </a:lnTo>
                  <a:lnTo>
                    <a:pt x="5760000" y="3543"/>
                  </a:lnTo>
                  <a:lnTo>
                    <a:pt x="5820000" y="5216"/>
                  </a:lnTo>
                  <a:lnTo>
                    <a:pt x="5880000" y="5638"/>
                  </a:lnTo>
                  <a:lnTo>
                    <a:pt x="5940000" y="4843"/>
                  </a:lnTo>
                  <a:lnTo>
                    <a:pt x="6000000" y="4035"/>
                  </a:lnTo>
                  <a:lnTo>
                    <a:pt x="6060000" y="3729"/>
                  </a:lnTo>
                  <a:lnTo>
                    <a:pt x="6076199" y="50000"/>
                  </a:lnTo>
                  <a:lnTo>
                    <a:pt x="6077037" y="110000"/>
                  </a:lnTo>
                  <a:lnTo>
                    <a:pt x="6077474" y="170000"/>
                  </a:lnTo>
                  <a:lnTo>
                    <a:pt x="6079469" y="230000"/>
                  </a:lnTo>
                  <a:lnTo>
                    <a:pt x="6082282" y="290000"/>
                  </a:lnTo>
                  <a:lnTo>
                    <a:pt x="6082981" y="350000"/>
                  </a:lnTo>
                  <a:lnTo>
                    <a:pt x="6080849" y="410000"/>
                  </a:lnTo>
                  <a:lnTo>
                    <a:pt x="6076840" y="470000"/>
                  </a:lnTo>
                  <a:lnTo>
                    <a:pt x="6039154" y="488445"/>
                  </a:lnTo>
                  <a:lnTo>
                    <a:pt x="5979154" y="491162"/>
                  </a:lnTo>
                  <a:lnTo>
                    <a:pt x="5919154" y="495204"/>
                  </a:lnTo>
                  <a:lnTo>
                    <a:pt x="5859154" y="496239"/>
                  </a:lnTo>
                  <a:lnTo>
                    <a:pt x="5799154" y="496781"/>
                  </a:lnTo>
                  <a:lnTo>
                    <a:pt x="5739154" y="499105"/>
                  </a:lnTo>
                  <a:lnTo>
                    <a:pt x="5679154" y="501476"/>
                  </a:lnTo>
                  <a:lnTo>
                    <a:pt x="5619154" y="501770"/>
                  </a:lnTo>
                  <a:lnTo>
                    <a:pt x="5559154" y="497523"/>
                  </a:lnTo>
                  <a:lnTo>
                    <a:pt x="5499154" y="490588"/>
                  </a:lnTo>
                  <a:lnTo>
                    <a:pt x="5439154" y="487048"/>
                  </a:lnTo>
                  <a:lnTo>
                    <a:pt x="5379154" y="486568"/>
                  </a:lnTo>
                  <a:lnTo>
                    <a:pt x="5319154" y="484045"/>
                  </a:lnTo>
                  <a:lnTo>
                    <a:pt x="5259154" y="481047"/>
                  </a:lnTo>
                  <a:lnTo>
                    <a:pt x="5199154" y="481913"/>
                  </a:lnTo>
                  <a:lnTo>
                    <a:pt x="5139154" y="486077"/>
                  </a:lnTo>
                  <a:lnTo>
                    <a:pt x="5079154" y="489570"/>
                  </a:lnTo>
                  <a:lnTo>
                    <a:pt x="5019154" y="490384"/>
                  </a:lnTo>
                  <a:lnTo>
                    <a:pt x="4959154" y="491029"/>
                  </a:lnTo>
                  <a:lnTo>
                    <a:pt x="4899154" y="492412"/>
                  </a:lnTo>
                  <a:lnTo>
                    <a:pt x="4839154" y="492447"/>
                  </a:lnTo>
                  <a:lnTo>
                    <a:pt x="4779154" y="494609"/>
                  </a:lnTo>
                  <a:lnTo>
                    <a:pt x="4719154" y="497590"/>
                  </a:lnTo>
                  <a:lnTo>
                    <a:pt x="4659154" y="499510"/>
                  </a:lnTo>
                  <a:lnTo>
                    <a:pt x="4599154" y="498311"/>
                  </a:lnTo>
                  <a:lnTo>
                    <a:pt x="4539154" y="492860"/>
                  </a:lnTo>
                  <a:lnTo>
                    <a:pt x="4479154" y="487266"/>
                  </a:lnTo>
                  <a:lnTo>
                    <a:pt x="4419154" y="485811"/>
                  </a:lnTo>
                  <a:lnTo>
                    <a:pt x="4359154" y="487118"/>
                  </a:lnTo>
                  <a:lnTo>
                    <a:pt x="4299154" y="487436"/>
                  </a:lnTo>
                  <a:lnTo>
                    <a:pt x="4239154" y="487427"/>
                  </a:lnTo>
                  <a:lnTo>
                    <a:pt x="4179154" y="486808"/>
                  </a:lnTo>
                  <a:lnTo>
                    <a:pt x="4119154" y="484832"/>
                  </a:lnTo>
                  <a:lnTo>
                    <a:pt x="4059154" y="483264"/>
                  </a:lnTo>
                  <a:lnTo>
                    <a:pt x="3999154" y="484922"/>
                  </a:lnTo>
                  <a:lnTo>
                    <a:pt x="3939154" y="492595"/>
                  </a:lnTo>
                  <a:lnTo>
                    <a:pt x="3879154" y="498918"/>
                  </a:lnTo>
                  <a:lnTo>
                    <a:pt x="3819154" y="500332"/>
                  </a:lnTo>
                  <a:lnTo>
                    <a:pt x="3759154" y="501605"/>
                  </a:lnTo>
                  <a:lnTo>
                    <a:pt x="3699154" y="501315"/>
                  </a:lnTo>
                  <a:lnTo>
                    <a:pt x="3639154" y="500158"/>
                  </a:lnTo>
                  <a:lnTo>
                    <a:pt x="3579154" y="497900"/>
                  </a:lnTo>
                  <a:lnTo>
                    <a:pt x="3519154" y="492396"/>
                  </a:lnTo>
                  <a:lnTo>
                    <a:pt x="3459154" y="489009"/>
                  </a:lnTo>
                  <a:lnTo>
                    <a:pt x="3399154" y="488852"/>
                  </a:lnTo>
                  <a:lnTo>
                    <a:pt x="3339154" y="489738"/>
                  </a:lnTo>
                  <a:lnTo>
                    <a:pt x="3279154" y="491868"/>
                  </a:lnTo>
                  <a:lnTo>
                    <a:pt x="3219154" y="492206"/>
                  </a:lnTo>
                  <a:lnTo>
                    <a:pt x="3159154" y="491094"/>
                  </a:lnTo>
                  <a:lnTo>
                    <a:pt x="3099154" y="491729"/>
                  </a:lnTo>
                  <a:lnTo>
                    <a:pt x="3039154" y="492548"/>
                  </a:lnTo>
                  <a:lnTo>
                    <a:pt x="2979154" y="492905"/>
                  </a:lnTo>
                  <a:lnTo>
                    <a:pt x="2919154" y="494744"/>
                  </a:lnTo>
                  <a:lnTo>
                    <a:pt x="2859154" y="496587"/>
                  </a:lnTo>
                  <a:lnTo>
                    <a:pt x="2799154" y="495853"/>
                  </a:lnTo>
                  <a:lnTo>
                    <a:pt x="2739154" y="491556"/>
                  </a:lnTo>
                  <a:lnTo>
                    <a:pt x="2679154" y="489038"/>
                  </a:lnTo>
                  <a:lnTo>
                    <a:pt x="2619154" y="488692"/>
                  </a:lnTo>
                  <a:lnTo>
                    <a:pt x="2559154" y="488516"/>
                  </a:lnTo>
                  <a:lnTo>
                    <a:pt x="2499154" y="490905"/>
                  </a:lnTo>
                  <a:lnTo>
                    <a:pt x="2439154" y="492790"/>
                  </a:lnTo>
                  <a:lnTo>
                    <a:pt x="2379154" y="493511"/>
                  </a:lnTo>
                  <a:lnTo>
                    <a:pt x="2319154" y="494057"/>
                  </a:lnTo>
                  <a:lnTo>
                    <a:pt x="2259154" y="492957"/>
                  </a:lnTo>
                  <a:lnTo>
                    <a:pt x="2199154" y="493279"/>
                  </a:lnTo>
                  <a:lnTo>
                    <a:pt x="2139154" y="495235"/>
                  </a:lnTo>
                  <a:lnTo>
                    <a:pt x="2079154" y="495977"/>
                  </a:lnTo>
                  <a:lnTo>
                    <a:pt x="2019154" y="495906"/>
                  </a:lnTo>
                  <a:lnTo>
                    <a:pt x="1959154" y="492326"/>
                  </a:lnTo>
                  <a:lnTo>
                    <a:pt x="1899154" y="486568"/>
                  </a:lnTo>
                  <a:lnTo>
                    <a:pt x="1839154" y="484126"/>
                  </a:lnTo>
                  <a:lnTo>
                    <a:pt x="1779154" y="482980"/>
                  </a:lnTo>
                  <a:lnTo>
                    <a:pt x="1719154" y="482276"/>
                  </a:lnTo>
                  <a:lnTo>
                    <a:pt x="1659154" y="483401"/>
                  </a:lnTo>
                  <a:lnTo>
                    <a:pt x="1599154" y="485441"/>
                  </a:lnTo>
                  <a:lnTo>
                    <a:pt x="1539154" y="493210"/>
                  </a:lnTo>
                  <a:lnTo>
                    <a:pt x="1479154" y="500541"/>
                  </a:lnTo>
                  <a:lnTo>
                    <a:pt x="1419154" y="502075"/>
                  </a:lnTo>
                  <a:lnTo>
                    <a:pt x="1359154" y="500245"/>
                  </a:lnTo>
                  <a:lnTo>
                    <a:pt x="1299154" y="497034"/>
                  </a:lnTo>
                  <a:lnTo>
                    <a:pt x="1239154" y="494751"/>
                  </a:lnTo>
                  <a:lnTo>
                    <a:pt x="1179154" y="495988"/>
                  </a:lnTo>
                  <a:lnTo>
                    <a:pt x="1119154" y="496443"/>
                  </a:lnTo>
                  <a:lnTo>
                    <a:pt x="1059154" y="495482"/>
                  </a:lnTo>
                  <a:lnTo>
                    <a:pt x="999154" y="494414"/>
                  </a:lnTo>
                  <a:lnTo>
                    <a:pt x="939154" y="490107"/>
                  </a:lnTo>
                  <a:lnTo>
                    <a:pt x="879154" y="484373"/>
                  </a:lnTo>
                  <a:lnTo>
                    <a:pt x="819154" y="482851"/>
                  </a:lnTo>
                  <a:lnTo>
                    <a:pt x="759154" y="484194"/>
                  </a:lnTo>
                  <a:lnTo>
                    <a:pt x="699154" y="486805"/>
                  </a:lnTo>
                  <a:lnTo>
                    <a:pt x="639154" y="488515"/>
                  </a:lnTo>
                  <a:lnTo>
                    <a:pt x="579154" y="488333"/>
                  </a:lnTo>
                  <a:lnTo>
                    <a:pt x="519154" y="489398"/>
                  </a:lnTo>
                  <a:lnTo>
                    <a:pt x="459154" y="491635"/>
                  </a:lnTo>
                  <a:lnTo>
                    <a:pt x="399154" y="492349"/>
                  </a:lnTo>
                  <a:lnTo>
                    <a:pt x="339154" y="495136"/>
                  </a:lnTo>
                  <a:lnTo>
                    <a:pt x="279154" y="497303"/>
                  </a:lnTo>
                  <a:lnTo>
                    <a:pt x="219154" y="497439"/>
                  </a:lnTo>
                  <a:lnTo>
                    <a:pt x="159154" y="495783"/>
                  </a:lnTo>
                  <a:lnTo>
                    <a:pt x="99154" y="492732"/>
                  </a:lnTo>
                  <a:lnTo>
                    <a:pt x="39154" y="491908"/>
                  </a:lnTo>
                  <a:lnTo>
                    <a:pt x="378" y="463333"/>
                  </a:lnTo>
                  <a:lnTo>
                    <a:pt x="-2854" y="403333"/>
                  </a:lnTo>
                  <a:lnTo>
                    <a:pt x="-5646" y="343333"/>
                  </a:lnTo>
                  <a:lnTo>
                    <a:pt x="-6100" y="283333"/>
                  </a:lnTo>
                  <a:lnTo>
                    <a:pt x="-7854" y="223333"/>
                  </a:lnTo>
                  <a:lnTo>
                    <a:pt x="-9522" y="163333"/>
                  </a:lnTo>
                  <a:lnTo>
                    <a:pt x="-9351" y="103333"/>
                  </a:lnTo>
                  <a:lnTo>
                    <a:pt x="-3980" y="43333"/>
                  </a:lnTo>
                  <a:lnTo>
                    <a:pt x="0" y="0"/>
                  </a:lnTo>
                  <a:close/>
                </a:path>
              </a:pathLst>
            </a:custGeom>
            <a:solidFill>
              <a:srgbClr val="EEEAFD"/>
            </a:solidFill>
            <a:ln w="10000" cap="flat">
              <a:solidFill>
                <a:srgbClr val="EEEAFD"/>
              </a:solidFill>
              <a:round/>
            </a:ln>
          </p:spPr>
          <p:txBody>
            <a:bodyPr anchor="ctr" lIns="0" wrap="square" rtlCol="0" rIns="0" tIns="0" bIns="11000"/>
            <a:lstStyle/>
            <a:p>
              <a:pPr algn="ctr">
                <a:lnSpc>
                  <a:spcPct val="100000"/>
                </a:lnSpc>
              </a:pPr>
              <a:r>
                <a:rPr sz="1400">
                  <a:solidFill>
                    <a:srgbClr val="454545"/>
                  </a:solidFill>
                  <a:latin typeface="標楷體"/>
                </a:rPr>
                <a:t>如果標註人員對前述文字直接定義為中國政治，則模型未來碰到時，亦會輸出為中國政治。</a:t>
              </a:r>
            </a:p>
          </p:txBody>
        </p:sp>
        <p:sp>
          <p:nvSpPr>
            <p:cNvPr id="377" name="SubTopic"/>
            <p:cNvSpPr/>
            <p:nvPr/>
          </p:nvSpPr>
          <p:spPr>
            <a:xfrm>
              <a:off x="1889816" y="4468351"/>
              <a:ext cy="946667" cx="6079154"/>
            </a:xfrm>
            <a:custGeom>
              <a:avLst/>
              <a:gdLst>
                <a:gd fmla="*/ 83000 w 6079154" name="rtl"/>
                <a:gd fmla="*/ 39000 h 946667" name="rtt"/>
                <a:gd fmla="*/ 6032063 w 6079154" name="rtr"/>
                <a:gd fmla="*/ 945667 h 946667" name="rtb"/>
              </a:gdLst>
              <a:ahLst/>
              <a:cxnLst/>
              <a:rect r="rtr" b="rtb" l="rtl" t="rtt"/>
              <a:pathLst>
                <a:path w="6079154" stroke="false" h="946667">
                  <a:moveTo>
                    <a:pt x="0" y="0"/>
                  </a:moveTo>
                  <a:lnTo>
                    <a:pt x="60000" y="3559"/>
                  </a:lnTo>
                  <a:lnTo>
                    <a:pt x="120000" y="3153"/>
                  </a:lnTo>
                  <a:lnTo>
                    <a:pt x="180000" y="2404"/>
                  </a:lnTo>
                  <a:lnTo>
                    <a:pt x="240000" y="2060"/>
                  </a:lnTo>
                  <a:lnTo>
                    <a:pt x="300000" y="-123"/>
                  </a:lnTo>
                  <a:lnTo>
                    <a:pt x="360000" y="-3287"/>
                  </a:lnTo>
                  <a:lnTo>
                    <a:pt x="420000" y="-3849"/>
                  </a:lnTo>
                  <a:lnTo>
                    <a:pt x="480000" y="-610"/>
                  </a:lnTo>
                  <a:lnTo>
                    <a:pt x="540000" y="2087"/>
                  </a:lnTo>
                  <a:lnTo>
                    <a:pt x="600000" y="2807"/>
                  </a:lnTo>
                  <a:lnTo>
                    <a:pt x="660000" y="829"/>
                  </a:lnTo>
                  <a:lnTo>
                    <a:pt x="720000" y="-3591"/>
                  </a:lnTo>
                  <a:lnTo>
                    <a:pt x="780000" y="-5982"/>
                  </a:lnTo>
                  <a:lnTo>
                    <a:pt x="840000" y="-4870"/>
                  </a:lnTo>
                  <a:lnTo>
                    <a:pt x="900000" y="699"/>
                  </a:lnTo>
                  <a:lnTo>
                    <a:pt x="960000" y="6301"/>
                  </a:lnTo>
                  <a:lnTo>
                    <a:pt x="1020000" y="7118"/>
                  </a:lnTo>
                  <a:lnTo>
                    <a:pt x="1080000" y="3636"/>
                  </a:lnTo>
                  <a:lnTo>
                    <a:pt x="1140000" y="-1238"/>
                  </a:lnTo>
                  <a:lnTo>
                    <a:pt x="1200000" y="-2793"/>
                  </a:lnTo>
                  <a:lnTo>
                    <a:pt x="1260000" y="-2499"/>
                  </a:lnTo>
                  <a:lnTo>
                    <a:pt x="1320000" y="-1730"/>
                  </a:lnTo>
                  <a:lnTo>
                    <a:pt x="1380000" y="-1379"/>
                  </a:lnTo>
                  <a:lnTo>
                    <a:pt x="1440000" y="-573"/>
                  </a:lnTo>
                  <a:lnTo>
                    <a:pt x="1500000" y="3318"/>
                  </a:lnTo>
                  <a:lnTo>
                    <a:pt x="1560000" y="7991"/>
                  </a:lnTo>
                  <a:lnTo>
                    <a:pt x="1620000" y="8968"/>
                  </a:lnTo>
                  <a:lnTo>
                    <a:pt x="1680000" y="6698"/>
                  </a:lnTo>
                  <a:lnTo>
                    <a:pt x="1740000" y="2050"/>
                  </a:lnTo>
                  <a:lnTo>
                    <a:pt x="1800000" y="-630"/>
                  </a:lnTo>
                  <a:lnTo>
                    <a:pt x="1860000" y="-2565"/>
                  </a:lnTo>
                  <a:lnTo>
                    <a:pt x="1920000" y="-7661"/>
                  </a:lnTo>
                  <a:lnTo>
                    <a:pt x="1980000" y="-11750"/>
                  </a:lnTo>
                  <a:lnTo>
                    <a:pt x="2040000" y="-11359"/>
                  </a:lnTo>
                  <a:lnTo>
                    <a:pt x="2100000" y="-9156"/>
                  </a:lnTo>
                  <a:lnTo>
                    <a:pt x="2160000" y="-6738"/>
                  </a:lnTo>
                  <a:lnTo>
                    <a:pt x="2220000" y="-5774"/>
                  </a:lnTo>
                  <a:lnTo>
                    <a:pt x="2280000" y="-351"/>
                  </a:lnTo>
                  <a:lnTo>
                    <a:pt x="2340000" y="6481"/>
                  </a:lnTo>
                  <a:lnTo>
                    <a:pt x="2400000" y="9422"/>
                  </a:lnTo>
                  <a:lnTo>
                    <a:pt x="2460000" y="9111"/>
                  </a:lnTo>
                  <a:lnTo>
                    <a:pt x="2520000" y="7721"/>
                  </a:lnTo>
                  <a:lnTo>
                    <a:pt x="2580000" y="5519"/>
                  </a:lnTo>
                  <a:lnTo>
                    <a:pt x="2640000" y="5275"/>
                  </a:lnTo>
                  <a:lnTo>
                    <a:pt x="2700000" y="4465"/>
                  </a:lnTo>
                  <a:lnTo>
                    <a:pt x="2760000" y="1524"/>
                  </a:lnTo>
                  <a:lnTo>
                    <a:pt x="2820000" y="208"/>
                  </a:lnTo>
                  <a:lnTo>
                    <a:pt x="2880000" y="-1696"/>
                  </a:lnTo>
                  <a:lnTo>
                    <a:pt x="2940000" y="-5990"/>
                  </a:lnTo>
                  <a:lnTo>
                    <a:pt x="3000000" y="-8223"/>
                  </a:lnTo>
                  <a:lnTo>
                    <a:pt x="3060000" y="-7851"/>
                  </a:lnTo>
                  <a:lnTo>
                    <a:pt x="3120000" y="-6932"/>
                  </a:lnTo>
                  <a:lnTo>
                    <a:pt x="3180000" y="-6666"/>
                  </a:lnTo>
                  <a:lnTo>
                    <a:pt x="3240000" y="-5594"/>
                  </a:lnTo>
                  <a:lnTo>
                    <a:pt x="3300000" y="-1244"/>
                  </a:lnTo>
                  <a:lnTo>
                    <a:pt x="3360000" y="1771"/>
                  </a:lnTo>
                  <a:lnTo>
                    <a:pt x="3420000" y="2152"/>
                  </a:lnTo>
                  <a:lnTo>
                    <a:pt x="3480000" y="-2699"/>
                  </a:lnTo>
                  <a:lnTo>
                    <a:pt x="3540000" y="-8425"/>
                  </a:lnTo>
                  <a:lnTo>
                    <a:pt x="3600000" y="-10191"/>
                  </a:lnTo>
                  <a:lnTo>
                    <a:pt x="3660000" y="-8652"/>
                  </a:lnTo>
                  <a:lnTo>
                    <a:pt x="3720000" y="-5748"/>
                  </a:lnTo>
                  <a:lnTo>
                    <a:pt x="3780000" y="-4589"/>
                  </a:lnTo>
                  <a:lnTo>
                    <a:pt x="3840000" y="-4963"/>
                  </a:lnTo>
                  <a:lnTo>
                    <a:pt x="3900000" y="-6693"/>
                  </a:lnTo>
                  <a:lnTo>
                    <a:pt x="3960000" y="-8793"/>
                  </a:lnTo>
                  <a:lnTo>
                    <a:pt x="4020000" y="-9129"/>
                  </a:lnTo>
                  <a:lnTo>
                    <a:pt x="4080000" y="-6556"/>
                  </a:lnTo>
                  <a:lnTo>
                    <a:pt x="4140000" y="-4491"/>
                  </a:lnTo>
                  <a:lnTo>
                    <a:pt x="4200000" y="-3580"/>
                  </a:lnTo>
                  <a:lnTo>
                    <a:pt x="4260000" y="-1775"/>
                  </a:lnTo>
                  <a:lnTo>
                    <a:pt x="4320000" y="1578"/>
                  </a:lnTo>
                  <a:lnTo>
                    <a:pt x="4380000" y="2585"/>
                  </a:lnTo>
                  <a:lnTo>
                    <a:pt x="4440000" y="2963"/>
                  </a:lnTo>
                  <a:lnTo>
                    <a:pt x="4500000" y="5068"/>
                  </a:lnTo>
                  <a:lnTo>
                    <a:pt x="4560000" y="7805"/>
                  </a:lnTo>
                  <a:lnTo>
                    <a:pt x="4620000" y="8539"/>
                  </a:lnTo>
                  <a:lnTo>
                    <a:pt x="4680000" y="7151"/>
                  </a:lnTo>
                  <a:lnTo>
                    <a:pt x="4740000" y="5713"/>
                  </a:lnTo>
                  <a:lnTo>
                    <a:pt x="4800000" y="4871"/>
                  </a:lnTo>
                  <a:lnTo>
                    <a:pt x="4860000" y="6056"/>
                  </a:lnTo>
                  <a:lnTo>
                    <a:pt x="4920000" y="9003"/>
                  </a:lnTo>
                  <a:lnTo>
                    <a:pt x="4980000" y="11873"/>
                  </a:lnTo>
                  <a:lnTo>
                    <a:pt x="5040000" y="10893"/>
                  </a:lnTo>
                  <a:lnTo>
                    <a:pt x="5100000" y="5387"/>
                  </a:lnTo>
                  <a:lnTo>
                    <a:pt x="5160000" y="180"/>
                  </a:lnTo>
                  <a:lnTo>
                    <a:pt x="5220000" y="-686"/>
                  </a:lnTo>
                  <a:lnTo>
                    <a:pt x="5280000" y="2411"/>
                  </a:lnTo>
                  <a:lnTo>
                    <a:pt x="5340000" y="7482"/>
                  </a:lnTo>
                  <a:lnTo>
                    <a:pt x="5400000" y="10463"/>
                  </a:lnTo>
                  <a:lnTo>
                    <a:pt x="5460000" y="6519"/>
                  </a:lnTo>
                  <a:lnTo>
                    <a:pt x="5520000" y="-2782"/>
                  </a:lnTo>
                  <a:lnTo>
                    <a:pt x="5580000" y="-10724"/>
                  </a:lnTo>
                  <a:lnTo>
                    <a:pt x="5640000" y="-9670"/>
                  </a:lnTo>
                  <a:lnTo>
                    <a:pt x="5700000" y="-2705"/>
                  </a:lnTo>
                  <a:lnTo>
                    <a:pt x="5760000" y="3543"/>
                  </a:lnTo>
                  <a:lnTo>
                    <a:pt x="5820000" y="5216"/>
                  </a:lnTo>
                  <a:lnTo>
                    <a:pt x="5880000" y="5638"/>
                  </a:lnTo>
                  <a:lnTo>
                    <a:pt x="5940000" y="4843"/>
                  </a:lnTo>
                  <a:lnTo>
                    <a:pt x="6000000" y="4035"/>
                  </a:lnTo>
                  <a:lnTo>
                    <a:pt x="6060000" y="3729"/>
                  </a:lnTo>
                  <a:lnTo>
                    <a:pt x="6076199" y="50000"/>
                  </a:lnTo>
                  <a:lnTo>
                    <a:pt x="6077037" y="110000"/>
                  </a:lnTo>
                  <a:lnTo>
                    <a:pt x="6077474" y="170000"/>
                  </a:lnTo>
                  <a:lnTo>
                    <a:pt x="6079469" y="230000"/>
                  </a:lnTo>
                  <a:lnTo>
                    <a:pt x="6082282" y="290000"/>
                  </a:lnTo>
                  <a:lnTo>
                    <a:pt x="6082981" y="350000"/>
                  </a:lnTo>
                  <a:lnTo>
                    <a:pt x="6080849" y="410000"/>
                  </a:lnTo>
                  <a:lnTo>
                    <a:pt x="6076840" y="470000"/>
                  </a:lnTo>
                  <a:lnTo>
                    <a:pt x="6074265" y="530000"/>
                  </a:lnTo>
                  <a:lnTo>
                    <a:pt x="6076982" y="590000"/>
                  </a:lnTo>
                  <a:lnTo>
                    <a:pt x="6081025" y="650000"/>
                  </a:lnTo>
                  <a:lnTo>
                    <a:pt x="6082060" y="710000"/>
                  </a:lnTo>
                  <a:lnTo>
                    <a:pt x="6082601" y="770000"/>
                  </a:lnTo>
                  <a:lnTo>
                    <a:pt x="6084926" y="830000"/>
                  </a:lnTo>
                  <a:lnTo>
                    <a:pt x="6087296" y="890000"/>
                  </a:lnTo>
                  <a:lnTo>
                    <a:pt x="6069154" y="955103"/>
                  </a:lnTo>
                  <a:lnTo>
                    <a:pt x="6009154" y="950857"/>
                  </a:lnTo>
                  <a:lnTo>
                    <a:pt x="5949154" y="943921"/>
                  </a:lnTo>
                  <a:lnTo>
                    <a:pt x="5889154" y="940381"/>
                  </a:lnTo>
                  <a:lnTo>
                    <a:pt x="5829154" y="939901"/>
                  </a:lnTo>
                  <a:lnTo>
                    <a:pt x="5769154" y="937378"/>
                  </a:lnTo>
                  <a:lnTo>
                    <a:pt x="5709154" y="934380"/>
                  </a:lnTo>
                  <a:lnTo>
                    <a:pt x="5649154" y="935246"/>
                  </a:lnTo>
                  <a:lnTo>
                    <a:pt x="5589154" y="939410"/>
                  </a:lnTo>
                  <a:lnTo>
                    <a:pt x="5529154" y="942903"/>
                  </a:lnTo>
                  <a:lnTo>
                    <a:pt x="5469154" y="943717"/>
                  </a:lnTo>
                  <a:lnTo>
                    <a:pt x="5409154" y="944362"/>
                  </a:lnTo>
                  <a:lnTo>
                    <a:pt x="5349154" y="945745"/>
                  </a:lnTo>
                  <a:lnTo>
                    <a:pt x="5289154" y="945780"/>
                  </a:lnTo>
                  <a:lnTo>
                    <a:pt x="5229154" y="947942"/>
                  </a:lnTo>
                  <a:lnTo>
                    <a:pt x="5169154" y="950924"/>
                  </a:lnTo>
                  <a:lnTo>
                    <a:pt x="5109154" y="952843"/>
                  </a:lnTo>
                  <a:lnTo>
                    <a:pt x="5049154" y="951644"/>
                  </a:lnTo>
                  <a:lnTo>
                    <a:pt x="4989154" y="946194"/>
                  </a:lnTo>
                  <a:lnTo>
                    <a:pt x="4929154" y="940599"/>
                  </a:lnTo>
                  <a:lnTo>
                    <a:pt x="4869154" y="939145"/>
                  </a:lnTo>
                  <a:lnTo>
                    <a:pt x="4809154" y="940452"/>
                  </a:lnTo>
                  <a:lnTo>
                    <a:pt x="4749154" y="940769"/>
                  </a:lnTo>
                  <a:lnTo>
                    <a:pt x="4689154" y="940760"/>
                  </a:lnTo>
                  <a:lnTo>
                    <a:pt x="4629154" y="940141"/>
                  </a:lnTo>
                  <a:lnTo>
                    <a:pt x="4569154" y="938166"/>
                  </a:lnTo>
                  <a:lnTo>
                    <a:pt x="4509154" y="936597"/>
                  </a:lnTo>
                  <a:lnTo>
                    <a:pt x="4449154" y="938255"/>
                  </a:lnTo>
                  <a:lnTo>
                    <a:pt x="4389154" y="945928"/>
                  </a:lnTo>
                  <a:lnTo>
                    <a:pt x="4329154" y="952251"/>
                  </a:lnTo>
                  <a:lnTo>
                    <a:pt x="4269154" y="953666"/>
                  </a:lnTo>
                  <a:lnTo>
                    <a:pt x="4209154" y="954939"/>
                  </a:lnTo>
                  <a:lnTo>
                    <a:pt x="4149154" y="954648"/>
                  </a:lnTo>
                  <a:lnTo>
                    <a:pt x="4089154" y="953491"/>
                  </a:lnTo>
                  <a:lnTo>
                    <a:pt x="4029154" y="951234"/>
                  </a:lnTo>
                  <a:lnTo>
                    <a:pt x="3969154" y="945730"/>
                  </a:lnTo>
                  <a:lnTo>
                    <a:pt x="3909154" y="942342"/>
                  </a:lnTo>
                  <a:lnTo>
                    <a:pt x="3849154" y="942185"/>
                  </a:lnTo>
                  <a:lnTo>
                    <a:pt x="3789154" y="943071"/>
                  </a:lnTo>
                  <a:lnTo>
                    <a:pt x="3729154" y="945201"/>
                  </a:lnTo>
                  <a:lnTo>
                    <a:pt x="3669154" y="945539"/>
                  </a:lnTo>
                  <a:lnTo>
                    <a:pt x="3609154" y="944428"/>
                  </a:lnTo>
                  <a:lnTo>
                    <a:pt x="3549154" y="945062"/>
                  </a:lnTo>
                  <a:lnTo>
                    <a:pt x="3489154" y="945881"/>
                  </a:lnTo>
                  <a:lnTo>
                    <a:pt x="3429154" y="946238"/>
                  </a:lnTo>
                  <a:lnTo>
                    <a:pt x="3369154" y="948077"/>
                  </a:lnTo>
                  <a:lnTo>
                    <a:pt x="3309154" y="949920"/>
                  </a:lnTo>
                  <a:lnTo>
                    <a:pt x="3249154" y="949186"/>
                  </a:lnTo>
                  <a:lnTo>
                    <a:pt x="3189154" y="944889"/>
                  </a:lnTo>
                  <a:lnTo>
                    <a:pt x="3129154" y="942372"/>
                  </a:lnTo>
                  <a:lnTo>
                    <a:pt x="3069154" y="942025"/>
                  </a:lnTo>
                  <a:lnTo>
                    <a:pt x="3009154" y="941850"/>
                  </a:lnTo>
                  <a:lnTo>
                    <a:pt x="2949154" y="944239"/>
                  </a:lnTo>
                  <a:lnTo>
                    <a:pt x="2889154" y="946123"/>
                  </a:lnTo>
                  <a:lnTo>
                    <a:pt x="2829154" y="946844"/>
                  </a:lnTo>
                  <a:lnTo>
                    <a:pt x="2769154" y="947390"/>
                  </a:lnTo>
                  <a:lnTo>
                    <a:pt x="2709154" y="946290"/>
                  </a:lnTo>
                  <a:lnTo>
                    <a:pt x="2649154" y="946612"/>
                  </a:lnTo>
                  <a:lnTo>
                    <a:pt x="2589154" y="948568"/>
                  </a:lnTo>
                  <a:lnTo>
                    <a:pt x="2529154" y="949310"/>
                  </a:lnTo>
                  <a:lnTo>
                    <a:pt x="2469154" y="949239"/>
                  </a:lnTo>
                  <a:lnTo>
                    <a:pt x="2409154" y="945660"/>
                  </a:lnTo>
                  <a:lnTo>
                    <a:pt x="2349154" y="939902"/>
                  </a:lnTo>
                  <a:lnTo>
                    <a:pt x="2289154" y="937459"/>
                  </a:lnTo>
                  <a:lnTo>
                    <a:pt x="2229154" y="936313"/>
                  </a:lnTo>
                  <a:lnTo>
                    <a:pt x="2169154" y="935609"/>
                  </a:lnTo>
                  <a:lnTo>
                    <a:pt x="2109154" y="936735"/>
                  </a:lnTo>
                  <a:lnTo>
                    <a:pt x="2049154" y="938774"/>
                  </a:lnTo>
                  <a:lnTo>
                    <a:pt x="1989154" y="946543"/>
                  </a:lnTo>
                  <a:lnTo>
                    <a:pt x="1929154" y="953875"/>
                  </a:lnTo>
                  <a:lnTo>
                    <a:pt x="1869154" y="955409"/>
                  </a:lnTo>
                  <a:lnTo>
                    <a:pt x="1809154" y="953578"/>
                  </a:lnTo>
                  <a:lnTo>
                    <a:pt x="1749154" y="950367"/>
                  </a:lnTo>
                  <a:lnTo>
                    <a:pt x="1689154" y="948084"/>
                  </a:lnTo>
                  <a:lnTo>
                    <a:pt x="1629154" y="949322"/>
                  </a:lnTo>
                  <a:lnTo>
                    <a:pt x="1569154" y="949776"/>
                  </a:lnTo>
                  <a:lnTo>
                    <a:pt x="1509154" y="948816"/>
                  </a:lnTo>
                  <a:lnTo>
                    <a:pt x="1449154" y="947747"/>
                  </a:lnTo>
                  <a:lnTo>
                    <a:pt x="1389154" y="943440"/>
                  </a:lnTo>
                  <a:lnTo>
                    <a:pt x="1329154" y="937706"/>
                  </a:lnTo>
                  <a:lnTo>
                    <a:pt x="1269154" y="936184"/>
                  </a:lnTo>
                  <a:lnTo>
                    <a:pt x="1209154" y="937528"/>
                  </a:lnTo>
                  <a:lnTo>
                    <a:pt x="1149154" y="940138"/>
                  </a:lnTo>
                  <a:lnTo>
                    <a:pt x="1089154" y="941848"/>
                  </a:lnTo>
                  <a:lnTo>
                    <a:pt x="1029154" y="941666"/>
                  </a:lnTo>
                  <a:lnTo>
                    <a:pt x="969154" y="942731"/>
                  </a:lnTo>
                  <a:lnTo>
                    <a:pt x="909154" y="944968"/>
                  </a:lnTo>
                  <a:lnTo>
                    <a:pt x="849154" y="945682"/>
                  </a:lnTo>
                  <a:lnTo>
                    <a:pt x="789154" y="948469"/>
                  </a:lnTo>
                  <a:lnTo>
                    <a:pt x="729154" y="950636"/>
                  </a:lnTo>
                  <a:lnTo>
                    <a:pt x="669154" y="950772"/>
                  </a:lnTo>
                  <a:lnTo>
                    <a:pt x="609154" y="949116"/>
                  </a:lnTo>
                  <a:lnTo>
                    <a:pt x="549154" y="946066"/>
                  </a:lnTo>
                  <a:lnTo>
                    <a:pt x="489154" y="945241"/>
                  </a:lnTo>
                  <a:lnTo>
                    <a:pt x="429154" y="946289"/>
                  </a:lnTo>
                  <a:lnTo>
                    <a:pt x="369154" y="949520"/>
                  </a:lnTo>
                  <a:lnTo>
                    <a:pt x="309154" y="952313"/>
                  </a:lnTo>
                  <a:lnTo>
                    <a:pt x="249154" y="952767"/>
                  </a:lnTo>
                  <a:lnTo>
                    <a:pt x="189154" y="954521"/>
                  </a:lnTo>
                  <a:lnTo>
                    <a:pt x="129154" y="956189"/>
                  </a:lnTo>
                  <a:lnTo>
                    <a:pt x="69154" y="956017"/>
                  </a:lnTo>
                  <a:lnTo>
                    <a:pt x="-3980" y="946667"/>
                  </a:lnTo>
                  <a:lnTo>
                    <a:pt x="3189" y="886667"/>
                  </a:lnTo>
                  <a:lnTo>
                    <a:pt x="5881" y="826667"/>
                  </a:lnTo>
                  <a:lnTo>
                    <a:pt x="2670" y="766667"/>
                  </a:lnTo>
                  <a:lnTo>
                    <a:pt x="-4253" y="706667"/>
                  </a:lnTo>
                  <a:lnTo>
                    <a:pt x="-9093" y="646667"/>
                  </a:lnTo>
                  <a:lnTo>
                    <a:pt x="-7583" y="586667"/>
                  </a:lnTo>
                  <a:lnTo>
                    <a:pt x="-114" y="526667"/>
                  </a:lnTo>
                  <a:lnTo>
                    <a:pt x="8631" y="466667"/>
                  </a:lnTo>
                  <a:lnTo>
                    <a:pt x="10821" y="406667"/>
                  </a:lnTo>
                  <a:lnTo>
                    <a:pt x="10785" y="346667"/>
                  </a:lnTo>
                  <a:lnTo>
                    <a:pt x="11030" y="286667"/>
                  </a:lnTo>
                  <a:lnTo>
                    <a:pt x="11110" y="226667"/>
                  </a:lnTo>
                  <a:lnTo>
                    <a:pt x="11144" y="166667"/>
                  </a:lnTo>
                  <a:lnTo>
                    <a:pt x="10946" y="106667"/>
                  </a:lnTo>
                  <a:lnTo>
                    <a:pt x="10339" y="46667"/>
                  </a:lnTo>
                  <a:lnTo>
                    <a:pt x="0" y="0"/>
                  </a:lnTo>
                  <a:close/>
                </a:path>
              </a:pathLst>
            </a:custGeom>
            <a:solidFill>
              <a:srgbClr val="EEEAFD"/>
            </a:solidFill>
            <a:ln w="10000" cap="flat">
              <a:solidFill>
                <a:srgbClr val="EEEAFD"/>
              </a:solidFill>
              <a:round/>
            </a:ln>
          </p:spPr>
          <p:txBody>
            <a:bodyPr anchor="ctr" lIns="0" wrap="square" rtlCol="0" rIns="0" tIns="0" bIns="11000"/>
            <a:lstStyle/>
            <a:p>
              <a:pPr algn="ctr">
                <a:lnSpc>
                  <a:spcPct val="100000"/>
                </a:lnSpc>
              </a:pPr>
              <a:r>
                <a:rPr sz="1400">
                  <a:solidFill>
                    <a:srgbClr val="454545"/>
                  </a:solidFill>
                  <a:latin typeface="標楷體"/>
                </a:rPr>
                <a:t>如果訓練集中並無此類法輪功批評共產黨的文字，且與共產黨相關的訓練資料，僅有討論習近平人事部局的文本，全被標為中國政治，則</a:t>
              </a:r>
              <a:r>
                <a:rPr sz="1400">
                  <a:solidFill>
                    <a:srgbClr val="C00000"/>
                  </a:solidFill>
                  <a:latin typeface="標楷體"/>
                </a:rPr>
                <a:t>模型</a:t>
              </a:r>
              <a:r>
                <a:rPr sz="1400">
                  <a:solidFill>
                    <a:srgbClr val="454545"/>
                  </a:solidFill>
                  <a:latin typeface="標楷體"/>
                </a:rPr>
                <a:t>依</a:t>
              </a:r>
              <a:r>
                <a:rPr sz="1400">
                  <a:solidFill>
                    <a:srgbClr val="C00000"/>
                  </a:solidFill>
                  <a:latin typeface="標楷體"/>
                </a:rPr>
                <a:t>輸出最相近可選類別</a:t>
              </a:r>
              <a:r>
                <a:rPr sz="1400">
                  <a:solidFill>
                    <a:srgbClr val="454545"/>
                  </a:solidFill>
                  <a:latin typeface="標楷體"/>
                </a:rPr>
                <a:t>原則，此處九評共產黨文字很有可能會被模型判為是中國政治。</a:t>
              </a:r>
            </a:p>
          </p:txBody>
        </p:sp>
      </p:grpSp>
    </p:spTree>
  </p:cSld>
  <p:clrMapOvr>
    <a:masterClrMapping/>
  </p:clrMapOvr>
</p:sld>
</file>

<file path=ppt/slides/slide10.xml><?xml version="1.0" encoding="utf-8"?>
<p:sld xmlns:r="http://schemas.openxmlformats.org/officeDocument/2006/relationships" xmlns:a="http://schemas.openxmlformats.org/drawingml/2006/main" xmlns:p="http://schemas.openxmlformats.org/presentationml/2006/main">
  <p:cSld>
    <p:spTree>
      <p:nvGrpSpPr>
        <p:cNvPr id="300000100" name="Page-1"/>
        <p:cNvGrpSpPr/>
        <p:nvPr/>
      </p:nvGrpSpPr>
      <p:grpSpPr>
        <a:xfrm>
          <a:off x="0" y="0"/>
          <a:ext cy="0" cx="0"/>
          <a:chOff x="0" y="0"/>
          <a:chExt cy="0" cx="0"/>
        </a:xfrm>
      </p:grpSpPr>
      <p:pic>
        <p:nvPicPr>
          <p:cNvPr id="0" name="Image"/>
          <p:cNvPicPr>
            <a:picLocks noChangeAspect="1"/>
          </p:cNvPicPr>
          <p:nvPr/>
        </p:nvPicPr>
        <p:blipFill>
          <a:blip r:embed="rId2"/>
          <a:stretch>
            <a:fillRect/>
          </a:stretch>
        </p:blipFill>
        <p:spPr>
          <a:xfrm>
            <a:off x="0" y="0"/>
            <a:ext cy="6860000" cx="9140000"/>
          </a:xfrm>
          <a:prstGeom prst="rect">
            <a:avLst/>
          </a:prstGeom>
        </p:spPr>
      </p:pic>
      <p:grpSp>
        <p:nvGrpSpPr>
          <p:cNvPr id="465" name="Group465"/>
          <p:cNvGrpSpPr/>
          <p:nvPr/>
        </p:nvGrpSpPr>
        <p:grpSpPr>
          <a:xfrm>
            <a:off x="362024" y="1013122"/>
            <a:ext cy="4843308" cx="8440083"/>
            <a:chOff x="362024" y="1013122"/>
            <a:chExt cy="4843308" cx="8440083"/>
          </a:xfrm>
        </p:grpSpPr>
        <p:sp>
          <p:nvSpPr>
            <p:cNvPr id="204" name="MMConnector"/>
            <p:cNvSpPr/>
            <p:nvPr/>
          </p:nvSpPr>
          <p:spPr>
            <a:xfrm>
              <a:off x="5915829" y="2263086"/>
              <a:ext cy="175000" cx="2667527"/>
            </a:xfrm>
            <a:custGeom>
              <a:avLst/>
              <a:gdLst/>
              <a:pathLst>
                <a:path fill="none" w="2667527" h="175000">
                  <a:moveTo>
                    <a:pt x="-1333764" y="5000"/>
                  </a:moveTo>
                  <a:lnTo>
                    <a:pt x="-1273764" y="8559"/>
                  </a:lnTo>
                  <a:lnTo>
                    <a:pt x="-1213764" y="8153"/>
                  </a:lnTo>
                  <a:lnTo>
                    <a:pt x="-1153764" y="7404"/>
                  </a:lnTo>
                  <a:lnTo>
                    <a:pt x="-1093764" y="7060"/>
                  </a:lnTo>
                  <a:lnTo>
                    <a:pt x="-1033764" y="4877"/>
                  </a:lnTo>
                  <a:lnTo>
                    <a:pt x="-973764" y="1713"/>
                  </a:lnTo>
                  <a:lnTo>
                    <a:pt x="-913764" y="1151"/>
                  </a:lnTo>
                  <a:lnTo>
                    <a:pt x="-853764" y="4390"/>
                  </a:lnTo>
                  <a:lnTo>
                    <a:pt x="-793764" y="7087"/>
                  </a:lnTo>
                  <a:lnTo>
                    <a:pt x="-733764" y="7807"/>
                  </a:lnTo>
                  <a:lnTo>
                    <a:pt x="-673764" y="5829"/>
                  </a:lnTo>
                  <a:lnTo>
                    <a:pt x="-613764" y="1409"/>
                  </a:lnTo>
                  <a:lnTo>
                    <a:pt x="-553764" y="-982"/>
                  </a:lnTo>
                  <a:lnTo>
                    <a:pt x="-493764" y="130"/>
                  </a:lnTo>
                  <a:lnTo>
                    <a:pt x="-433764" y="5699"/>
                  </a:lnTo>
                  <a:lnTo>
                    <a:pt x="-373764" y="11301"/>
                  </a:lnTo>
                  <a:lnTo>
                    <a:pt x="-313764" y="12118"/>
                  </a:lnTo>
                  <a:lnTo>
                    <a:pt x="-253764" y="8636"/>
                  </a:lnTo>
                  <a:lnTo>
                    <a:pt x="-193764" y="3762"/>
                  </a:lnTo>
                  <a:lnTo>
                    <a:pt x="-133764" y="2207"/>
                  </a:lnTo>
                  <a:lnTo>
                    <a:pt x="-73764" y="2501"/>
                  </a:lnTo>
                  <a:lnTo>
                    <a:pt x="-13764" y="3270"/>
                  </a:lnTo>
                  <a:lnTo>
                    <a:pt x="46236" y="3621"/>
                  </a:lnTo>
                  <a:lnTo>
                    <a:pt x="106236" y="4427"/>
                  </a:lnTo>
                  <a:lnTo>
                    <a:pt x="166236" y="8318"/>
                  </a:lnTo>
                  <a:lnTo>
                    <a:pt x="226236" y="12991"/>
                  </a:lnTo>
                  <a:lnTo>
                    <a:pt x="286236" y="13968"/>
                  </a:lnTo>
                  <a:lnTo>
                    <a:pt x="346236" y="11698"/>
                  </a:lnTo>
                  <a:lnTo>
                    <a:pt x="406236" y="7050"/>
                  </a:lnTo>
                  <a:lnTo>
                    <a:pt x="466236" y="4370"/>
                  </a:lnTo>
                  <a:lnTo>
                    <a:pt x="526236" y="2435"/>
                  </a:lnTo>
                  <a:lnTo>
                    <a:pt x="586236" y="-2661"/>
                  </a:lnTo>
                  <a:lnTo>
                    <a:pt x="646236" y="-6750"/>
                  </a:lnTo>
                  <a:lnTo>
                    <a:pt x="706236" y="-6359"/>
                  </a:lnTo>
                  <a:lnTo>
                    <a:pt x="766236" y="-4156"/>
                  </a:lnTo>
                  <a:lnTo>
                    <a:pt x="826236" y="-1738"/>
                  </a:lnTo>
                  <a:lnTo>
                    <a:pt x="886236" y="-774"/>
                  </a:lnTo>
                  <a:lnTo>
                    <a:pt x="946236" y="4649"/>
                  </a:lnTo>
                  <a:lnTo>
                    <a:pt x="1006236" y="11481"/>
                  </a:lnTo>
                  <a:lnTo>
                    <a:pt x="1066236" y="14422"/>
                  </a:lnTo>
                  <a:lnTo>
                    <a:pt x="1126236" y="14111"/>
                  </a:lnTo>
                  <a:lnTo>
                    <a:pt x="1186236" y="12721"/>
                  </a:lnTo>
                  <a:lnTo>
                    <a:pt x="1246236" y="10519"/>
                  </a:lnTo>
                  <a:lnTo>
                    <a:pt x="1307594" y="21993"/>
                  </a:lnTo>
                  <a:lnTo>
                    <a:pt x="1329299" y="75000"/>
                  </a:lnTo>
                  <a:lnTo>
                    <a:pt x="1332240" y="135000"/>
                  </a:lnTo>
                  <a:lnTo>
                    <a:pt x="1333764" y="180000"/>
                  </a:lnTo>
                </a:path>
              </a:pathLst>
            </a:custGeom>
            <a:noFill/>
            <a:ln w="10000" cap="rnd">
              <a:solidFill>
                <a:srgbClr val="191919"/>
              </a:solidFill>
              <a:round/>
            </a:ln>
          </p:spPr>
        </p:sp>
        <p:sp>
          <p:nvSpPr>
            <p:cNvPr id="208" name="MMConnector"/>
            <p:cNvSpPr/>
            <p:nvPr/>
          </p:nvSpPr>
          <p:spPr>
            <a:xfrm>
              <a:off x="2762878" y="2263086"/>
              <a:ext cy="360000" cx="3638375"/>
            </a:xfrm>
            <a:custGeom>
              <a:avLst/>
              <a:gdLst/>
              <a:pathLst>
                <a:path fill="none" w="3638375" h="360000">
                  <a:moveTo>
                    <a:pt x="1819188" y="-180000"/>
                  </a:moveTo>
                  <a:lnTo>
                    <a:pt x="1815628" y="-120000"/>
                  </a:lnTo>
                  <a:lnTo>
                    <a:pt x="1816035" y="-60000"/>
                  </a:lnTo>
                  <a:lnTo>
                    <a:pt x="1819188" y="2596"/>
                  </a:lnTo>
                  <a:lnTo>
                    <a:pt x="1759188" y="2940"/>
                  </a:lnTo>
                  <a:lnTo>
                    <a:pt x="1699188" y="5123"/>
                  </a:lnTo>
                  <a:lnTo>
                    <a:pt x="1639188" y="8287"/>
                  </a:lnTo>
                  <a:lnTo>
                    <a:pt x="1579188" y="8849"/>
                  </a:lnTo>
                  <a:lnTo>
                    <a:pt x="1519188" y="5610"/>
                  </a:lnTo>
                  <a:lnTo>
                    <a:pt x="1459188" y="2913"/>
                  </a:lnTo>
                  <a:lnTo>
                    <a:pt x="1399188" y="2193"/>
                  </a:lnTo>
                  <a:lnTo>
                    <a:pt x="1339188" y="4171"/>
                  </a:lnTo>
                  <a:lnTo>
                    <a:pt x="1279188" y="8591"/>
                  </a:lnTo>
                  <a:lnTo>
                    <a:pt x="1219188" y="10982"/>
                  </a:lnTo>
                  <a:lnTo>
                    <a:pt x="1159188" y="9870"/>
                  </a:lnTo>
                  <a:lnTo>
                    <a:pt x="1099188" y="4301"/>
                  </a:lnTo>
                  <a:lnTo>
                    <a:pt x="1039188" y="-1301"/>
                  </a:lnTo>
                  <a:lnTo>
                    <a:pt x="979188" y="-2118"/>
                  </a:lnTo>
                  <a:lnTo>
                    <a:pt x="919188" y="1364"/>
                  </a:lnTo>
                  <a:lnTo>
                    <a:pt x="859188" y="6238"/>
                  </a:lnTo>
                  <a:lnTo>
                    <a:pt x="799188" y="7793"/>
                  </a:lnTo>
                  <a:lnTo>
                    <a:pt x="739188" y="7499"/>
                  </a:lnTo>
                  <a:lnTo>
                    <a:pt x="679188" y="6730"/>
                  </a:lnTo>
                  <a:lnTo>
                    <a:pt x="619188" y="6379"/>
                  </a:lnTo>
                  <a:lnTo>
                    <a:pt x="559188" y="5573"/>
                  </a:lnTo>
                  <a:lnTo>
                    <a:pt x="499188" y="1682"/>
                  </a:lnTo>
                  <a:lnTo>
                    <a:pt x="439188" y="-2991"/>
                  </a:lnTo>
                  <a:lnTo>
                    <a:pt x="379188" y="-3968"/>
                  </a:lnTo>
                  <a:lnTo>
                    <a:pt x="319188" y="-1698"/>
                  </a:lnTo>
                  <a:lnTo>
                    <a:pt x="259188" y="2950"/>
                  </a:lnTo>
                  <a:lnTo>
                    <a:pt x="199188" y="5630"/>
                  </a:lnTo>
                  <a:lnTo>
                    <a:pt x="139188" y="7565"/>
                  </a:lnTo>
                  <a:lnTo>
                    <a:pt x="79188" y="12661"/>
                  </a:lnTo>
                  <a:lnTo>
                    <a:pt x="19188" y="16750"/>
                  </a:lnTo>
                  <a:lnTo>
                    <a:pt x="-40812" y="16359"/>
                  </a:lnTo>
                  <a:lnTo>
                    <a:pt x="-100812" y="14156"/>
                  </a:lnTo>
                  <a:lnTo>
                    <a:pt x="-160812" y="11738"/>
                  </a:lnTo>
                  <a:lnTo>
                    <a:pt x="-220812" y="10774"/>
                  </a:lnTo>
                  <a:lnTo>
                    <a:pt x="-280812" y="5351"/>
                  </a:lnTo>
                  <a:lnTo>
                    <a:pt x="-340812" y="-1481"/>
                  </a:lnTo>
                  <a:lnTo>
                    <a:pt x="-400812" y="-4422"/>
                  </a:lnTo>
                  <a:lnTo>
                    <a:pt x="-460812" y="-4111"/>
                  </a:lnTo>
                  <a:lnTo>
                    <a:pt x="-520812" y="-2721"/>
                  </a:lnTo>
                  <a:lnTo>
                    <a:pt x="-580812" y="-519"/>
                  </a:lnTo>
                  <a:lnTo>
                    <a:pt x="-640812" y="-275"/>
                  </a:lnTo>
                  <a:lnTo>
                    <a:pt x="-700812" y="535"/>
                  </a:lnTo>
                  <a:lnTo>
                    <a:pt x="-760812" y="3476"/>
                  </a:lnTo>
                  <a:lnTo>
                    <a:pt x="-820812" y="4792"/>
                  </a:lnTo>
                  <a:lnTo>
                    <a:pt x="-880812" y="6696"/>
                  </a:lnTo>
                  <a:lnTo>
                    <a:pt x="-940812" y="10990"/>
                  </a:lnTo>
                  <a:lnTo>
                    <a:pt x="-1000812" y="13223"/>
                  </a:lnTo>
                  <a:lnTo>
                    <a:pt x="-1060812" y="12851"/>
                  </a:lnTo>
                  <a:lnTo>
                    <a:pt x="-1120812" y="11932"/>
                  </a:lnTo>
                  <a:lnTo>
                    <a:pt x="-1180812" y="11666"/>
                  </a:lnTo>
                  <a:lnTo>
                    <a:pt x="-1240812" y="10594"/>
                  </a:lnTo>
                  <a:lnTo>
                    <a:pt x="-1300812" y="6244"/>
                  </a:lnTo>
                  <a:lnTo>
                    <a:pt x="-1360812" y="3229"/>
                  </a:lnTo>
                  <a:lnTo>
                    <a:pt x="-1420812" y="2848"/>
                  </a:lnTo>
                  <a:lnTo>
                    <a:pt x="-1480812" y="7699"/>
                  </a:lnTo>
                  <a:lnTo>
                    <a:pt x="-1540812" y="13425"/>
                  </a:lnTo>
                  <a:lnTo>
                    <a:pt x="-1600812" y="15191"/>
                  </a:lnTo>
                  <a:lnTo>
                    <a:pt x="-1660812" y="13652"/>
                  </a:lnTo>
                  <a:lnTo>
                    <a:pt x="-1720812" y="10748"/>
                  </a:lnTo>
                  <a:lnTo>
                    <a:pt x="-1785747" y="16364"/>
                  </a:lnTo>
                  <a:lnTo>
                    <a:pt x="-1814225" y="65000"/>
                  </a:lnTo>
                  <a:lnTo>
                    <a:pt x="-1812495" y="125000"/>
                  </a:lnTo>
                  <a:lnTo>
                    <a:pt x="-1810394" y="180000"/>
                  </a:lnTo>
                </a:path>
              </a:pathLst>
            </a:custGeom>
            <a:noFill/>
            <a:ln w="10000" cap="rnd">
              <a:solidFill>
                <a:srgbClr val="191919"/>
              </a:solidFill>
              <a:round/>
            </a:ln>
          </p:spPr>
        </p:sp>
        <p:sp>
          <p:nvSpPr>
            <p:cNvPr id="381" name="MMConnector"/>
            <p:cNvSpPr/>
            <p:nvPr/>
          </p:nvSpPr>
          <p:spPr>
            <a:xfrm>
              <a:off x="848024" y="3773376"/>
              <a:ext cy="2087247" cx="252000"/>
            </a:xfrm>
            <a:custGeom>
              <a:avLst/>
              <a:gdLst/>
              <a:pathLst>
                <a:path fill="none" w="252000" h="2087247">
                  <a:moveTo>
                    <a:pt x="-126000" y="-1043624"/>
                  </a:moveTo>
                  <a:lnTo>
                    <a:pt x="-129559" y="-983624"/>
                  </a:lnTo>
                  <a:lnTo>
                    <a:pt x="-129153" y="-923624"/>
                  </a:lnTo>
                  <a:lnTo>
                    <a:pt x="-128404" y="-863624"/>
                  </a:lnTo>
                  <a:lnTo>
                    <a:pt x="-128060" y="-803624"/>
                  </a:lnTo>
                  <a:lnTo>
                    <a:pt x="-125877" y="-743624"/>
                  </a:lnTo>
                  <a:lnTo>
                    <a:pt x="-122713" y="-683624"/>
                  </a:lnTo>
                  <a:lnTo>
                    <a:pt x="-122151" y="-623624"/>
                  </a:lnTo>
                  <a:lnTo>
                    <a:pt x="-125390" y="-563624"/>
                  </a:lnTo>
                  <a:lnTo>
                    <a:pt x="-128087" y="-503624"/>
                  </a:lnTo>
                  <a:lnTo>
                    <a:pt x="-128807" y="-443624"/>
                  </a:lnTo>
                  <a:lnTo>
                    <a:pt x="-126829" y="-383624"/>
                  </a:lnTo>
                  <a:lnTo>
                    <a:pt x="-122409" y="-323624"/>
                  </a:lnTo>
                  <a:lnTo>
                    <a:pt x="-120018" y="-263624"/>
                  </a:lnTo>
                  <a:lnTo>
                    <a:pt x="-121130" y="-203624"/>
                  </a:lnTo>
                  <a:lnTo>
                    <a:pt x="-126699" y="-143624"/>
                  </a:lnTo>
                  <a:lnTo>
                    <a:pt x="-132301" y="-83624"/>
                  </a:lnTo>
                  <a:lnTo>
                    <a:pt x="-133118" y="-23624"/>
                  </a:lnTo>
                  <a:lnTo>
                    <a:pt x="-129636" y="36376"/>
                  </a:lnTo>
                  <a:lnTo>
                    <a:pt x="-124762" y="96376"/>
                  </a:lnTo>
                  <a:lnTo>
                    <a:pt x="-123207" y="156376"/>
                  </a:lnTo>
                  <a:lnTo>
                    <a:pt x="-123501" y="216376"/>
                  </a:lnTo>
                  <a:lnTo>
                    <a:pt x="-124270" y="276376"/>
                  </a:lnTo>
                  <a:lnTo>
                    <a:pt x="-124621" y="336376"/>
                  </a:lnTo>
                  <a:lnTo>
                    <a:pt x="-125427" y="396376"/>
                  </a:lnTo>
                  <a:lnTo>
                    <a:pt x="-129318" y="456376"/>
                  </a:lnTo>
                  <a:lnTo>
                    <a:pt x="-133991" y="516376"/>
                  </a:lnTo>
                  <a:lnTo>
                    <a:pt x="-134968" y="576376"/>
                  </a:lnTo>
                  <a:lnTo>
                    <a:pt x="-132698" y="636376"/>
                  </a:lnTo>
                  <a:lnTo>
                    <a:pt x="-128050" y="696376"/>
                  </a:lnTo>
                  <a:lnTo>
                    <a:pt x="-125370" y="756376"/>
                  </a:lnTo>
                  <a:lnTo>
                    <a:pt x="-123435" y="816376"/>
                  </a:lnTo>
                  <a:lnTo>
                    <a:pt x="-118339" y="876376"/>
                  </a:lnTo>
                  <a:lnTo>
                    <a:pt x="-114250" y="936376"/>
                  </a:lnTo>
                  <a:lnTo>
                    <a:pt x="-111977" y="999538"/>
                  </a:lnTo>
                  <a:lnTo>
                    <a:pt x="-77972" y="1033050"/>
                  </a:lnTo>
                  <a:lnTo>
                    <a:pt x="-16000" y="1036885"/>
                  </a:lnTo>
                  <a:lnTo>
                    <a:pt x="44000" y="1037850"/>
                  </a:lnTo>
                  <a:lnTo>
                    <a:pt x="104000" y="1043272"/>
                  </a:lnTo>
                  <a:lnTo>
                    <a:pt x="126000" y="1043624"/>
                  </a:lnTo>
                </a:path>
              </a:pathLst>
            </a:custGeom>
            <a:noFill/>
            <a:ln w="10000" cap="rnd">
              <a:solidFill>
                <a:srgbClr val="191919"/>
              </a:solidFill>
              <a:round/>
            </a:ln>
          </p:spPr>
        </p:sp>
        <p:sp>
          <p:nvSpPr>
            <p:cNvPr id="384" name="MMConnector"/>
            <p:cNvSpPr/>
            <p:nvPr/>
          </p:nvSpPr>
          <p:spPr>
            <a:xfrm>
              <a:off x="848024" y="3097549"/>
              <a:ext cy="735593" cx="252000"/>
            </a:xfrm>
            <a:custGeom>
              <a:avLst/>
              <a:gdLst/>
              <a:pathLst>
                <a:path fill="none" w="252000" h="735593">
                  <a:moveTo>
                    <a:pt x="-126000" y="-367796"/>
                  </a:moveTo>
                  <a:lnTo>
                    <a:pt x="-129559" y="-307796"/>
                  </a:lnTo>
                  <a:lnTo>
                    <a:pt x="-129153" y="-247796"/>
                  </a:lnTo>
                  <a:lnTo>
                    <a:pt x="-128404" y="-187796"/>
                  </a:lnTo>
                  <a:lnTo>
                    <a:pt x="-128060" y="-127796"/>
                  </a:lnTo>
                  <a:lnTo>
                    <a:pt x="-125877" y="-67796"/>
                  </a:lnTo>
                  <a:lnTo>
                    <a:pt x="-122713" y="-7796"/>
                  </a:lnTo>
                  <a:lnTo>
                    <a:pt x="-122151" y="52204"/>
                  </a:lnTo>
                  <a:lnTo>
                    <a:pt x="-125390" y="112204"/>
                  </a:lnTo>
                  <a:lnTo>
                    <a:pt x="-128087" y="172204"/>
                  </a:lnTo>
                  <a:lnTo>
                    <a:pt x="-128807" y="232204"/>
                  </a:lnTo>
                  <a:lnTo>
                    <a:pt x="-126829" y="292204"/>
                  </a:lnTo>
                  <a:lnTo>
                    <a:pt x="-103925" y="349542"/>
                  </a:lnTo>
                  <a:lnTo>
                    <a:pt x="-46000" y="361814"/>
                  </a:lnTo>
                  <a:lnTo>
                    <a:pt x="14000" y="362926"/>
                  </a:lnTo>
                  <a:lnTo>
                    <a:pt x="74000" y="368496"/>
                  </a:lnTo>
                  <a:lnTo>
                    <a:pt x="126000" y="374098"/>
                  </a:lnTo>
                </a:path>
              </a:pathLst>
            </a:custGeom>
            <a:noFill/>
            <a:ln w="10000" cap="rnd">
              <a:solidFill>
                <a:srgbClr val="191919"/>
              </a:solidFill>
              <a:round/>
            </a:ln>
          </p:spPr>
        </p:sp>
        <p:sp>
          <p:nvSpPr>
            <p:cNvPr id="391" name="MMConnector"/>
            <p:cNvSpPr/>
            <p:nvPr/>
          </p:nvSpPr>
          <p:spPr>
            <a:xfrm>
              <a:off x="1450024" y="5564728"/>
              <a:ext cy="263333" cx="252000"/>
            </a:xfrm>
            <a:custGeom>
              <a:avLst/>
              <a:gdLst/>
              <a:pathLst>
                <a:path fill="none" w="252000" h="263333">
                  <a:moveTo>
                    <a:pt x="-126000" y="-131667"/>
                  </a:moveTo>
                  <a:lnTo>
                    <a:pt x="-129559" y="-71667"/>
                  </a:lnTo>
                  <a:lnTo>
                    <a:pt x="-129153" y="-11667"/>
                  </a:lnTo>
                  <a:lnTo>
                    <a:pt x="-128404" y="48333"/>
                  </a:lnTo>
                  <a:lnTo>
                    <a:pt x="-114769" y="110037"/>
                  </a:lnTo>
                  <a:lnTo>
                    <a:pt x="-56000" y="131543"/>
                  </a:lnTo>
                  <a:lnTo>
                    <a:pt x="4000" y="128379"/>
                  </a:lnTo>
                  <a:lnTo>
                    <a:pt x="64000" y="127818"/>
                  </a:lnTo>
                  <a:lnTo>
                    <a:pt x="126000" y="131057"/>
                  </a:lnTo>
                </a:path>
              </a:pathLst>
            </a:custGeom>
            <a:noFill/>
            <a:ln w="10000" cap="rnd">
              <a:solidFill>
                <a:srgbClr val="191919"/>
              </a:solidFill>
              <a:round/>
            </a:ln>
          </p:spPr>
        </p:sp>
        <p:sp>
          <p:nvSpPr>
            <p:cNvPr id="395" name="MMConnector"/>
            <p:cNvSpPr/>
            <p:nvPr/>
          </p:nvSpPr>
          <p:spPr>
            <a:xfrm>
              <a:off x="1450024" y="5819728"/>
              <a:ext cy="773333" cx="252000"/>
            </a:xfrm>
            <a:custGeom>
              <a:avLst/>
              <a:gdLst/>
              <a:pathLst>
                <a:path fill="none" w="252000" h="773333">
                  <a:moveTo>
                    <a:pt x="-126000" y="-386667"/>
                  </a:moveTo>
                  <a:lnTo>
                    <a:pt x="-129559" y="-326667"/>
                  </a:lnTo>
                  <a:lnTo>
                    <a:pt x="-129153" y="-266667"/>
                  </a:lnTo>
                  <a:lnTo>
                    <a:pt x="-128404" y="-206667"/>
                  </a:lnTo>
                  <a:lnTo>
                    <a:pt x="-128060" y="-146667"/>
                  </a:lnTo>
                  <a:lnTo>
                    <a:pt x="-125877" y="-86667"/>
                  </a:lnTo>
                  <a:lnTo>
                    <a:pt x="-122713" y="-26667"/>
                  </a:lnTo>
                  <a:lnTo>
                    <a:pt x="-122151" y="33333"/>
                  </a:lnTo>
                  <a:lnTo>
                    <a:pt x="-125390" y="93333"/>
                  </a:lnTo>
                  <a:lnTo>
                    <a:pt x="-128087" y="153333"/>
                  </a:lnTo>
                  <a:lnTo>
                    <a:pt x="-128807" y="213333"/>
                  </a:lnTo>
                  <a:lnTo>
                    <a:pt x="-126829" y="273333"/>
                  </a:lnTo>
                  <a:lnTo>
                    <a:pt x="-121635" y="336029"/>
                  </a:lnTo>
                  <a:lnTo>
                    <a:pt x="-87243" y="376343"/>
                  </a:lnTo>
                  <a:lnTo>
                    <a:pt x="-26000" y="381796"/>
                  </a:lnTo>
                  <a:lnTo>
                    <a:pt x="34000" y="387366"/>
                  </a:lnTo>
                  <a:lnTo>
                    <a:pt x="94000" y="392968"/>
                  </a:lnTo>
                  <a:lnTo>
                    <a:pt x="126000" y="386667"/>
                  </a:lnTo>
                </a:path>
              </a:pathLst>
            </a:custGeom>
            <a:noFill/>
            <a:ln w="10000" cap="rnd">
              <a:solidFill>
                <a:srgbClr val="191919"/>
              </a:solidFill>
              <a:round/>
            </a:ln>
          </p:spPr>
        </p:sp>
        <p:sp>
          <p:nvSpPr>
            <p:cNvPr id="397" name="MMConnector"/>
            <p:cNvSpPr/>
            <p:nvPr/>
          </p:nvSpPr>
          <p:spPr>
            <a:xfrm>
              <a:off x="6259162" y="3654753"/>
              <a:ext cy="490000" cx="252000"/>
            </a:xfrm>
            <a:custGeom>
              <a:avLst/>
              <a:gdLst/>
              <a:pathLst>
                <a:path fill="none" w="252000" h="490000">
                  <a:moveTo>
                    <a:pt x="-126000" y="-245000"/>
                  </a:moveTo>
                  <a:lnTo>
                    <a:pt x="-129559" y="-185000"/>
                  </a:lnTo>
                  <a:lnTo>
                    <a:pt x="-129153" y="-125000"/>
                  </a:lnTo>
                  <a:lnTo>
                    <a:pt x="-128404" y="-65000"/>
                  </a:lnTo>
                  <a:lnTo>
                    <a:pt x="-128060" y="-5000"/>
                  </a:lnTo>
                  <a:lnTo>
                    <a:pt x="-125877" y="55000"/>
                  </a:lnTo>
                  <a:lnTo>
                    <a:pt x="-122713" y="115000"/>
                  </a:lnTo>
                  <a:lnTo>
                    <a:pt x="-122151" y="175000"/>
                  </a:lnTo>
                  <a:lnTo>
                    <a:pt x="-105930" y="228951"/>
                  </a:lnTo>
                  <a:lnTo>
                    <a:pt x="-46000" y="247087"/>
                  </a:lnTo>
                  <a:lnTo>
                    <a:pt x="14000" y="247807"/>
                  </a:lnTo>
                  <a:lnTo>
                    <a:pt x="74000" y="245829"/>
                  </a:lnTo>
                  <a:lnTo>
                    <a:pt x="126000" y="245000"/>
                  </a:lnTo>
                </a:path>
              </a:pathLst>
            </a:custGeom>
            <a:noFill/>
            <a:ln w="10000" cap="rnd">
              <a:solidFill>
                <a:srgbClr val="191919"/>
              </a:solidFill>
              <a:round/>
            </a:ln>
          </p:spPr>
        </p:sp>
        <p:sp>
          <p:nvSpPr>
            <p:cNvPr id="406" name="MMConnector"/>
            <p:cNvSpPr/>
            <p:nvPr/>
          </p:nvSpPr>
          <p:spPr>
            <a:xfrm>
              <a:off x="6259162" y="4141420"/>
              <a:ext cy="1463333" cx="252000"/>
            </a:xfrm>
            <a:custGeom>
              <a:avLst/>
              <a:gdLst/>
              <a:pathLst>
                <a:path fill="none" w="252000" h="1463333">
                  <a:moveTo>
                    <a:pt x="-126000" y="-731667"/>
                  </a:moveTo>
                  <a:lnTo>
                    <a:pt x="-129559" y="-671667"/>
                  </a:lnTo>
                  <a:lnTo>
                    <a:pt x="-129153" y="-611667"/>
                  </a:lnTo>
                  <a:lnTo>
                    <a:pt x="-128404" y="-551667"/>
                  </a:lnTo>
                  <a:lnTo>
                    <a:pt x="-128060" y="-491667"/>
                  </a:lnTo>
                  <a:lnTo>
                    <a:pt x="-125877" y="-431667"/>
                  </a:lnTo>
                  <a:lnTo>
                    <a:pt x="-122713" y="-371667"/>
                  </a:lnTo>
                  <a:lnTo>
                    <a:pt x="-122151" y="-311667"/>
                  </a:lnTo>
                  <a:lnTo>
                    <a:pt x="-125390" y="-251667"/>
                  </a:lnTo>
                  <a:lnTo>
                    <a:pt x="-128087" y="-191667"/>
                  </a:lnTo>
                  <a:lnTo>
                    <a:pt x="-128807" y="-131667"/>
                  </a:lnTo>
                  <a:lnTo>
                    <a:pt x="-126829" y="-71667"/>
                  </a:lnTo>
                  <a:lnTo>
                    <a:pt x="-122409" y="-11667"/>
                  </a:lnTo>
                  <a:lnTo>
                    <a:pt x="-120018" y="48333"/>
                  </a:lnTo>
                  <a:lnTo>
                    <a:pt x="-121130" y="108333"/>
                  </a:lnTo>
                  <a:lnTo>
                    <a:pt x="-126699" y="168333"/>
                  </a:lnTo>
                  <a:lnTo>
                    <a:pt x="-132301" y="228333"/>
                  </a:lnTo>
                  <a:lnTo>
                    <a:pt x="-133118" y="288333"/>
                  </a:lnTo>
                  <a:lnTo>
                    <a:pt x="-129636" y="348333"/>
                  </a:lnTo>
                  <a:lnTo>
                    <a:pt x="-124762" y="408333"/>
                  </a:lnTo>
                  <a:lnTo>
                    <a:pt x="-123207" y="468333"/>
                  </a:lnTo>
                  <a:lnTo>
                    <a:pt x="-123501" y="528333"/>
                  </a:lnTo>
                  <a:lnTo>
                    <a:pt x="-124270" y="588333"/>
                  </a:lnTo>
                  <a:lnTo>
                    <a:pt x="-124621" y="648333"/>
                  </a:lnTo>
                  <a:lnTo>
                    <a:pt x="-112701" y="708407"/>
                  </a:lnTo>
                  <a:lnTo>
                    <a:pt x="-56000" y="734985"/>
                  </a:lnTo>
                  <a:lnTo>
                    <a:pt x="4000" y="739657"/>
                  </a:lnTo>
                  <a:lnTo>
                    <a:pt x="64000" y="740634"/>
                  </a:lnTo>
                  <a:lnTo>
                    <a:pt x="126000" y="738365"/>
                  </a:lnTo>
                </a:path>
              </a:pathLst>
            </a:custGeom>
            <a:noFill/>
            <a:ln w="10000" cap="rnd">
              <a:solidFill>
                <a:srgbClr val="191919"/>
              </a:solidFill>
              <a:round/>
            </a:ln>
          </p:spPr>
        </p:sp>
        <p:sp>
          <p:nvSpPr>
            <p:cNvPr id="413" name="MMConnector"/>
            <p:cNvSpPr/>
            <p:nvPr/>
          </p:nvSpPr>
          <p:spPr>
            <a:xfrm>
              <a:off x="6259162" y="4628086"/>
              <a:ext cy="2436667" cx="252000"/>
            </a:xfrm>
            <a:custGeom>
              <a:avLst/>
              <a:gdLst/>
              <a:pathLst>
                <a:path fill="none" w="252000" h="2436667">
                  <a:moveTo>
                    <a:pt x="-126000" y="-1218333"/>
                  </a:moveTo>
                  <a:lnTo>
                    <a:pt x="-129559" y="-1158333"/>
                  </a:lnTo>
                  <a:lnTo>
                    <a:pt x="-129153" y="-1098333"/>
                  </a:lnTo>
                  <a:lnTo>
                    <a:pt x="-128404" y="-1038333"/>
                  </a:lnTo>
                  <a:lnTo>
                    <a:pt x="-128060" y="-978333"/>
                  </a:lnTo>
                  <a:lnTo>
                    <a:pt x="-125877" y="-918333"/>
                  </a:lnTo>
                  <a:lnTo>
                    <a:pt x="-122713" y="-858333"/>
                  </a:lnTo>
                  <a:lnTo>
                    <a:pt x="-122151" y="-798333"/>
                  </a:lnTo>
                  <a:lnTo>
                    <a:pt x="-125390" y="-738333"/>
                  </a:lnTo>
                  <a:lnTo>
                    <a:pt x="-128087" y="-678333"/>
                  </a:lnTo>
                  <a:lnTo>
                    <a:pt x="-128807" y="-618333"/>
                  </a:lnTo>
                  <a:lnTo>
                    <a:pt x="-126829" y="-558333"/>
                  </a:lnTo>
                  <a:lnTo>
                    <a:pt x="-122409" y="-498333"/>
                  </a:lnTo>
                  <a:lnTo>
                    <a:pt x="-120018" y="-438333"/>
                  </a:lnTo>
                  <a:lnTo>
                    <a:pt x="-121130" y="-378333"/>
                  </a:lnTo>
                  <a:lnTo>
                    <a:pt x="-126699" y="-318333"/>
                  </a:lnTo>
                  <a:lnTo>
                    <a:pt x="-132301" y="-258333"/>
                  </a:lnTo>
                  <a:lnTo>
                    <a:pt x="-133118" y="-198333"/>
                  </a:lnTo>
                  <a:lnTo>
                    <a:pt x="-129636" y="-138333"/>
                  </a:lnTo>
                  <a:lnTo>
                    <a:pt x="-124762" y="-78333"/>
                  </a:lnTo>
                  <a:lnTo>
                    <a:pt x="-123207" y="-18333"/>
                  </a:lnTo>
                  <a:lnTo>
                    <a:pt x="-123501" y="41667"/>
                  </a:lnTo>
                  <a:lnTo>
                    <a:pt x="-124270" y="101667"/>
                  </a:lnTo>
                  <a:lnTo>
                    <a:pt x="-124621" y="161667"/>
                  </a:lnTo>
                  <a:lnTo>
                    <a:pt x="-125427" y="221667"/>
                  </a:lnTo>
                  <a:lnTo>
                    <a:pt x="-129318" y="281667"/>
                  </a:lnTo>
                  <a:lnTo>
                    <a:pt x="-133991" y="341667"/>
                  </a:lnTo>
                  <a:lnTo>
                    <a:pt x="-134968" y="401667"/>
                  </a:lnTo>
                  <a:lnTo>
                    <a:pt x="-132698" y="461667"/>
                  </a:lnTo>
                  <a:lnTo>
                    <a:pt x="-128050" y="521667"/>
                  </a:lnTo>
                  <a:lnTo>
                    <a:pt x="-125370" y="581667"/>
                  </a:lnTo>
                  <a:lnTo>
                    <a:pt x="-123435" y="641667"/>
                  </a:lnTo>
                  <a:lnTo>
                    <a:pt x="-118339" y="701667"/>
                  </a:lnTo>
                  <a:lnTo>
                    <a:pt x="-114250" y="761667"/>
                  </a:lnTo>
                  <a:lnTo>
                    <a:pt x="-114641" y="821667"/>
                  </a:lnTo>
                  <a:lnTo>
                    <a:pt x="-116844" y="881667"/>
                  </a:lnTo>
                  <a:lnTo>
                    <a:pt x="-119262" y="941667"/>
                  </a:lnTo>
                  <a:lnTo>
                    <a:pt x="-120226" y="1001667"/>
                  </a:lnTo>
                  <a:lnTo>
                    <a:pt x="-125649" y="1061667"/>
                  </a:lnTo>
                  <a:lnTo>
                    <a:pt x="-132481" y="1121667"/>
                  </a:lnTo>
                  <a:lnTo>
                    <a:pt x="-126925" y="1191624"/>
                  </a:lnTo>
                  <a:lnTo>
                    <a:pt x="-66000" y="1227444"/>
                  </a:lnTo>
                  <a:lnTo>
                    <a:pt x="-6000" y="1226054"/>
                  </a:lnTo>
                  <a:lnTo>
                    <a:pt x="54000" y="1223853"/>
                  </a:lnTo>
                  <a:lnTo>
                    <a:pt x="114000" y="1223609"/>
                  </a:lnTo>
                  <a:lnTo>
                    <a:pt x="126000" y="1218333"/>
                  </a:lnTo>
                </a:path>
              </a:pathLst>
            </a:custGeom>
            <a:noFill/>
            <a:ln w="10000" cap="rnd">
              <a:solidFill>
                <a:srgbClr val="191919"/>
              </a:solidFill>
              <a:round/>
            </a:ln>
          </p:spPr>
        </p:sp>
        <p:sp>
          <p:nvSpPr>
            <p:cNvPr id="116" name="MainTopic"/>
            <p:cNvSpPr/>
            <p:nvPr/>
          </p:nvSpPr>
          <p:spPr>
            <a:xfrm>
              <a:off x="3431866" y="1649753"/>
              <a:ext cy="433333" cx="2300400"/>
            </a:xfrm>
            <a:custGeom>
              <a:avLst/>
              <a:gdLst>
                <a:gd fmla="*/ 148200 w 2300400" name="rtl"/>
                <a:gd fmla="*/ 99000 h 433333" name="rtt"/>
                <a:gd fmla="*/ 2078200 w 2300400" name="rtr"/>
                <a:gd fmla="*/ 352333 h 433333" name="rtb"/>
              </a:gdLst>
              <a:ahLst/>
              <a:cxnLst/>
              <a:rect r="rtr" b="rtb" l="rtl" t="rtt"/>
              <a:pathLst>
                <a:path w="2300400" h="433333">
                  <a:moveTo>
                    <a:pt x="216667" y="0"/>
                  </a:moveTo>
                  <a:lnTo>
                    <a:pt x="276667" y="3559"/>
                  </a:lnTo>
                  <a:lnTo>
                    <a:pt x="336667" y="3153"/>
                  </a:lnTo>
                  <a:lnTo>
                    <a:pt x="396667" y="2404"/>
                  </a:lnTo>
                  <a:lnTo>
                    <a:pt x="456667" y="2060"/>
                  </a:lnTo>
                  <a:lnTo>
                    <a:pt x="516667" y="-123"/>
                  </a:lnTo>
                  <a:lnTo>
                    <a:pt x="576667" y="-3287"/>
                  </a:lnTo>
                  <a:lnTo>
                    <a:pt x="636667" y="-3849"/>
                  </a:lnTo>
                  <a:lnTo>
                    <a:pt x="696667" y="-610"/>
                  </a:lnTo>
                  <a:lnTo>
                    <a:pt x="756667" y="2087"/>
                  </a:lnTo>
                  <a:lnTo>
                    <a:pt x="816667" y="2807"/>
                  </a:lnTo>
                  <a:lnTo>
                    <a:pt x="876667" y="829"/>
                  </a:lnTo>
                  <a:lnTo>
                    <a:pt x="936667" y="-3591"/>
                  </a:lnTo>
                  <a:lnTo>
                    <a:pt x="996667" y="-5982"/>
                  </a:lnTo>
                  <a:lnTo>
                    <a:pt x="1056667" y="-4870"/>
                  </a:lnTo>
                  <a:lnTo>
                    <a:pt x="1116667" y="699"/>
                  </a:lnTo>
                  <a:lnTo>
                    <a:pt x="1176667" y="6301"/>
                  </a:lnTo>
                  <a:lnTo>
                    <a:pt x="1236667" y="7118"/>
                  </a:lnTo>
                  <a:lnTo>
                    <a:pt x="1296667" y="3636"/>
                  </a:lnTo>
                  <a:lnTo>
                    <a:pt x="1356667" y="-1238"/>
                  </a:lnTo>
                  <a:lnTo>
                    <a:pt x="1416667" y="-2793"/>
                  </a:lnTo>
                  <a:lnTo>
                    <a:pt x="1476667" y="-2499"/>
                  </a:lnTo>
                  <a:lnTo>
                    <a:pt x="1536667" y="-1730"/>
                  </a:lnTo>
                  <a:lnTo>
                    <a:pt x="1596667" y="-1379"/>
                  </a:lnTo>
                  <a:lnTo>
                    <a:pt x="1656667" y="-573"/>
                  </a:lnTo>
                  <a:lnTo>
                    <a:pt x="1716667" y="3318"/>
                  </a:lnTo>
                  <a:lnTo>
                    <a:pt x="1776667" y="7991"/>
                  </a:lnTo>
                  <a:lnTo>
                    <a:pt x="1836667" y="8968"/>
                  </a:lnTo>
                  <a:lnTo>
                    <a:pt x="1896667" y="6698"/>
                  </a:lnTo>
                  <a:lnTo>
                    <a:pt x="1956667" y="2050"/>
                  </a:lnTo>
                  <a:lnTo>
                    <a:pt x="2016667" y="-630"/>
                  </a:lnTo>
                  <a:lnTo>
                    <a:pt x="2083733" y="-2565"/>
                  </a:lnTo>
                  <a:lnTo>
                    <a:pt x="2145068" y="828"/>
                  </a:lnTo>
                  <a:lnTo>
                    <a:pt x="2203878" y="22363"/>
                  </a:lnTo>
                  <a:lnTo>
                    <a:pt x="2252102" y="62883"/>
                  </a:lnTo>
                  <a:lnTo>
                    <a:pt x="2285796" y="115728"/>
                  </a:lnTo>
                  <a:lnTo>
                    <a:pt x="2303309" y="175266"/>
                  </a:lnTo>
                  <a:lnTo>
                    <a:pt x="2305241" y="237165"/>
                  </a:lnTo>
                  <a:lnTo>
                    <a:pt x="2286185" y="294997"/>
                  </a:lnTo>
                  <a:lnTo>
                    <a:pt x="2251575" y="343210"/>
                  </a:lnTo>
                  <a:lnTo>
                    <a:pt x="2208800" y="381937"/>
                  </a:lnTo>
                  <a:lnTo>
                    <a:pt x="2158995" y="410160"/>
                  </a:lnTo>
                  <a:lnTo>
                    <a:pt x="2103376" y="424702"/>
                  </a:lnTo>
                  <a:lnTo>
                    <a:pt x="2043733" y="427814"/>
                  </a:lnTo>
                  <a:lnTo>
                    <a:pt x="1983733" y="428058"/>
                  </a:lnTo>
                  <a:lnTo>
                    <a:pt x="1923733" y="428868"/>
                  </a:lnTo>
                  <a:lnTo>
                    <a:pt x="1863733" y="431809"/>
                  </a:lnTo>
                  <a:lnTo>
                    <a:pt x="1803733" y="433125"/>
                  </a:lnTo>
                  <a:lnTo>
                    <a:pt x="1743733" y="435029"/>
                  </a:lnTo>
                  <a:lnTo>
                    <a:pt x="1683733" y="439323"/>
                  </a:lnTo>
                  <a:lnTo>
                    <a:pt x="1623733" y="441556"/>
                  </a:lnTo>
                  <a:lnTo>
                    <a:pt x="1563733" y="441184"/>
                  </a:lnTo>
                  <a:lnTo>
                    <a:pt x="1503733" y="440266"/>
                  </a:lnTo>
                  <a:lnTo>
                    <a:pt x="1443733" y="440000"/>
                  </a:lnTo>
                  <a:lnTo>
                    <a:pt x="1383733" y="438928"/>
                  </a:lnTo>
                  <a:lnTo>
                    <a:pt x="1323733" y="434577"/>
                  </a:lnTo>
                  <a:lnTo>
                    <a:pt x="1263733" y="431562"/>
                  </a:lnTo>
                  <a:lnTo>
                    <a:pt x="1203733" y="431182"/>
                  </a:lnTo>
                  <a:lnTo>
                    <a:pt x="1143733" y="436033"/>
                  </a:lnTo>
                  <a:lnTo>
                    <a:pt x="1083733" y="441758"/>
                  </a:lnTo>
                  <a:lnTo>
                    <a:pt x="1023733" y="443524"/>
                  </a:lnTo>
                  <a:lnTo>
                    <a:pt x="963733" y="441986"/>
                  </a:lnTo>
                  <a:lnTo>
                    <a:pt x="903733" y="439081"/>
                  </a:lnTo>
                  <a:lnTo>
                    <a:pt x="843733" y="437922"/>
                  </a:lnTo>
                  <a:lnTo>
                    <a:pt x="783733" y="438296"/>
                  </a:lnTo>
                  <a:lnTo>
                    <a:pt x="723733" y="440026"/>
                  </a:lnTo>
                  <a:lnTo>
                    <a:pt x="663733" y="442127"/>
                  </a:lnTo>
                  <a:lnTo>
                    <a:pt x="603733" y="442462"/>
                  </a:lnTo>
                  <a:lnTo>
                    <a:pt x="543733" y="439889"/>
                  </a:lnTo>
                  <a:lnTo>
                    <a:pt x="483733" y="437825"/>
                  </a:lnTo>
                  <a:lnTo>
                    <a:pt x="423733" y="436913"/>
                  </a:lnTo>
                  <a:lnTo>
                    <a:pt x="363733" y="435109"/>
                  </a:lnTo>
                  <a:lnTo>
                    <a:pt x="303733" y="431755"/>
                  </a:lnTo>
                  <a:lnTo>
                    <a:pt x="243733" y="430748"/>
                  </a:lnTo>
                  <a:lnTo>
                    <a:pt x="177430" y="426777"/>
                  </a:lnTo>
                  <a:lnTo>
                    <a:pt x="122433" y="406179"/>
                  </a:lnTo>
                  <a:lnTo>
                    <a:pt x="76088" y="371141"/>
                  </a:lnTo>
                  <a:lnTo>
                    <a:pt x="39807" y="326443"/>
                  </a:lnTo>
                  <a:lnTo>
                    <a:pt x="15181" y="274321"/>
                  </a:lnTo>
                  <a:lnTo>
                    <a:pt x="5713" y="216667"/>
                  </a:lnTo>
                  <a:lnTo>
                    <a:pt x="12884" y="158751"/>
                  </a:lnTo>
                  <a:lnTo>
                    <a:pt x="37500" y="105899"/>
                  </a:lnTo>
                  <a:lnTo>
                    <a:pt x="76620" y="63329"/>
                  </a:lnTo>
                  <a:lnTo>
                    <a:pt x="125140" y="33409"/>
                  </a:lnTo>
                  <a:lnTo>
                    <a:pt x="178514" y="14421"/>
                  </a:lnTo>
                  <a:lnTo>
                    <a:pt x="216667" y="0"/>
                  </a:lnTo>
                  <a:close/>
                </a:path>
              </a:pathLst>
            </a:custGeom>
            <a:solidFill>
              <a:srgbClr val="4FE3F0"/>
            </a:solidFill>
            <a:ln w="30000" cap="flat">
              <a:solidFill>
                <a:srgbClr val="4FE3F0"/>
              </a:solidFill>
              <a:round/>
            </a:ln>
          </p:spPr>
          <p:txBody>
            <a:bodyPr anchor="ctr" lIns="0" wrap="none" rtlCol="0" rIns="0" tIns="0" bIns="11000"/>
            <a:lstStyle/>
            <a:p>
              <a:pPr algn="ctr">
                <a:lnSpc>
                  <a:spcPct val="100000"/>
                </a:lnSpc>
              </a:pPr>
              <a:r>
                <a:rPr b="1" sz="1600">
                  <a:solidFill>
                    <a:srgbClr val="FFFFFF"/>
                  </a:solidFill>
                  <a:latin typeface="標楷體"/>
                </a:rPr>
                <a:t>9.調校模型的流程</a:t>
              </a:r>
            </a:p>
          </p:txBody>
        </p:sp>
        <p:sp>
          <p:nvSpPr>
            <p:cNvPr id="203" name="SubTopic"/>
            <p:cNvSpPr/>
            <p:nvPr/>
          </p:nvSpPr>
          <p:spPr>
            <a:xfrm>
              <a:off x="5783162" y="2443086"/>
              <a:ext cy="966667" cx="2932862"/>
            </a:xfrm>
            <a:custGeom>
              <a:avLst/>
              <a:gdLst>
                <a:gd fmla="*/ 73025 w 2932862" name="rtl"/>
                <a:gd fmla="*/ 39000 h 966667" name="rtt"/>
                <a:gd fmla="*/ 2855837 w 2932862" name="rtr"/>
                <a:gd fmla="*/ 945667 h 966667" name="rtb"/>
              </a:gdLst>
              <a:ahLst/>
              <a:cxnLst/>
              <a:rect r="rtr" b="rtb" l="rtl" t="rtt"/>
              <a:pathLst>
                <a:path w="2932862" h="966667">
                  <a:moveTo>
                    <a:pt x="11211" y="9499"/>
                  </a:moveTo>
                  <a:cubicBezTo>
                    <a:pt x="13759" y="7331"/>
                    <a:pt x="16777" y="5651"/>
                    <a:pt x="20269" y="4455"/>
                  </a:cubicBezTo>
                  <a:cubicBezTo>
                    <a:pt x="39421" y="-2103"/>
                    <a:pt x="59701" y="658"/>
                    <a:pt x="80030" y="2344"/>
                  </a:cubicBezTo>
                  <a:cubicBezTo>
                    <a:pt x="100146" y="4012"/>
                    <a:pt x="119988" y="3539"/>
                    <a:pt x="140006" y="3057"/>
                  </a:cubicBezTo>
                  <a:cubicBezTo>
                    <a:pt x="160181" y="2572"/>
                    <a:pt x="180000" y="2405"/>
                    <a:pt x="200001" y="2287"/>
                  </a:cubicBezTo>
                  <a:cubicBezTo>
                    <a:pt x="220193" y="2167"/>
                    <a:pt x="240020" y="1830"/>
                    <a:pt x="260024" y="1255"/>
                  </a:cubicBezTo>
                  <a:cubicBezTo>
                    <a:pt x="280224" y="675"/>
                    <a:pt x="300051" y="-202"/>
                    <a:pt x="320054" y="-1204"/>
                  </a:cubicBezTo>
                  <a:cubicBezTo>
                    <a:pt x="340209" y="-2213"/>
                    <a:pt x="360011" y="-2950"/>
                    <a:pt x="380003" y="-3362"/>
                  </a:cubicBezTo>
                  <a:cubicBezTo>
                    <a:pt x="400208" y="-3777"/>
                    <a:pt x="420044" y="-3444"/>
                    <a:pt x="440052" y="-2637"/>
                  </a:cubicBezTo>
                  <a:cubicBezTo>
                    <a:pt x="460236" y="-1823"/>
                    <a:pt x="480047" y="-755"/>
                    <a:pt x="500043" y="238"/>
                  </a:cubicBezTo>
                  <a:cubicBezTo>
                    <a:pt x="520199" y="1238"/>
                    <a:pt x="540008" y="1867"/>
                    <a:pt x="560004" y="2255"/>
                  </a:cubicBezTo>
                  <a:cubicBezTo>
                    <a:pt x="580191" y="2647"/>
                    <a:pt x="600016" y="2517"/>
                    <a:pt x="620019" y="2053"/>
                  </a:cubicBezTo>
                  <a:cubicBezTo>
                    <a:pt x="640248" y="1584"/>
                    <a:pt x="660092" y="581"/>
                    <a:pt x="680103" y="-729"/>
                  </a:cubicBezTo>
                  <a:cubicBezTo>
                    <a:pt x="700255" y="-2047"/>
                    <a:pt x="720047" y="-3295"/>
                    <a:pt x="740036" y="-4288"/>
                  </a:cubicBezTo>
                  <a:cubicBezTo>
                    <a:pt x="760194" y="-5290"/>
                    <a:pt x="780007" y="-5605"/>
                    <a:pt x="800005" y="-5490"/>
                  </a:cubicBezTo>
                  <a:cubicBezTo>
                    <a:pt x="820271" y="-5372"/>
                    <a:pt x="840138" y="-4391"/>
                    <a:pt x="860158" y="-2850"/>
                  </a:cubicBezTo>
                  <a:cubicBezTo>
                    <a:pt x="880367" y="-1295"/>
                    <a:pt x="900179" y="626"/>
                    <a:pt x="920176" y="2549"/>
                  </a:cubicBezTo>
                  <a:cubicBezTo>
                    <a:pt x="940264" y="4480"/>
                    <a:pt x="960029" y="5727"/>
                    <a:pt x="980008" y="6383"/>
                  </a:cubicBezTo>
                  <a:cubicBezTo>
                    <a:pt x="1000210" y="7047"/>
                    <a:pt x="1020050" y="6698"/>
                    <a:pt x="1040060" y="5822"/>
                  </a:cubicBezTo>
                  <a:cubicBezTo>
                    <a:pt x="1060288" y="4936"/>
                    <a:pt x="1080122" y="3542"/>
                    <a:pt x="1100129" y="1978"/>
                  </a:cubicBezTo>
                  <a:cubicBezTo>
                    <a:pt x="1120254" y="404"/>
                    <a:pt x="1140034" y="-811"/>
                    <a:pt x="1160018" y="-1614"/>
                  </a:cubicBezTo>
                  <a:cubicBezTo>
                    <a:pt x="1180182" y="-2424"/>
                    <a:pt x="1200000" y="-2646"/>
                    <a:pt x="1220000" y="-2651"/>
                  </a:cubicBezTo>
                  <a:cubicBezTo>
                    <a:pt x="1240182" y="-2651"/>
                    <a:pt x="1260002" y="-2470"/>
                    <a:pt x="1280003" y="-2235"/>
                  </a:cubicBezTo>
                  <a:cubicBezTo>
                    <a:pt x="1300182" y="-1997"/>
                    <a:pt x="1320001" y="-1789"/>
                    <a:pt x="1340001" y="-1633"/>
                  </a:cubicBezTo>
                  <a:cubicBezTo>
                    <a:pt x="1360182" y="-1476"/>
                    <a:pt x="1380003" y="-1312"/>
                    <a:pt x="1400003" y="-1088"/>
                  </a:cubicBezTo>
                  <a:cubicBezTo>
                    <a:pt x="1420224" y="-860"/>
                    <a:pt x="1440067" y="-203"/>
                    <a:pt x="1460077" y="849"/>
                  </a:cubicBezTo>
                  <a:cubicBezTo>
                    <a:pt x="1480290" y="1912"/>
                    <a:pt x="1500117" y="3352"/>
                    <a:pt x="1520120" y="4889"/>
                  </a:cubicBezTo>
                  <a:cubicBezTo>
                    <a:pt x="1540243" y="6436"/>
                    <a:pt x="1560024" y="7529"/>
                    <a:pt x="1580009" y="8163"/>
                  </a:cubicBezTo>
                  <a:cubicBezTo>
                    <a:pt x="1600193" y="8803"/>
                    <a:pt x="1620021" y="8656"/>
                    <a:pt x="1640025" y="8112"/>
                  </a:cubicBezTo>
                  <a:cubicBezTo>
                    <a:pt x="1660258" y="7562"/>
                    <a:pt x="1680103" y="6464"/>
                    <a:pt x="1700114" y="5069"/>
                  </a:cubicBezTo>
                  <a:cubicBezTo>
                    <a:pt x="1720265" y="3664"/>
                    <a:pt x="1740056" y="2335"/>
                    <a:pt x="1760045" y="1252"/>
                  </a:cubicBezTo>
                  <a:cubicBezTo>
                    <a:pt x="1780206" y="160"/>
                    <a:pt x="1800021" y="-592"/>
                    <a:pt x="1820021" y="-1266"/>
                  </a:cubicBezTo>
                  <a:cubicBezTo>
                    <a:pt x="1840261" y="-1948"/>
                    <a:pt x="1860117" y="-2970"/>
                    <a:pt x="1880133" y="-4405"/>
                  </a:cubicBezTo>
                  <a:cubicBezTo>
                    <a:pt x="1900308" y="-5852"/>
                    <a:pt x="1920106" y="-7470"/>
                    <a:pt x="1940097" y="-8961"/>
                  </a:cubicBezTo>
                  <a:cubicBezTo>
                    <a:pt x="1960221" y="-10462"/>
                    <a:pt x="1980012" y="-11233"/>
                    <a:pt x="2000001" y="-11450"/>
                  </a:cubicBezTo>
                  <a:cubicBezTo>
                    <a:pt x="2020193" y="-11670"/>
                    <a:pt x="2040021" y="-11236"/>
                    <a:pt x="2060026" y="-10589"/>
                  </a:cubicBezTo>
                  <a:cubicBezTo>
                    <a:pt x="2080212" y="-9936"/>
                    <a:pt x="2100032" y="-9157"/>
                    <a:pt x="2120033" y="-8351"/>
                  </a:cubicBezTo>
                  <a:cubicBezTo>
                    <a:pt x="2140199" y="-7539"/>
                    <a:pt x="2160009" y="-6918"/>
                    <a:pt x="2180006" y="-6476"/>
                  </a:cubicBezTo>
                  <a:cubicBezTo>
                    <a:pt x="2200262" y="-6029"/>
                    <a:pt x="2220127" y="-5186"/>
                    <a:pt x="2240146" y="-3762"/>
                  </a:cubicBezTo>
                  <a:cubicBezTo>
                    <a:pt x="2260406" y="-2321"/>
                    <a:pt x="2280246" y="-263"/>
                    <a:pt x="2300255" y="1969"/>
                  </a:cubicBezTo>
                  <a:cubicBezTo>
                    <a:pt x="2320334" y="4209"/>
                    <a:pt x="2340085" y="5993"/>
                    <a:pt x="2360057" y="7301"/>
                  </a:cubicBezTo>
                  <a:cubicBezTo>
                    <a:pt x="2380194" y="8619"/>
                    <a:pt x="2400003" y="9115"/>
                    <a:pt x="2420000" y="9222"/>
                  </a:cubicBezTo>
                  <a:cubicBezTo>
                    <a:pt x="2440186" y="9329"/>
                    <a:pt x="2460008" y="9042"/>
                    <a:pt x="2480010" y="8628"/>
                  </a:cubicBezTo>
                  <a:cubicBezTo>
                    <a:pt x="2500200" y="8210"/>
                    <a:pt x="2520024" y="7637"/>
                    <a:pt x="2540026" y="6959"/>
                  </a:cubicBezTo>
                  <a:cubicBezTo>
                    <a:pt x="2560194" y="6276"/>
                    <a:pt x="2580005" y="5777"/>
                    <a:pt x="2600001" y="5525"/>
                  </a:cubicBezTo>
                  <a:cubicBezTo>
                    <a:pt x="2620181" y="5270"/>
                    <a:pt x="2640002" y="5157"/>
                    <a:pt x="2660003" y="4963"/>
                  </a:cubicBezTo>
                  <a:cubicBezTo>
                    <a:pt x="2680206" y="4768"/>
                    <a:pt x="2700039" y="4222"/>
                    <a:pt x="2720044" y="3404"/>
                  </a:cubicBezTo>
                  <a:cubicBezTo>
                    <a:pt x="2740212" y="2579"/>
                    <a:pt x="2760018" y="1771"/>
                    <a:pt x="2780012" y="1170"/>
                  </a:cubicBezTo>
                  <a:cubicBezTo>
                    <a:pt x="2800193" y="563"/>
                    <a:pt x="2820016" y="90"/>
                    <a:pt x="2840019" y="-469"/>
                  </a:cubicBezTo>
                  <a:cubicBezTo>
                    <a:pt x="2860174" y="-1032"/>
                    <a:pt x="2879828" y="-2"/>
                    <a:pt x="2899519" y="2760"/>
                  </a:cubicBezTo>
                  <a:cubicBezTo>
                    <a:pt x="2918912" y="5479"/>
                    <a:pt x="2931183" y="15037"/>
                    <a:pt x="2936803" y="30412"/>
                  </a:cubicBezTo>
                  <a:cubicBezTo>
                    <a:pt x="2943751" y="49422"/>
                    <a:pt x="2942617" y="69688"/>
                    <a:pt x="2941562" y="90015"/>
                  </a:cubicBezTo>
                  <a:cubicBezTo>
                    <a:pt x="2940515" y="110171"/>
                    <a:pt x="2940448" y="129998"/>
                    <a:pt x="2940306" y="150003"/>
                  </a:cubicBezTo>
                  <a:cubicBezTo>
                    <a:pt x="2940162" y="170183"/>
                    <a:pt x="2939913" y="190001"/>
                    <a:pt x="2939747" y="210001"/>
                  </a:cubicBezTo>
                  <a:cubicBezTo>
                    <a:pt x="2939580" y="230183"/>
                    <a:pt x="2939408" y="250005"/>
                    <a:pt x="2939130" y="270006"/>
                  </a:cubicBezTo>
                  <a:cubicBezTo>
                    <a:pt x="2938848" y="290236"/>
                    <a:pt x="2938071" y="310084"/>
                    <a:pt x="2936875" y="330096"/>
                  </a:cubicBezTo>
                  <a:cubicBezTo>
                    <a:pt x="2935670" y="350266"/>
                    <a:pt x="2934340" y="370064"/>
                    <a:pt x="2933180" y="390055"/>
                  </a:cubicBezTo>
                  <a:cubicBezTo>
                    <a:pt x="2932012" y="410201"/>
                    <a:pt x="2931373" y="430006"/>
                    <a:pt x="2931055" y="450002"/>
                  </a:cubicBezTo>
                  <a:cubicBezTo>
                    <a:pt x="2930733" y="470243"/>
                    <a:pt x="2931300" y="490100"/>
                    <a:pt x="2932525" y="510116"/>
                  </a:cubicBezTo>
                  <a:cubicBezTo>
                    <a:pt x="2933763" y="530350"/>
                    <a:pt x="2935570" y="550178"/>
                    <a:pt x="2937478" y="570182"/>
                  </a:cubicBezTo>
                  <a:cubicBezTo>
                    <a:pt x="2939396" y="590278"/>
                    <a:pt x="2940799" y="610044"/>
                    <a:pt x="2941714" y="630023"/>
                  </a:cubicBezTo>
                  <a:cubicBezTo>
                    <a:pt x="2942637" y="650188"/>
                    <a:pt x="2942739" y="670009"/>
                    <a:pt x="2942441" y="690011"/>
                  </a:cubicBezTo>
                  <a:cubicBezTo>
                    <a:pt x="2942139" y="710213"/>
                    <a:pt x="2941409" y="730041"/>
                    <a:pt x="2940513" y="750045"/>
                  </a:cubicBezTo>
                  <a:cubicBezTo>
                    <a:pt x="2939610" y="770209"/>
                    <a:pt x="2938847" y="790015"/>
                    <a:pt x="2938303" y="810009"/>
                  </a:cubicBezTo>
                  <a:cubicBezTo>
                    <a:pt x="2938121" y="816706"/>
                    <a:pt x="2937982" y="823364"/>
                    <a:pt x="2937878" y="830002"/>
                  </a:cubicBezTo>
                  <a:cubicBezTo>
                    <a:pt x="2937458" y="856879"/>
                    <a:pt x="2938444" y="883209"/>
                    <a:pt x="2935422" y="909919"/>
                  </a:cubicBezTo>
                  <a:cubicBezTo>
                    <a:pt x="2934498" y="918087"/>
                    <a:pt x="2933273" y="926221"/>
                    <a:pt x="2931731" y="934359"/>
                  </a:cubicBezTo>
                  <a:cubicBezTo>
                    <a:pt x="2928081" y="953626"/>
                    <a:pt x="2918057" y="965783"/>
                    <a:pt x="2902471" y="971314"/>
                  </a:cubicBezTo>
                  <a:cubicBezTo>
                    <a:pt x="2883402" y="978082"/>
                    <a:pt x="2863162" y="977051"/>
                    <a:pt x="2842853" y="976192"/>
                  </a:cubicBezTo>
                  <a:cubicBezTo>
                    <a:pt x="2822674" y="975339"/>
                    <a:pt x="2802840" y="975227"/>
                    <a:pt x="2782833" y="974735"/>
                  </a:cubicBezTo>
                  <a:cubicBezTo>
                    <a:pt x="2762646" y="974239"/>
                    <a:pt x="2742833" y="973380"/>
                    <a:pt x="2722836" y="972592"/>
                  </a:cubicBezTo>
                  <a:cubicBezTo>
                    <a:pt x="2702669" y="971797"/>
                    <a:pt x="2682855" y="971275"/>
                    <a:pt x="2662857" y="970892"/>
                  </a:cubicBezTo>
                  <a:cubicBezTo>
                    <a:pt x="2642671" y="970505"/>
                    <a:pt x="2622847" y="970113"/>
                    <a:pt x="2602845" y="969599"/>
                  </a:cubicBezTo>
                  <a:cubicBezTo>
                    <a:pt x="2582640" y="969080"/>
                    <a:pt x="2562808" y="968274"/>
                    <a:pt x="2542802" y="967268"/>
                  </a:cubicBezTo>
                  <a:cubicBezTo>
                    <a:pt x="2522646" y="966254"/>
                    <a:pt x="2502846" y="965410"/>
                    <a:pt x="2482854" y="964861"/>
                  </a:cubicBezTo>
                  <a:cubicBezTo>
                    <a:pt x="2462681" y="964308"/>
                    <a:pt x="2442862" y="964099"/>
                    <a:pt x="2422861" y="963958"/>
                  </a:cubicBezTo>
                  <a:cubicBezTo>
                    <a:pt x="2402669" y="963815"/>
                    <a:pt x="2382843" y="963484"/>
                    <a:pt x="2362840" y="962928"/>
                  </a:cubicBezTo>
                  <a:cubicBezTo>
                    <a:pt x="2342646" y="962368"/>
                    <a:pt x="2322823" y="961561"/>
                    <a:pt x="2302821" y="960675"/>
                  </a:cubicBezTo>
                  <a:cubicBezTo>
                    <a:pt x="2282659" y="959782"/>
                    <a:pt x="2262853" y="959118"/>
                    <a:pt x="2242858" y="958703"/>
                  </a:cubicBezTo>
                  <a:cubicBezTo>
                    <a:pt x="2222677" y="958284"/>
                    <a:pt x="2202854" y="958341"/>
                    <a:pt x="2182853" y="958659"/>
                  </a:cubicBezTo>
                  <a:cubicBezTo>
                    <a:pt x="2162669" y="958979"/>
                    <a:pt x="2142850" y="959479"/>
                    <a:pt x="2122850" y="959981"/>
                  </a:cubicBezTo>
                  <a:cubicBezTo>
                    <a:pt x="2102674" y="960487"/>
                    <a:pt x="2082857" y="960885"/>
                    <a:pt x="2062858" y="961212"/>
                  </a:cubicBezTo>
                  <a:cubicBezTo>
                    <a:pt x="2042677" y="961542"/>
                    <a:pt x="2022856" y="961560"/>
                    <a:pt x="2002855" y="961323"/>
                  </a:cubicBezTo>
                  <a:cubicBezTo>
                    <a:pt x="1982652" y="961085"/>
                    <a:pt x="1962822" y="960439"/>
                    <a:pt x="1942816" y="959572"/>
                  </a:cubicBezTo>
                  <a:cubicBezTo>
                    <a:pt x="1922632" y="958698"/>
                    <a:pt x="1902815" y="957706"/>
                    <a:pt x="1882815" y="956721"/>
                  </a:cubicBezTo>
                  <a:cubicBezTo>
                    <a:pt x="1862658" y="955729"/>
                    <a:pt x="1842853" y="955261"/>
                    <a:pt x="1822858" y="955275"/>
                  </a:cubicBezTo>
                  <a:cubicBezTo>
                    <a:pt x="1802594" y="955275"/>
                    <a:pt x="1782727" y="956240"/>
                    <a:pt x="1762707" y="957767"/>
                  </a:cubicBezTo>
                  <a:cubicBezTo>
                    <a:pt x="1742510" y="959308"/>
                    <a:pt x="1722703" y="961166"/>
                    <a:pt x="1702708" y="962982"/>
                  </a:cubicBezTo>
                  <a:cubicBezTo>
                    <a:pt x="1682610" y="964808"/>
                    <a:pt x="1662836" y="965974"/>
                    <a:pt x="1642854" y="966607"/>
                  </a:cubicBezTo>
                  <a:cubicBezTo>
                    <a:pt x="1622658" y="967246"/>
                    <a:pt x="1602822" y="966963"/>
                    <a:pt x="1582815" y="966195"/>
                  </a:cubicBezTo>
                  <a:cubicBezTo>
                    <a:pt x="1562577" y="965418"/>
                    <a:pt x="1542734" y="964084"/>
                    <a:pt x="1522724" y="962505"/>
                  </a:cubicBezTo>
                  <a:cubicBezTo>
                    <a:pt x="1502582" y="960915"/>
                    <a:pt x="1482795" y="959472"/>
                    <a:pt x="1462807" y="958286"/>
                  </a:cubicBezTo>
                  <a:cubicBezTo>
                    <a:pt x="1442623" y="957089"/>
                    <a:pt x="1422794" y="957001"/>
                    <a:pt x="1402790" y="957782"/>
                  </a:cubicBezTo>
                  <a:cubicBezTo>
                    <a:pt x="1382386" y="958578"/>
                    <a:pt x="1362457" y="960690"/>
                    <a:pt x="1342411" y="963464"/>
                  </a:cubicBezTo>
                  <a:cubicBezTo>
                    <a:pt x="1322247" y="966255"/>
                    <a:pt x="1302483" y="969238"/>
                    <a:pt x="1282504" y="972054"/>
                  </a:cubicBezTo>
                  <a:cubicBezTo>
                    <a:pt x="1262525" y="974870"/>
                    <a:pt x="1242813" y="976335"/>
                    <a:pt x="1222858" y="976692"/>
                  </a:cubicBezTo>
                  <a:cubicBezTo>
                    <a:pt x="1202546" y="977054"/>
                    <a:pt x="1182647" y="975802"/>
                    <a:pt x="1162612" y="973830"/>
                  </a:cubicBezTo>
                  <a:cubicBezTo>
                    <a:pt x="1142420" y="971844"/>
                    <a:pt x="1122629" y="969542"/>
                    <a:pt x="1102640" y="967335"/>
                  </a:cubicBezTo>
                  <a:cubicBezTo>
                    <a:pt x="1082575" y="965120"/>
                    <a:pt x="1062817" y="963650"/>
                    <a:pt x="1042841" y="962739"/>
                  </a:cubicBezTo>
                  <a:cubicBezTo>
                    <a:pt x="1022681" y="961818"/>
                    <a:pt x="1002862" y="961502"/>
                    <a:pt x="982861" y="961321"/>
                  </a:cubicBezTo>
                  <a:cubicBezTo>
                    <a:pt x="962680" y="961139"/>
                    <a:pt x="942860" y="961163"/>
                    <a:pt x="922859" y="961338"/>
                  </a:cubicBezTo>
                  <a:cubicBezTo>
                    <a:pt x="902678" y="961514"/>
                    <a:pt x="882858" y="961799"/>
                    <a:pt x="862858" y="962083"/>
                  </a:cubicBezTo>
                  <a:cubicBezTo>
                    <a:pt x="842680" y="962370"/>
                    <a:pt x="822861" y="962573"/>
                    <a:pt x="802861" y="962714"/>
                  </a:cubicBezTo>
                  <a:cubicBezTo>
                    <a:pt x="782680" y="962857"/>
                    <a:pt x="762860" y="963007"/>
                    <a:pt x="742859" y="963219"/>
                  </a:cubicBezTo>
                  <a:cubicBezTo>
                    <a:pt x="722678" y="963434"/>
                    <a:pt x="702858" y="963707"/>
                    <a:pt x="682858" y="963989"/>
                  </a:cubicBezTo>
                  <a:cubicBezTo>
                    <a:pt x="662679" y="964273"/>
                    <a:pt x="642861" y="964501"/>
                    <a:pt x="622861" y="964679"/>
                  </a:cubicBezTo>
                  <a:cubicBezTo>
                    <a:pt x="602670" y="964859"/>
                    <a:pt x="582845" y="965188"/>
                    <a:pt x="562842" y="965719"/>
                  </a:cubicBezTo>
                  <a:cubicBezTo>
                    <a:pt x="542647" y="966256"/>
                    <a:pt x="522822" y="967046"/>
                    <a:pt x="502819" y="967940"/>
                  </a:cubicBezTo>
                  <a:cubicBezTo>
                    <a:pt x="482658" y="968841"/>
                    <a:pt x="462852" y="969521"/>
                    <a:pt x="442858" y="969936"/>
                  </a:cubicBezTo>
                  <a:cubicBezTo>
                    <a:pt x="422670" y="970355"/>
                    <a:pt x="402843" y="970196"/>
                    <a:pt x="382840" y="969687"/>
                  </a:cubicBezTo>
                  <a:cubicBezTo>
                    <a:pt x="362621" y="969172"/>
                    <a:pt x="342784" y="968187"/>
                    <a:pt x="322776" y="966967"/>
                  </a:cubicBezTo>
                  <a:cubicBezTo>
                    <a:pt x="302615" y="965738"/>
                    <a:pt x="282815" y="964562"/>
                    <a:pt x="262822" y="963565"/>
                  </a:cubicBezTo>
                  <a:cubicBezTo>
                    <a:pt x="242648" y="962558"/>
                    <a:pt x="222829" y="962391"/>
                    <a:pt x="202829" y="962885"/>
                  </a:cubicBezTo>
                  <a:cubicBezTo>
                    <a:pt x="182609" y="963386"/>
                    <a:pt x="162777" y="964544"/>
                    <a:pt x="142772" y="965856"/>
                  </a:cubicBezTo>
                  <a:cubicBezTo>
                    <a:pt x="122633" y="967178"/>
                    <a:pt x="102842" y="968154"/>
                    <a:pt x="82853" y="968755"/>
                  </a:cubicBezTo>
                  <a:cubicBezTo>
                    <a:pt x="65629" y="969272"/>
                    <a:pt x="49220" y="967072"/>
                    <a:pt x="33312" y="962285"/>
                  </a:cubicBezTo>
                  <a:cubicBezTo>
                    <a:pt x="14281" y="956560"/>
                    <a:pt x="3020" y="943597"/>
                    <a:pt x="-1979" y="926372"/>
                  </a:cubicBezTo>
                  <a:cubicBezTo>
                    <a:pt x="-7616" y="906947"/>
                    <a:pt x="-7211" y="886850"/>
                    <a:pt x="-7117" y="866648"/>
                  </a:cubicBezTo>
                  <a:cubicBezTo>
                    <a:pt x="-7023" y="846468"/>
                    <a:pt x="-7684" y="826659"/>
                    <a:pt x="-8075" y="806665"/>
                  </a:cubicBezTo>
                  <a:cubicBezTo>
                    <a:pt x="-8471" y="786439"/>
                    <a:pt x="-7951" y="766590"/>
                    <a:pt x="-6861" y="746577"/>
                  </a:cubicBezTo>
                  <a:cubicBezTo>
                    <a:pt x="-5755" y="726293"/>
                    <a:pt x="-3935" y="706429"/>
                    <a:pt x="-1779" y="686410"/>
                  </a:cubicBezTo>
                  <a:cubicBezTo>
                    <a:pt x="385" y="666312"/>
                    <a:pt x="2290" y="646560"/>
                    <a:pt x="3775" y="626587"/>
                  </a:cubicBezTo>
                  <a:cubicBezTo>
                    <a:pt x="5271" y="606462"/>
                    <a:pt x="5995" y="586660"/>
                    <a:pt x="6354" y="566664"/>
                  </a:cubicBezTo>
                  <a:cubicBezTo>
                    <a:pt x="6716" y="546470"/>
                    <a:pt x="7078" y="526640"/>
                    <a:pt x="7714" y="506635"/>
                  </a:cubicBezTo>
                  <a:cubicBezTo>
                    <a:pt x="8357" y="486440"/>
                    <a:pt x="9293" y="466618"/>
                    <a:pt x="10288" y="446617"/>
                  </a:cubicBezTo>
                  <a:cubicBezTo>
                    <a:pt x="10620" y="439931"/>
                    <a:pt x="10899" y="433284"/>
                    <a:pt x="11125" y="426656"/>
                  </a:cubicBezTo>
                  <a:cubicBezTo>
                    <a:pt x="12040" y="399791"/>
                    <a:pt x="12085" y="373533"/>
                    <a:pt x="10942" y="346677"/>
                  </a:cubicBezTo>
                  <a:cubicBezTo>
                    <a:pt x="10657" y="339982"/>
                    <a:pt x="10313" y="333289"/>
                    <a:pt x="9923" y="326577"/>
                  </a:cubicBezTo>
                  <a:cubicBezTo>
                    <a:pt x="8748" y="306397"/>
                    <a:pt x="7401" y="286591"/>
                    <a:pt x="6141" y="266596"/>
                  </a:cubicBezTo>
                  <a:cubicBezTo>
                    <a:pt x="4871" y="246454"/>
                    <a:pt x="4068" y="226654"/>
                    <a:pt x="3592" y="206661"/>
                  </a:cubicBezTo>
                  <a:cubicBezTo>
                    <a:pt x="3111" y="186486"/>
                    <a:pt x="2911" y="166666"/>
                    <a:pt x="2718" y="146665"/>
                  </a:cubicBezTo>
                  <a:cubicBezTo>
                    <a:pt x="2524" y="126480"/>
                    <a:pt x="2218" y="106658"/>
                    <a:pt x="1815" y="86657"/>
                  </a:cubicBezTo>
                  <a:cubicBezTo>
                    <a:pt x="1274" y="59782"/>
                    <a:pt x="-9261" y="26918"/>
                    <a:pt x="11211" y="9499"/>
                  </a:cubicBezTo>
                  <a:close/>
                </a:path>
              </a:pathLst>
            </a:custGeom>
            <a:solidFill>
              <a:srgbClr val="E9FAFC"/>
            </a:solidFill>
            <a:ln w="10000" cap="flat">
              <a:solidFill>
                <a:srgbClr val="E9FAFC"/>
              </a:solidFill>
              <a:round/>
            </a:ln>
          </p:spPr>
          <p:txBody>
            <a:bodyPr anchor="ctr" lIns="0" wrap="square" rtlCol="0" rIns="0" tIns="0" bIns="11000"/>
            <a:lstStyle/>
            <a:p>
              <a:pPr algn="ctr">
                <a:lnSpc>
                  <a:spcPct val="100000"/>
                </a:lnSpc>
              </a:pPr>
              <a:r>
                <a:rPr sz="1400">
                  <a:solidFill>
                    <a:srgbClr val="C00000"/>
                  </a:solidFill>
                  <a:latin typeface="標楷體"/>
                </a:rPr>
                <a:t>模型無法提供</a:t>
              </a:r>
              <a:r>
                <a:rPr sz="1400">
                  <a:solidFill>
                    <a:srgbClr val="454545"/>
                  </a:solidFill>
                  <a:latin typeface="標楷體"/>
                </a:rPr>
                <a:t>輸出該類別</a:t>
              </a:r>
              <a:r>
                <a:rPr sz="1400">
                  <a:solidFill>
                    <a:srgbClr val="C00000"/>
                  </a:solidFill>
                  <a:latin typeface="標楷體"/>
                </a:rPr>
                <a:t>判定</a:t>
              </a:r>
              <a:r>
                <a:rPr sz="1400">
                  <a:solidFill>
                    <a:srgbClr val="454545"/>
                  </a:solidFill>
                  <a:latin typeface="標楷體"/>
                </a:rPr>
                <a:t>的</a:t>
              </a:r>
              <a:r>
                <a:rPr sz="1400">
                  <a:solidFill>
                    <a:srgbClr val="C00000"/>
                  </a:solidFill>
                  <a:latin typeface="標楷體"/>
                </a:rPr>
                <a:t>原因</a:t>
              </a:r>
              <a:r>
                <a:rPr sz="1400">
                  <a:solidFill>
                    <a:srgbClr val="454545"/>
                  </a:solidFill>
                  <a:latin typeface="標楷體"/>
                </a:rPr>
                <a:t>。</a:t>
              </a:r>
              <a:r>
                <a:rPr sz="1400">
                  <a:solidFill>
                    <a:srgbClr val="C00000"/>
                  </a:solidFill>
                  <a:latin typeface="標楷體"/>
                </a:rPr>
                <a:t>如果有不符</a:t>
              </a:r>
              <a:r>
                <a:rPr sz="1400">
                  <a:solidFill>
                    <a:srgbClr val="454545"/>
                  </a:solidFill>
                  <a:latin typeface="標楷體"/>
                </a:rPr>
                <a:t>合預期用途的推薦，</a:t>
              </a:r>
              <a:r>
                <a:rPr sz="1400">
                  <a:solidFill>
                    <a:srgbClr val="C00000"/>
                  </a:solidFill>
                  <a:latin typeface="標楷體"/>
                </a:rPr>
                <a:t>需要專業人員人工分析</a:t>
              </a:r>
              <a:r>
                <a:rPr sz="1400">
                  <a:solidFill>
                    <a:srgbClr val="454545"/>
                  </a:solidFill>
                  <a:latin typeface="標楷體"/>
                </a:rPr>
                <a:t>原因，續依情況處理。</a:t>
              </a:r>
            </a:p>
          </p:txBody>
        </p:sp>
        <p:sp>
          <p:nvSpPr>
            <p:cNvPr id="205" name="SubTopic"/>
            <p:cNvSpPr/>
            <p:nvPr/>
          </p:nvSpPr>
          <p:spPr>
            <a:xfrm>
              <a:off x="372024" y="2443086"/>
              <a:ext cy="286667" cx="1143333"/>
            </a:xfrm>
            <a:custGeom>
              <a:avLst/>
              <a:gdLst>
                <a:gd fmla="*/ 83000 w 1143333" name="rtl"/>
                <a:gd fmla="*/ 39000 h 286667" name="rtt"/>
                <a:gd fmla="*/ 1056333 w 1143333" name="rtr"/>
                <a:gd fmla="*/ 265667 h 286667" name="rtb"/>
              </a:gdLst>
              <a:ahLst/>
              <a:cxnLst/>
              <a:rect r="rtr" b="rtb" l="rtl" t="rtt"/>
              <a:pathLst>
                <a:path w="1143333" h="286667">
                  <a:moveTo>
                    <a:pt x="5518" y="266424"/>
                  </a:moveTo>
                  <a:lnTo>
                    <a:pt x="5438" y="246666"/>
                  </a:lnTo>
                  <a:cubicBezTo>
                    <a:pt x="5356" y="226485"/>
                    <a:pt x="5206" y="206664"/>
                    <a:pt x="4982" y="186663"/>
                  </a:cubicBezTo>
                  <a:cubicBezTo>
                    <a:pt x="4756" y="166461"/>
                    <a:pt x="4215" y="146628"/>
                    <a:pt x="3401" y="126622"/>
                  </a:cubicBezTo>
                  <a:cubicBezTo>
                    <a:pt x="2763" y="110942"/>
                    <a:pt x="2132" y="95481"/>
                    <a:pt x="1600" y="79981"/>
                  </a:cubicBezTo>
                  <a:cubicBezTo>
                    <a:pt x="678" y="53116"/>
                    <a:pt x="-7586" y="17673"/>
                    <a:pt x="16594" y="5932"/>
                  </a:cubicBezTo>
                  <a:cubicBezTo>
                    <a:pt x="17755" y="5368"/>
                    <a:pt x="18978" y="4869"/>
                    <a:pt x="20264" y="4435"/>
                  </a:cubicBezTo>
                  <a:cubicBezTo>
                    <a:pt x="39441" y="-2045"/>
                    <a:pt x="59709" y="688"/>
                    <a:pt x="80029" y="2355"/>
                  </a:cubicBezTo>
                  <a:cubicBezTo>
                    <a:pt x="100147" y="4005"/>
                    <a:pt x="119988" y="3535"/>
                    <a:pt x="140006" y="3056"/>
                  </a:cubicBezTo>
                  <a:cubicBezTo>
                    <a:pt x="160181" y="2573"/>
                    <a:pt x="180000" y="2406"/>
                    <a:pt x="200001" y="2287"/>
                  </a:cubicBezTo>
                  <a:cubicBezTo>
                    <a:pt x="220193" y="2167"/>
                    <a:pt x="240020" y="1830"/>
                    <a:pt x="260024" y="1255"/>
                  </a:cubicBezTo>
                  <a:cubicBezTo>
                    <a:pt x="280224" y="675"/>
                    <a:pt x="300051" y="-202"/>
                    <a:pt x="320054" y="-1204"/>
                  </a:cubicBezTo>
                  <a:cubicBezTo>
                    <a:pt x="340209" y="-2213"/>
                    <a:pt x="360011" y="-2950"/>
                    <a:pt x="380003" y="-3362"/>
                  </a:cubicBezTo>
                  <a:cubicBezTo>
                    <a:pt x="400208" y="-3777"/>
                    <a:pt x="420044" y="-3444"/>
                    <a:pt x="440052" y="-2637"/>
                  </a:cubicBezTo>
                  <a:cubicBezTo>
                    <a:pt x="460236" y="-1823"/>
                    <a:pt x="480047" y="-755"/>
                    <a:pt x="500043" y="238"/>
                  </a:cubicBezTo>
                  <a:cubicBezTo>
                    <a:pt x="520199" y="1238"/>
                    <a:pt x="540008" y="1867"/>
                    <a:pt x="560004" y="2255"/>
                  </a:cubicBezTo>
                  <a:cubicBezTo>
                    <a:pt x="580191" y="2647"/>
                    <a:pt x="600016" y="2517"/>
                    <a:pt x="620019" y="2053"/>
                  </a:cubicBezTo>
                  <a:cubicBezTo>
                    <a:pt x="640248" y="1584"/>
                    <a:pt x="660092" y="581"/>
                    <a:pt x="680103" y="-729"/>
                  </a:cubicBezTo>
                  <a:cubicBezTo>
                    <a:pt x="700255" y="-2047"/>
                    <a:pt x="720047" y="-3295"/>
                    <a:pt x="740036" y="-4288"/>
                  </a:cubicBezTo>
                  <a:cubicBezTo>
                    <a:pt x="760194" y="-5290"/>
                    <a:pt x="780007" y="-5605"/>
                    <a:pt x="800005" y="-5490"/>
                  </a:cubicBezTo>
                  <a:cubicBezTo>
                    <a:pt x="820271" y="-5372"/>
                    <a:pt x="840138" y="-4391"/>
                    <a:pt x="860158" y="-2850"/>
                  </a:cubicBezTo>
                  <a:cubicBezTo>
                    <a:pt x="880367" y="-1295"/>
                    <a:pt x="900179" y="626"/>
                    <a:pt x="920176" y="2549"/>
                  </a:cubicBezTo>
                  <a:cubicBezTo>
                    <a:pt x="940264" y="4480"/>
                    <a:pt x="960029" y="5727"/>
                    <a:pt x="980008" y="6383"/>
                  </a:cubicBezTo>
                  <a:cubicBezTo>
                    <a:pt x="1000210" y="7047"/>
                    <a:pt x="1020050" y="6698"/>
                    <a:pt x="1040060" y="5822"/>
                  </a:cubicBezTo>
                  <a:cubicBezTo>
                    <a:pt x="1061790" y="4870"/>
                    <a:pt x="1083082" y="3544"/>
                    <a:pt x="1104636" y="2272"/>
                  </a:cubicBezTo>
                  <a:cubicBezTo>
                    <a:pt x="1123801" y="1141"/>
                    <a:pt x="1136136" y="7158"/>
                    <a:pt x="1141874" y="20480"/>
                  </a:cubicBezTo>
                  <a:cubicBezTo>
                    <a:pt x="1149890" y="39092"/>
                    <a:pt x="1148200" y="59559"/>
                    <a:pt x="1146826" y="80024"/>
                  </a:cubicBezTo>
                  <a:cubicBezTo>
                    <a:pt x="1145474" y="100161"/>
                    <a:pt x="1145497" y="119993"/>
                    <a:pt x="1145447" y="140002"/>
                  </a:cubicBezTo>
                  <a:cubicBezTo>
                    <a:pt x="1145396" y="160183"/>
                    <a:pt x="1145162" y="180001"/>
                    <a:pt x="1144982" y="200001"/>
                  </a:cubicBezTo>
                  <a:cubicBezTo>
                    <a:pt x="1144826" y="217324"/>
                    <a:pt x="1142512" y="233896"/>
                    <a:pt x="1137920" y="250046"/>
                  </a:cubicBezTo>
                  <a:cubicBezTo>
                    <a:pt x="1132510" y="269073"/>
                    <a:pt x="1120072" y="279779"/>
                    <a:pt x="1103189" y="283413"/>
                  </a:cubicBezTo>
                  <a:cubicBezTo>
                    <a:pt x="1083360" y="287681"/>
                    <a:pt x="1063315" y="284891"/>
                    <a:pt x="1043156" y="282368"/>
                  </a:cubicBezTo>
                  <a:cubicBezTo>
                    <a:pt x="1023129" y="279861"/>
                    <a:pt x="1003328" y="278917"/>
                    <a:pt x="983327" y="278417"/>
                  </a:cubicBezTo>
                  <a:cubicBezTo>
                    <a:pt x="963139" y="277912"/>
                    <a:pt x="943312" y="278040"/>
                    <a:pt x="923308" y="278566"/>
                  </a:cubicBezTo>
                  <a:cubicBezTo>
                    <a:pt x="903075" y="279098"/>
                    <a:pt x="883230" y="280199"/>
                    <a:pt x="863219" y="281596"/>
                  </a:cubicBezTo>
                  <a:cubicBezTo>
                    <a:pt x="843068" y="283004"/>
                    <a:pt x="823277" y="284332"/>
                    <a:pt x="803289" y="285415"/>
                  </a:cubicBezTo>
                  <a:cubicBezTo>
                    <a:pt x="783128" y="286506"/>
                    <a:pt x="763312" y="287259"/>
                    <a:pt x="743312" y="287932"/>
                  </a:cubicBezTo>
                  <a:cubicBezTo>
                    <a:pt x="723072" y="288614"/>
                    <a:pt x="703216" y="289636"/>
                    <a:pt x="683200" y="291072"/>
                  </a:cubicBezTo>
                  <a:cubicBezTo>
                    <a:pt x="663025" y="292519"/>
                    <a:pt x="643227" y="294137"/>
                    <a:pt x="623236" y="295628"/>
                  </a:cubicBezTo>
                  <a:cubicBezTo>
                    <a:pt x="603113" y="297129"/>
                    <a:pt x="583322" y="297900"/>
                    <a:pt x="563333" y="298117"/>
                  </a:cubicBezTo>
                  <a:cubicBezTo>
                    <a:pt x="543140" y="298336"/>
                    <a:pt x="523312" y="297903"/>
                    <a:pt x="503308" y="297256"/>
                  </a:cubicBezTo>
                  <a:cubicBezTo>
                    <a:pt x="483122" y="296603"/>
                    <a:pt x="463302" y="295824"/>
                    <a:pt x="443301" y="295018"/>
                  </a:cubicBezTo>
                  <a:cubicBezTo>
                    <a:pt x="423135" y="294205"/>
                    <a:pt x="403324" y="293585"/>
                    <a:pt x="383327" y="293143"/>
                  </a:cubicBezTo>
                  <a:cubicBezTo>
                    <a:pt x="363072" y="292696"/>
                    <a:pt x="343206" y="291853"/>
                    <a:pt x="323187" y="290428"/>
                  </a:cubicBezTo>
                  <a:cubicBezTo>
                    <a:pt x="302927" y="288987"/>
                    <a:pt x="283087" y="286929"/>
                    <a:pt x="263078" y="284697"/>
                  </a:cubicBezTo>
                  <a:cubicBezTo>
                    <a:pt x="243000" y="282458"/>
                    <a:pt x="223249" y="280673"/>
                    <a:pt x="203276" y="279366"/>
                  </a:cubicBezTo>
                  <a:cubicBezTo>
                    <a:pt x="183139" y="278048"/>
                    <a:pt x="163331" y="277552"/>
                    <a:pt x="143333" y="277445"/>
                  </a:cubicBezTo>
                  <a:cubicBezTo>
                    <a:pt x="123148" y="277337"/>
                    <a:pt x="103325" y="277625"/>
                    <a:pt x="83323" y="278039"/>
                  </a:cubicBezTo>
                  <a:cubicBezTo>
                    <a:pt x="56449" y="278594"/>
                    <a:pt x="5628" y="293304"/>
                    <a:pt x="5518" y="266424"/>
                  </a:cubicBezTo>
                  <a:close/>
                </a:path>
              </a:pathLst>
            </a:custGeom>
            <a:solidFill>
              <a:srgbClr val="E9FAFC"/>
            </a:solidFill>
            <a:ln w="10000" cap="flat">
              <a:solidFill>
                <a:srgbClr val="E9FAFC"/>
              </a:solidFill>
              <a:round/>
            </a:ln>
          </p:spPr>
          <p:txBody>
            <a:bodyPr anchor="ctr" lIns="0" wrap="none" rtlCol="0" rIns="0" tIns="0" bIns="11000"/>
            <a:lstStyle/>
            <a:p>
              <a:pPr algn="ctr">
                <a:lnSpc>
                  <a:spcPct val="100000"/>
                </a:lnSpc>
              </a:pPr>
              <a:r>
                <a:rPr sz="1400">
                  <a:solidFill>
                    <a:srgbClr val="454545"/>
                  </a:solidFill>
                  <a:latin typeface="標楷體"/>
                </a:rPr>
                <a:t>視覺化分析</a:t>
              </a:r>
            </a:p>
          </p:txBody>
        </p:sp>
        <p:grpSp>
          <p:nvGrpSpPr>
            <p:cNvPr id="466" name="Group 466"/>
            <p:cNvGrpSpPr/>
            <p:nvPr/>
          </p:nvGrpSpPr>
          <p:grpSpPr>
            <a:xfrm>
              <a:off x="974024" y="4200939"/>
              <a:ext cy="1232122" cx="4629138"/>
              <a:chOff x="974024" y="4200939"/>
              <a:chExt cy="1232122" cx="4629138"/>
            </a:xfrm>
          </p:grpSpPr>
          <p:sp>
            <p:nvSpPr>
              <p:cNvPr id="380" name="SubTopic"/>
              <p:cNvSpPr/>
              <p:nvPr/>
            </p:nvSpPr>
            <p:spPr>
              <a:xfrm>
                <a:off x="974024" y="4200939"/>
                <a:ext cy="1232122" cx="4629138"/>
              </a:xfrm>
              <a:custGeom>
                <a:avLst/>
                <a:gdLst/>
                <a:ahLst/>
                <a:cxnLst/>
                <a:pathLst>
                  <a:path w="4629138" stroke="false" h="1232122">
                    <a:moveTo>
                      <a:pt x="0" y="0"/>
                    </a:moveTo>
                    <a:lnTo>
                      <a:pt x="60000" y="3559"/>
                    </a:lnTo>
                    <a:lnTo>
                      <a:pt x="120000" y="3153"/>
                    </a:lnTo>
                    <a:lnTo>
                      <a:pt x="180000" y="2404"/>
                    </a:lnTo>
                    <a:lnTo>
                      <a:pt x="240000" y="2060"/>
                    </a:lnTo>
                    <a:lnTo>
                      <a:pt x="300000" y="-123"/>
                    </a:lnTo>
                    <a:lnTo>
                      <a:pt x="360000" y="-3287"/>
                    </a:lnTo>
                    <a:lnTo>
                      <a:pt x="420000" y="-3849"/>
                    </a:lnTo>
                    <a:lnTo>
                      <a:pt x="480000" y="-610"/>
                    </a:lnTo>
                    <a:lnTo>
                      <a:pt x="540000" y="2087"/>
                    </a:lnTo>
                    <a:lnTo>
                      <a:pt x="600000" y="2807"/>
                    </a:lnTo>
                    <a:lnTo>
                      <a:pt x="660000" y="829"/>
                    </a:lnTo>
                    <a:lnTo>
                      <a:pt x="720000" y="-3591"/>
                    </a:lnTo>
                    <a:lnTo>
                      <a:pt x="780000" y="-5982"/>
                    </a:lnTo>
                    <a:lnTo>
                      <a:pt x="840000" y="-4870"/>
                    </a:lnTo>
                    <a:lnTo>
                      <a:pt x="900000" y="699"/>
                    </a:lnTo>
                    <a:lnTo>
                      <a:pt x="960000" y="6301"/>
                    </a:lnTo>
                    <a:lnTo>
                      <a:pt x="1020000" y="7118"/>
                    </a:lnTo>
                    <a:lnTo>
                      <a:pt x="1080000" y="3636"/>
                    </a:lnTo>
                    <a:lnTo>
                      <a:pt x="1140000" y="-1238"/>
                    </a:lnTo>
                    <a:lnTo>
                      <a:pt x="1200000" y="-2793"/>
                    </a:lnTo>
                    <a:lnTo>
                      <a:pt x="1260000" y="-2499"/>
                    </a:lnTo>
                    <a:lnTo>
                      <a:pt x="1320000" y="-1730"/>
                    </a:lnTo>
                    <a:lnTo>
                      <a:pt x="1380000" y="-1379"/>
                    </a:lnTo>
                    <a:lnTo>
                      <a:pt x="1440000" y="-573"/>
                    </a:lnTo>
                    <a:lnTo>
                      <a:pt x="1500000" y="3318"/>
                    </a:lnTo>
                    <a:lnTo>
                      <a:pt x="1560000" y="7991"/>
                    </a:lnTo>
                    <a:lnTo>
                      <a:pt x="1620000" y="8968"/>
                    </a:lnTo>
                    <a:lnTo>
                      <a:pt x="1680000" y="6698"/>
                    </a:lnTo>
                    <a:lnTo>
                      <a:pt x="1740000" y="2050"/>
                    </a:lnTo>
                    <a:lnTo>
                      <a:pt x="1800000" y="-630"/>
                    </a:lnTo>
                    <a:lnTo>
                      <a:pt x="1860000" y="-2565"/>
                    </a:lnTo>
                    <a:lnTo>
                      <a:pt x="1920000" y="-7661"/>
                    </a:lnTo>
                    <a:lnTo>
                      <a:pt x="1980000" y="-11750"/>
                    </a:lnTo>
                    <a:lnTo>
                      <a:pt x="2040000" y="-11359"/>
                    </a:lnTo>
                    <a:lnTo>
                      <a:pt x="2100000" y="-9156"/>
                    </a:lnTo>
                    <a:lnTo>
                      <a:pt x="2160000" y="-6738"/>
                    </a:lnTo>
                    <a:lnTo>
                      <a:pt x="2220000" y="-5774"/>
                    </a:lnTo>
                    <a:lnTo>
                      <a:pt x="2280000" y="-351"/>
                    </a:lnTo>
                    <a:lnTo>
                      <a:pt x="2340000" y="6481"/>
                    </a:lnTo>
                    <a:lnTo>
                      <a:pt x="2400000" y="9422"/>
                    </a:lnTo>
                    <a:lnTo>
                      <a:pt x="2460000" y="9111"/>
                    </a:lnTo>
                    <a:lnTo>
                      <a:pt x="2520000" y="7721"/>
                    </a:lnTo>
                    <a:lnTo>
                      <a:pt x="2580000" y="5519"/>
                    </a:lnTo>
                    <a:lnTo>
                      <a:pt x="2640000" y="5275"/>
                    </a:lnTo>
                    <a:lnTo>
                      <a:pt x="2700000" y="4465"/>
                    </a:lnTo>
                    <a:lnTo>
                      <a:pt x="2760000" y="1524"/>
                    </a:lnTo>
                    <a:lnTo>
                      <a:pt x="2820000" y="208"/>
                    </a:lnTo>
                    <a:lnTo>
                      <a:pt x="2880000" y="-1696"/>
                    </a:lnTo>
                    <a:lnTo>
                      <a:pt x="2940000" y="-5990"/>
                    </a:lnTo>
                    <a:lnTo>
                      <a:pt x="3000000" y="-8223"/>
                    </a:lnTo>
                    <a:lnTo>
                      <a:pt x="3060000" y="-7851"/>
                    </a:lnTo>
                    <a:lnTo>
                      <a:pt x="3120000" y="-6932"/>
                    </a:lnTo>
                    <a:lnTo>
                      <a:pt x="3180000" y="-6666"/>
                    </a:lnTo>
                    <a:lnTo>
                      <a:pt x="3240000" y="-5594"/>
                    </a:lnTo>
                    <a:lnTo>
                      <a:pt x="3300000" y="-1244"/>
                    </a:lnTo>
                    <a:lnTo>
                      <a:pt x="3360000" y="1771"/>
                    </a:lnTo>
                    <a:lnTo>
                      <a:pt x="3420000" y="2152"/>
                    </a:lnTo>
                    <a:lnTo>
                      <a:pt x="3480000" y="-2699"/>
                    </a:lnTo>
                    <a:lnTo>
                      <a:pt x="3540000" y="-8425"/>
                    </a:lnTo>
                    <a:lnTo>
                      <a:pt x="3600000" y="-10191"/>
                    </a:lnTo>
                    <a:lnTo>
                      <a:pt x="3660000" y="-8652"/>
                    </a:lnTo>
                    <a:lnTo>
                      <a:pt x="3720000" y="-5748"/>
                    </a:lnTo>
                    <a:lnTo>
                      <a:pt x="3780000" y="-4589"/>
                    </a:lnTo>
                    <a:lnTo>
                      <a:pt x="3840000" y="-4963"/>
                    </a:lnTo>
                    <a:lnTo>
                      <a:pt x="3900000" y="-6693"/>
                    </a:lnTo>
                    <a:lnTo>
                      <a:pt x="3960000" y="-8793"/>
                    </a:lnTo>
                    <a:lnTo>
                      <a:pt x="4020000" y="-9129"/>
                    </a:lnTo>
                    <a:lnTo>
                      <a:pt x="4080000" y="-6556"/>
                    </a:lnTo>
                    <a:lnTo>
                      <a:pt x="4140000" y="-4491"/>
                    </a:lnTo>
                    <a:lnTo>
                      <a:pt x="4200000" y="-3580"/>
                    </a:lnTo>
                    <a:lnTo>
                      <a:pt x="4260000" y="-1775"/>
                    </a:lnTo>
                    <a:lnTo>
                      <a:pt x="4320000" y="1578"/>
                    </a:lnTo>
                    <a:lnTo>
                      <a:pt x="4380000" y="2585"/>
                    </a:lnTo>
                    <a:lnTo>
                      <a:pt x="4440000" y="2963"/>
                    </a:lnTo>
                    <a:lnTo>
                      <a:pt x="4500000" y="5068"/>
                    </a:lnTo>
                    <a:lnTo>
                      <a:pt x="4560000" y="7805"/>
                    </a:lnTo>
                    <a:lnTo>
                      <a:pt x="4620599" y="0"/>
                    </a:lnTo>
                    <a:lnTo>
                      <a:pt x="4621987" y="60000"/>
                    </a:lnTo>
                    <a:lnTo>
                      <a:pt x="4623425" y="120000"/>
                    </a:lnTo>
                    <a:lnTo>
                      <a:pt x="4624268" y="180000"/>
                    </a:lnTo>
                    <a:lnTo>
                      <a:pt x="4623083" y="240000"/>
                    </a:lnTo>
                    <a:lnTo>
                      <a:pt x="4620135" y="300000"/>
                    </a:lnTo>
                    <a:lnTo>
                      <a:pt x="4617266" y="360000"/>
                    </a:lnTo>
                    <a:lnTo>
                      <a:pt x="4618246" y="420000"/>
                    </a:lnTo>
                    <a:lnTo>
                      <a:pt x="4623751" y="480000"/>
                    </a:lnTo>
                    <a:lnTo>
                      <a:pt x="4628958" y="540000"/>
                    </a:lnTo>
                    <a:lnTo>
                      <a:pt x="4629825" y="600000"/>
                    </a:lnTo>
                    <a:lnTo>
                      <a:pt x="4626727" y="660000"/>
                    </a:lnTo>
                    <a:lnTo>
                      <a:pt x="4621656" y="720000"/>
                    </a:lnTo>
                    <a:lnTo>
                      <a:pt x="4618675" y="780000"/>
                    </a:lnTo>
                    <a:lnTo>
                      <a:pt x="4622619" y="840000"/>
                    </a:lnTo>
                    <a:lnTo>
                      <a:pt x="4631920" y="900000"/>
                    </a:lnTo>
                    <a:lnTo>
                      <a:pt x="4639862" y="960000"/>
                    </a:lnTo>
                    <a:lnTo>
                      <a:pt x="4638808" y="1020000"/>
                    </a:lnTo>
                    <a:lnTo>
                      <a:pt x="4631844" y="1080000"/>
                    </a:lnTo>
                    <a:lnTo>
                      <a:pt x="4625595" y="1140000"/>
                    </a:lnTo>
                    <a:lnTo>
                      <a:pt x="4623922" y="1200000"/>
                    </a:lnTo>
                    <a:lnTo>
                      <a:pt x="4599138" y="1226484"/>
                    </a:lnTo>
                    <a:lnTo>
                      <a:pt x="4539138" y="1227279"/>
                    </a:lnTo>
                    <a:lnTo>
                      <a:pt x="4479138" y="1228087"/>
                    </a:lnTo>
                    <a:lnTo>
                      <a:pt x="4419138" y="1228393"/>
                    </a:lnTo>
                    <a:lnTo>
                      <a:pt x="4359138" y="1229167"/>
                    </a:lnTo>
                    <a:lnTo>
                      <a:pt x="4299138" y="1230005"/>
                    </a:lnTo>
                    <a:lnTo>
                      <a:pt x="4239138" y="1230442"/>
                    </a:lnTo>
                    <a:lnTo>
                      <a:pt x="4179138" y="1232437"/>
                    </a:lnTo>
                    <a:lnTo>
                      <a:pt x="4119138" y="1235250"/>
                    </a:lnTo>
                    <a:lnTo>
                      <a:pt x="4059138" y="1235949"/>
                    </a:lnTo>
                    <a:lnTo>
                      <a:pt x="3999138" y="1233817"/>
                    </a:lnTo>
                    <a:lnTo>
                      <a:pt x="3939138" y="1229808"/>
                    </a:lnTo>
                    <a:lnTo>
                      <a:pt x="3879138" y="1227233"/>
                    </a:lnTo>
                    <a:lnTo>
                      <a:pt x="3819138" y="1229950"/>
                    </a:lnTo>
                    <a:lnTo>
                      <a:pt x="3759138" y="1233993"/>
                    </a:lnTo>
                    <a:lnTo>
                      <a:pt x="3699138" y="1235028"/>
                    </a:lnTo>
                    <a:lnTo>
                      <a:pt x="3639138" y="1235569"/>
                    </a:lnTo>
                    <a:lnTo>
                      <a:pt x="3579138" y="1237894"/>
                    </a:lnTo>
                    <a:lnTo>
                      <a:pt x="3519138" y="1240264"/>
                    </a:lnTo>
                    <a:lnTo>
                      <a:pt x="3459138" y="1240558"/>
                    </a:lnTo>
                    <a:lnTo>
                      <a:pt x="3399138" y="1236312"/>
                    </a:lnTo>
                    <a:lnTo>
                      <a:pt x="3339138" y="1229376"/>
                    </a:lnTo>
                    <a:lnTo>
                      <a:pt x="3279138" y="1225837"/>
                    </a:lnTo>
                    <a:lnTo>
                      <a:pt x="3219138" y="1225356"/>
                    </a:lnTo>
                    <a:lnTo>
                      <a:pt x="3159138" y="1222834"/>
                    </a:lnTo>
                    <a:lnTo>
                      <a:pt x="3099138" y="1219836"/>
                    </a:lnTo>
                    <a:lnTo>
                      <a:pt x="3039138" y="1220701"/>
                    </a:lnTo>
                    <a:lnTo>
                      <a:pt x="2979138" y="1224866"/>
                    </a:lnTo>
                    <a:lnTo>
                      <a:pt x="2919138" y="1228358"/>
                    </a:lnTo>
                    <a:lnTo>
                      <a:pt x="2859138" y="1229172"/>
                    </a:lnTo>
                    <a:lnTo>
                      <a:pt x="2799138" y="1229818"/>
                    </a:lnTo>
                    <a:lnTo>
                      <a:pt x="2739138" y="1231200"/>
                    </a:lnTo>
                    <a:lnTo>
                      <a:pt x="2679138" y="1231235"/>
                    </a:lnTo>
                    <a:lnTo>
                      <a:pt x="2619138" y="1233397"/>
                    </a:lnTo>
                    <a:lnTo>
                      <a:pt x="2559138" y="1236379"/>
                    </a:lnTo>
                    <a:lnTo>
                      <a:pt x="2499138" y="1238299"/>
                    </a:lnTo>
                    <a:lnTo>
                      <a:pt x="2439138" y="1237099"/>
                    </a:lnTo>
                    <a:lnTo>
                      <a:pt x="2379138" y="1231649"/>
                    </a:lnTo>
                    <a:lnTo>
                      <a:pt x="2319138" y="1226054"/>
                    </a:lnTo>
                    <a:lnTo>
                      <a:pt x="2259138" y="1224600"/>
                    </a:lnTo>
                    <a:lnTo>
                      <a:pt x="2199138" y="1225907"/>
                    </a:lnTo>
                    <a:lnTo>
                      <a:pt x="2139138" y="1226224"/>
                    </a:lnTo>
                    <a:lnTo>
                      <a:pt x="2079138" y="1226215"/>
                    </a:lnTo>
                    <a:lnTo>
                      <a:pt x="2019138" y="1225597"/>
                    </a:lnTo>
                    <a:lnTo>
                      <a:pt x="1959138" y="1223621"/>
                    </a:lnTo>
                    <a:lnTo>
                      <a:pt x="1899138" y="1222053"/>
                    </a:lnTo>
                    <a:lnTo>
                      <a:pt x="1839138" y="1223711"/>
                    </a:lnTo>
                    <a:lnTo>
                      <a:pt x="1779138" y="1231383"/>
                    </a:lnTo>
                    <a:lnTo>
                      <a:pt x="1719138" y="1237706"/>
                    </a:lnTo>
                    <a:lnTo>
                      <a:pt x="1659138" y="1239121"/>
                    </a:lnTo>
                    <a:lnTo>
                      <a:pt x="1599138" y="1240394"/>
                    </a:lnTo>
                    <a:lnTo>
                      <a:pt x="1539138" y="1240103"/>
                    </a:lnTo>
                    <a:lnTo>
                      <a:pt x="1479138" y="1238947"/>
                    </a:lnTo>
                    <a:lnTo>
                      <a:pt x="1419138" y="1236689"/>
                    </a:lnTo>
                    <a:lnTo>
                      <a:pt x="1359138" y="1231185"/>
                    </a:lnTo>
                    <a:lnTo>
                      <a:pt x="1299138" y="1227798"/>
                    </a:lnTo>
                    <a:lnTo>
                      <a:pt x="1239138" y="1227641"/>
                    </a:lnTo>
                    <a:lnTo>
                      <a:pt x="1179138" y="1228526"/>
                    </a:lnTo>
                    <a:lnTo>
                      <a:pt x="1119138" y="1230657"/>
                    </a:lnTo>
                    <a:lnTo>
                      <a:pt x="1059138" y="1230994"/>
                    </a:lnTo>
                    <a:lnTo>
                      <a:pt x="999138" y="1229883"/>
                    </a:lnTo>
                    <a:lnTo>
                      <a:pt x="939138" y="1230518"/>
                    </a:lnTo>
                    <a:lnTo>
                      <a:pt x="879138" y="1231336"/>
                    </a:lnTo>
                    <a:lnTo>
                      <a:pt x="819138" y="1231693"/>
                    </a:lnTo>
                    <a:lnTo>
                      <a:pt x="759138" y="1233532"/>
                    </a:lnTo>
                    <a:lnTo>
                      <a:pt x="699138" y="1235376"/>
                    </a:lnTo>
                    <a:lnTo>
                      <a:pt x="639138" y="1234642"/>
                    </a:lnTo>
                    <a:lnTo>
                      <a:pt x="579138" y="1230344"/>
                    </a:lnTo>
                    <a:lnTo>
                      <a:pt x="519138" y="1227827"/>
                    </a:lnTo>
                    <a:lnTo>
                      <a:pt x="459138" y="1227480"/>
                    </a:lnTo>
                    <a:lnTo>
                      <a:pt x="399138" y="1227305"/>
                    </a:lnTo>
                    <a:lnTo>
                      <a:pt x="339138" y="1229694"/>
                    </a:lnTo>
                    <a:lnTo>
                      <a:pt x="279138" y="1231578"/>
                    </a:lnTo>
                    <a:lnTo>
                      <a:pt x="219138" y="1232299"/>
                    </a:lnTo>
                    <a:lnTo>
                      <a:pt x="159138" y="1232845"/>
                    </a:lnTo>
                    <a:lnTo>
                      <a:pt x="99138" y="1231746"/>
                    </a:lnTo>
                    <a:lnTo>
                      <a:pt x="39138" y="1232068"/>
                    </a:lnTo>
                    <a:lnTo>
                      <a:pt x="-1902" y="1202122"/>
                    </a:lnTo>
                    <a:lnTo>
                      <a:pt x="-2644" y="1142122"/>
                    </a:lnTo>
                    <a:lnTo>
                      <a:pt x="-2573" y="1082122"/>
                    </a:lnTo>
                    <a:lnTo>
                      <a:pt x="1007" y="1022122"/>
                    </a:lnTo>
                    <a:lnTo>
                      <a:pt x="6765" y="962122"/>
                    </a:lnTo>
                    <a:lnTo>
                      <a:pt x="9208" y="902122"/>
                    </a:lnTo>
                    <a:lnTo>
                      <a:pt x="10354" y="842122"/>
                    </a:lnTo>
                    <a:lnTo>
                      <a:pt x="11057" y="782122"/>
                    </a:lnTo>
                    <a:lnTo>
                      <a:pt x="9932" y="722122"/>
                    </a:lnTo>
                    <a:lnTo>
                      <a:pt x="7892" y="662122"/>
                    </a:lnTo>
                    <a:lnTo>
                      <a:pt x="123" y="602122"/>
                    </a:lnTo>
                    <a:lnTo>
                      <a:pt x="-7208" y="542122"/>
                    </a:lnTo>
                    <a:lnTo>
                      <a:pt x="-8742" y="482122"/>
                    </a:lnTo>
                    <a:lnTo>
                      <a:pt x="-6912" y="422122"/>
                    </a:lnTo>
                    <a:lnTo>
                      <a:pt x="-3700" y="362122"/>
                    </a:lnTo>
                    <a:lnTo>
                      <a:pt x="-1417" y="302122"/>
                    </a:lnTo>
                    <a:lnTo>
                      <a:pt x="-2655" y="242122"/>
                    </a:lnTo>
                    <a:lnTo>
                      <a:pt x="-3109" y="182122"/>
                    </a:lnTo>
                    <a:lnTo>
                      <a:pt x="-2149" y="122122"/>
                    </a:lnTo>
                    <a:lnTo>
                      <a:pt x="-1081" y="62122"/>
                    </a:lnTo>
                    <a:lnTo>
                      <a:pt x="0" y="0"/>
                    </a:lnTo>
                    <a:close/>
                  </a:path>
                </a:pathLst>
              </a:custGeom>
              <a:solidFill>
                <a:srgbClr val="E9FAFC"/>
              </a:solidFill>
              <a:ln w="10000" cap="flat">
                <a:solidFill>
                  <a:srgbClr val="E9FAFC"/>
                </a:solidFill>
                <a:round/>
              </a:ln>
            </p:spPr>
          </p:sp>
          <p:pic>
            <p:nvPicPr>
              <p:cNvPr id="387" name="Image"/>
              <p:cNvPicPr>
                <a:picLocks noChangeAspect="1"/>
              </p:cNvPicPr>
              <p:nvPr/>
            </p:nvPicPr>
            <p:blipFill>
              <a:blip r:embed="rId3"/>
              <a:stretch>
                <a:fillRect/>
              </a:stretch>
            </p:blipFill>
            <p:spPr>
              <a:xfrm>
                <a:off x="1064024" y="4231939"/>
                <a:ext cy="1192122" cx="4479138"/>
              </a:xfrm>
              <a:prstGeom prst="rect">
                <a:avLst/>
              </a:prstGeom>
            </p:spPr>
          </p:pic>
        </p:grpSp>
        <p:grpSp>
          <p:nvGrpSpPr>
            <p:cNvPr id="467" name="Group 467"/>
            <p:cNvGrpSpPr/>
            <p:nvPr/>
          </p:nvGrpSpPr>
          <p:grpSpPr>
            <a:xfrm>
              <a:off x="974024" y="2849753"/>
              <a:ext cy="1231186" cx="2644585"/>
              <a:chOff x="974024" y="2849753"/>
              <a:chExt cy="1231186" cx="2644585"/>
            </a:xfrm>
          </p:grpSpPr>
          <p:sp>
            <p:nvSpPr>
              <p:cNvPr id="383" name="SubTopic"/>
              <p:cNvSpPr/>
              <p:nvPr/>
            </p:nvSpPr>
            <p:spPr>
              <a:xfrm>
                <a:off x="974024" y="2849753"/>
                <a:ext cy="1231186" cx="2644585"/>
              </a:xfrm>
              <a:custGeom>
                <a:avLst/>
                <a:gdLst/>
                <a:ahLst/>
                <a:cxnLst/>
                <a:pathLst>
                  <a:path w="2644585" stroke="false" h="1231186">
                    <a:moveTo>
                      <a:pt x="0" y="0"/>
                    </a:moveTo>
                    <a:lnTo>
                      <a:pt x="60000" y="3559"/>
                    </a:lnTo>
                    <a:lnTo>
                      <a:pt x="120000" y="3153"/>
                    </a:lnTo>
                    <a:lnTo>
                      <a:pt x="180000" y="2404"/>
                    </a:lnTo>
                    <a:lnTo>
                      <a:pt x="240000" y="2060"/>
                    </a:lnTo>
                    <a:lnTo>
                      <a:pt x="300000" y="-123"/>
                    </a:lnTo>
                    <a:lnTo>
                      <a:pt x="360000" y="-3287"/>
                    </a:lnTo>
                    <a:lnTo>
                      <a:pt x="420000" y="-3849"/>
                    </a:lnTo>
                    <a:lnTo>
                      <a:pt x="480000" y="-610"/>
                    </a:lnTo>
                    <a:lnTo>
                      <a:pt x="540000" y="2087"/>
                    </a:lnTo>
                    <a:lnTo>
                      <a:pt x="600000" y="2807"/>
                    </a:lnTo>
                    <a:lnTo>
                      <a:pt x="660000" y="829"/>
                    </a:lnTo>
                    <a:lnTo>
                      <a:pt x="720000" y="-3591"/>
                    </a:lnTo>
                    <a:lnTo>
                      <a:pt x="780000" y="-5982"/>
                    </a:lnTo>
                    <a:lnTo>
                      <a:pt x="840000" y="-4870"/>
                    </a:lnTo>
                    <a:lnTo>
                      <a:pt x="900000" y="699"/>
                    </a:lnTo>
                    <a:lnTo>
                      <a:pt x="960000" y="6301"/>
                    </a:lnTo>
                    <a:lnTo>
                      <a:pt x="1020000" y="7118"/>
                    </a:lnTo>
                    <a:lnTo>
                      <a:pt x="1080000" y="3636"/>
                    </a:lnTo>
                    <a:lnTo>
                      <a:pt x="1140000" y="-1238"/>
                    </a:lnTo>
                    <a:lnTo>
                      <a:pt x="1200000" y="-2793"/>
                    </a:lnTo>
                    <a:lnTo>
                      <a:pt x="1260000" y="-2499"/>
                    </a:lnTo>
                    <a:lnTo>
                      <a:pt x="1320000" y="-1730"/>
                    </a:lnTo>
                    <a:lnTo>
                      <a:pt x="1380000" y="-1379"/>
                    </a:lnTo>
                    <a:lnTo>
                      <a:pt x="1440000" y="-573"/>
                    </a:lnTo>
                    <a:lnTo>
                      <a:pt x="1500000" y="3318"/>
                    </a:lnTo>
                    <a:lnTo>
                      <a:pt x="1560000" y="7991"/>
                    </a:lnTo>
                    <a:lnTo>
                      <a:pt x="1620000" y="8968"/>
                    </a:lnTo>
                    <a:lnTo>
                      <a:pt x="1680000" y="6698"/>
                    </a:lnTo>
                    <a:lnTo>
                      <a:pt x="1740000" y="2050"/>
                    </a:lnTo>
                    <a:lnTo>
                      <a:pt x="1800000" y="-630"/>
                    </a:lnTo>
                    <a:lnTo>
                      <a:pt x="1860000" y="-2565"/>
                    </a:lnTo>
                    <a:lnTo>
                      <a:pt x="1920000" y="-7661"/>
                    </a:lnTo>
                    <a:lnTo>
                      <a:pt x="1980000" y="-11750"/>
                    </a:lnTo>
                    <a:lnTo>
                      <a:pt x="2040000" y="-11359"/>
                    </a:lnTo>
                    <a:lnTo>
                      <a:pt x="2100000" y="-9156"/>
                    </a:lnTo>
                    <a:lnTo>
                      <a:pt x="2160000" y="-6738"/>
                    </a:lnTo>
                    <a:lnTo>
                      <a:pt x="2220000" y="-5774"/>
                    </a:lnTo>
                    <a:lnTo>
                      <a:pt x="2280000" y="-351"/>
                    </a:lnTo>
                    <a:lnTo>
                      <a:pt x="2340000" y="6481"/>
                    </a:lnTo>
                    <a:lnTo>
                      <a:pt x="2400000" y="9422"/>
                    </a:lnTo>
                    <a:lnTo>
                      <a:pt x="2460000" y="9111"/>
                    </a:lnTo>
                    <a:lnTo>
                      <a:pt x="2520000" y="7721"/>
                    </a:lnTo>
                    <a:lnTo>
                      <a:pt x="2580000" y="5519"/>
                    </a:lnTo>
                    <a:lnTo>
                      <a:pt x="2639310" y="0"/>
                    </a:lnTo>
                    <a:lnTo>
                      <a:pt x="2640120" y="60000"/>
                    </a:lnTo>
                    <a:lnTo>
                      <a:pt x="2643061" y="120000"/>
                    </a:lnTo>
                    <a:lnTo>
                      <a:pt x="2644377" y="180000"/>
                    </a:lnTo>
                    <a:lnTo>
                      <a:pt x="2646281" y="240000"/>
                    </a:lnTo>
                    <a:lnTo>
                      <a:pt x="2650575" y="300000"/>
                    </a:lnTo>
                    <a:lnTo>
                      <a:pt x="2652808" y="360000"/>
                    </a:lnTo>
                    <a:lnTo>
                      <a:pt x="2652436" y="420000"/>
                    </a:lnTo>
                    <a:lnTo>
                      <a:pt x="2651518" y="480000"/>
                    </a:lnTo>
                    <a:lnTo>
                      <a:pt x="2651252" y="540000"/>
                    </a:lnTo>
                    <a:lnTo>
                      <a:pt x="2650180" y="600000"/>
                    </a:lnTo>
                    <a:lnTo>
                      <a:pt x="2645829" y="660000"/>
                    </a:lnTo>
                    <a:lnTo>
                      <a:pt x="2642814" y="720000"/>
                    </a:lnTo>
                    <a:lnTo>
                      <a:pt x="2642433" y="780000"/>
                    </a:lnTo>
                    <a:lnTo>
                      <a:pt x="2647285" y="840000"/>
                    </a:lnTo>
                    <a:lnTo>
                      <a:pt x="2653010" y="900000"/>
                    </a:lnTo>
                    <a:lnTo>
                      <a:pt x="2654776" y="960000"/>
                    </a:lnTo>
                    <a:lnTo>
                      <a:pt x="2653238" y="1020000"/>
                    </a:lnTo>
                    <a:lnTo>
                      <a:pt x="2650333" y="1080000"/>
                    </a:lnTo>
                    <a:lnTo>
                      <a:pt x="2649174" y="1140000"/>
                    </a:lnTo>
                    <a:lnTo>
                      <a:pt x="2649548" y="1200000"/>
                    </a:lnTo>
                    <a:lnTo>
                      <a:pt x="2614585" y="1237879"/>
                    </a:lnTo>
                    <a:lnTo>
                      <a:pt x="2554585" y="1239979"/>
                    </a:lnTo>
                    <a:lnTo>
                      <a:pt x="2494585" y="1240315"/>
                    </a:lnTo>
                    <a:lnTo>
                      <a:pt x="2434585" y="1237742"/>
                    </a:lnTo>
                    <a:lnTo>
                      <a:pt x="2374585" y="1235677"/>
                    </a:lnTo>
                    <a:lnTo>
                      <a:pt x="2314585" y="1234766"/>
                    </a:lnTo>
                    <a:lnTo>
                      <a:pt x="2254585" y="1232961"/>
                    </a:lnTo>
                    <a:lnTo>
                      <a:pt x="2194585" y="1229608"/>
                    </a:lnTo>
                    <a:lnTo>
                      <a:pt x="2134585" y="1228601"/>
                    </a:lnTo>
                    <a:lnTo>
                      <a:pt x="2074585" y="1228223"/>
                    </a:lnTo>
                    <a:lnTo>
                      <a:pt x="2014585" y="1226118"/>
                    </a:lnTo>
                    <a:lnTo>
                      <a:pt x="1954585" y="1223381"/>
                    </a:lnTo>
                    <a:lnTo>
                      <a:pt x="1894585" y="1222647"/>
                    </a:lnTo>
                    <a:lnTo>
                      <a:pt x="1834585" y="1224035"/>
                    </a:lnTo>
                    <a:lnTo>
                      <a:pt x="1774585" y="1225473"/>
                    </a:lnTo>
                    <a:lnTo>
                      <a:pt x="1714585" y="1226315"/>
                    </a:lnTo>
                    <a:lnTo>
                      <a:pt x="1654585" y="1225130"/>
                    </a:lnTo>
                    <a:lnTo>
                      <a:pt x="1594585" y="1222183"/>
                    </a:lnTo>
                    <a:lnTo>
                      <a:pt x="1534585" y="1219313"/>
                    </a:lnTo>
                    <a:lnTo>
                      <a:pt x="1474585" y="1220293"/>
                    </a:lnTo>
                    <a:lnTo>
                      <a:pt x="1414585" y="1225799"/>
                    </a:lnTo>
                    <a:lnTo>
                      <a:pt x="1354585" y="1231006"/>
                    </a:lnTo>
                    <a:lnTo>
                      <a:pt x="1294585" y="1231872"/>
                    </a:lnTo>
                    <a:lnTo>
                      <a:pt x="1234585" y="1228775"/>
                    </a:lnTo>
                    <a:lnTo>
                      <a:pt x="1174585" y="1223704"/>
                    </a:lnTo>
                    <a:lnTo>
                      <a:pt x="1114585" y="1220723"/>
                    </a:lnTo>
                    <a:lnTo>
                      <a:pt x="1054585" y="1224667"/>
                    </a:lnTo>
                    <a:lnTo>
                      <a:pt x="994585" y="1233968"/>
                    </a:lnTo>
                    <a:lnTo>
                      <a:pt x="934585" y="1241910"/>
                    </a:lnTo>
                    <a:lnTo>
                      <a:pt x="874585" y="1240856"/>
                    </a:lnTo>
                    <a:lnTo>
                      <a:pt x="814585" y="1233891"/>
                    </a:lnTo>
                    <a:lnTo>
                      <a:pt x="754585" y="1227643"/>
                    </a:lnTo>
                    <a:lnTo>
                      <a:pt x="694585" y="1225970"/>
                    </a:lnTo>
                    <a:lnTo>
                      <a:pt x="634585" y="1225548"/>
                    </a:lnTo>
                    <a:lnTo>
                      <a:pt x="574585" y="1226343"/>
                    </a:lnTo>
                    <a:lnTo>
                      <a:pt x="514585" y="1227151"/>
                    </a:lnTo>
                    <a:lnTo>
                      <a:pt x="454585" y="1227457"/>
                    </a:lnTo>
                    <a:lnTo>
                      <a:pt x="394585" y="1228231"/>
                    </a:lnTo>
                    <a:lnTo>
                      <a:pt x="334585" y="1229069"/>
                    </a:lnTo>
                    <a:lnTo>
                      <a:pt x="274585" y="1229505"/>
                    </a:lnTo>
                    <a:lnTo>
                      <a:pt x="214585" y="1231501"/>
                    </a:lnTo>
                    <a:lnTo>
                      <a:pt x="154585" y="1234314"/>
                    </a:lnTo>
                    <a:lnTo>
                      <a:pt x="94585" y="1235013"/>
                    </a:lnTo>
                    <a:lnTo>
                      <a:pt x="34585" y="1232881"/>
                    </a:lnTo>
                    <a:lnTo>
                      <a:pt x="2314" y="1201186"/>
                    </a:lnTo>
                    <a:lnTo>
                      <a:pt x="4889" y="1141186"/>
                    </a:lnTo>
                    <a:lnTo>
                      <a:pt x="2172" y="1081186"/>
                    </a:lnTo>
                    <a:lnTo>
                      <a:pt x="-1871" y="1021186"/>
                    </a:lnTo>
                    <a:lnTo>
                      <a:pt x="-2906" y="961186"/>
                    </a:lnTo>
                    <a:lnTo>
                      <a:pt x="-3447" y="901186"/>
                    </a:lnTo>
                    <a:lnTo>
                      <a:pt x="-5772" y="841186"/>
                    </a:lnTo>
                    <a:lnTo>
                      <a:pt x="-8142" y="781186"/>
                    </a:lnTo>
                    <a:lnTo>
                      <a:pt x="-8436" y="721186"/>
                    </a:lnTo>
                    <a:lnTo>
                      <a:pt x="-4190" y="661186"/>
                    </a:lnTo>
                    <a:lnTo>
                      <a:pt x="2746" y="601186"/>
                    </a:lnTo>
                    <a:lnTo>
                      <a:pt x="6285" y="541186"/>
                    </a:lnTo>
                    <a:lnTo>
                      <a:pt x="6766" y="481186"/>
                    </a:lnTo>
                    <a:lnTo>
                      <a:pt x="9288" y="421186"/>
                    </a:lnTo>
                    <a:lnTo>
                      <a:pt x="12286" y="361186"/>
                    </a:lnTo>
                    <a:lnTo>
                      <a:pt x="11421" y="301186"/>
                    </a:lnTo>
                    <a:lnTo>
                      <a:pt x="7257" y="241186"/>
                    </a:lnTo>
                    <a:lnTo>
                      <a:pt x="3764" y="181186"/>
                    </a:lnTo>
                    <a:lnTo>
                      <a:pt x="2950" y="121186"/>
                    </a:lnTo>
                    <a:lnTo>
                      <a:pt x="2304" y="61186"/>
                    </a:lnTo>
                    <a:lnTo>
                      <a:pt x="0" y="0"/>
                    </a:lnTo>
                    <a:close/>
                  </a:path>
                </a:pathLst>
              </a:custGeom>
              <a:solidFill>
                <a:srgbClr val="E9FAFC"/>
              </a:solidFill>
              <a:ln w="10000" cap="flat">
                <a:solidFill>
                  <a:srgbClr val="E9FAFC"/>
                </a:solidFill>
                <a:round/>
              </a:ln>
            </p:spPr>
          </p:sp>
          <p:pic>
            <p:nvPicPr>
              <p:cNvPr id="385" name="Image"/>
              <p:cNvPicPr>
                <a:picLocks noChangeAspect="1"/>
              </p:cNvPicPr>
              <p:nvPr/>
            </p:nvPicPr>
            <p:blipFill>
              <a:blip r:embed="rId4"/>
              <a:stretch>
                <a:fillRect/>
              </a:stretch>
            </p:blipFill>
            <p:spPr>
              <a:xfrm>
                <a:off x="1064024" y="2880753"/>
                <a:ext cy="1191186" cx="2494585"/>
              </a:xfrm>
              <a:prstGeom prst="rect">
                <a:avLst/>
              </a:prstGeom>
            </p:spPr>
          </p:pic>
        </p:grpSp>
        <p:sp>
          <p:nvSpPr>
            <p:cNvPr id="390" name="SubTopic"/>
            <p:cNvSpPr/>
            <p:nvPr/>
          </p:nvSpPr>
          <p:spPr>
            <a:xfrm>
              <a:off x="1576024" y="5553061"/>
              <a:ext cy="286667" cx="3010000"/>
            </a:xfrm>
            <a:custGeom>
              <a:avLst/>
              <a:gdLst>
                <a:gd fmla="*/ 83000 w 3010000" name="rtl"/>
                <a:gd fmla="*/ 39000 h 286667" name="rtt"/>
                <a:gd fmla="*/ 2923000 w 3010000" name="rtr"/>
                <a:gd fmla="*/ 265667 h 286667" name="rtb"/>
              </a:gdLst>
              <a:ahLst/>
              <a:cxnLst/>
              <a:rect r="rtr" b="rtb" l="rtl" t="rtt"/>
              <a:pathLst>
                <a:path w="3010000" h="286667">
                  <a:moveTo>
                    <a:pt x="11657" y="9332"/>
                  </a:moveTo>
                  <a:cubicBezTo>
                    <a:pt x="14076" y="7262"/>
                    <a:pt x="16948" y="5647"/>
                    <a:pt x="20276" y="4484"/>
                  </a:cubicBezTo>
                  <a:cubicBezTo>
                    <a:pt x="39388" y="-2196"/>
                    <a:pt x="59689" y="612"/>
                    <a:pt x="80031" y="2327"/>
                  </a:cubicBezTo>
                  <a:cubicBezTo>
                    <a:pt x="100145" y="4023"/>
                    <a:pt x="119987" y="3545"/>
                    <a:pt x="140006" y="3060"/>
                  </a:cubicBezTo>
                  <a:cubicBezTo>
                    <a:pt x="160180" y="2571"/>
                    <a:pt x="180000" y="2404"/>
                    <a:pt x="200001" y="2286"/>
                  </a:cubicBezTo>
                  <a:cubicBezTo>
                    <a:pt x="220193" y="2167"/>
                    <a:pt x="240020" y="1830"/>
                    <a:pt x="260024" y="1255"/>
                  </a:cubicBezTo>
                  <a:cubicBezTo>
                    <a:pt x="280224" y="675"/>
                    <a:pt x="300051" y="-202"/>
                    <a:pt x="320054" y="-1204"/>
                  </a:cubicBezTo>
                  <a:cubicBezTo>
                    <a:pt x="340209" y="-2213"/>
                    <a:pt x="360011" y="-2950"/>
                    <a:pt x="380003" y="-3362"/>
                  </a:cubicBezTo>
                  <a:cubicBezTo>
                    <a:pt x="400208" y="-3777"/>
                    <a:pt x="420044" y="-3444"/>
                    <a:pt x="440052" y="-2637"/>
                  </a:cubicBezTo>
                  <a:cubicBezTo>
                    <a:pt x="460236" y="-1823"/>
                    <a:pt x="480047" y="-755"/>
                    <a:pt x="500043" y="238"/>
                  </a:cubicBezTo>
                  <a:cubicBezTo>
                    <a:pt x="520199" y="1238"/>
                    <a:pt x="540008" y="1867"/>
                    <a:pt x="560004" y="2255"/>
                  </a:cubicBezTo>
                  <a:cubicBezTo>
                    <a:pt x="580191" y="2647"/>
                    <a:pt x="600016" y="2517"/>
                    <a:pt x="620019" y="2053"/>
                  </a:cubicBezTo>
                  <a:cubicBezTo>
                    <a:pt x="640248" y="1584"/>
                    <a:pt x="660092" y="581"/>
                    <a:pt x="680103" y="-729"/>
                  </a:cubicBezTo>
                  <a:cubicBezTo>
                    <a:pt x="700255" y="-2047"/>
                    <a:pt x="720047" y="-3295"/>
                    <a:pt x="740036" y="-4288"/>
                  </a:cubicBezTo>
                  <a:cubicBezTo>
                    <a:pt x="760194" y="-5290"/>
                    <a:pt x="780007" y="-5605"/>
                    <a:pt x="800005" y="-5490"/>
                  </a:cubicBezTo>
                  <a:cubicBezTo>
                    <a:pt x="820271" y="-5372"/>
                    <a:pt x="840138" y="-4391"/>
                    <a:pt x="860158" y="-2850"/>
                  </a:cubicBezTo>
                  <a:cubicBezTo>
                    <a:pt x="880367" y="-1295"/>
                    <a:pt x="900179" y="626"/>
                    <a:pt x="920176" y="2549"/>
                  </a:cubicBezTo>
                  <a:cubicBezTo>
                    <a:pt x="940264" y="4480"/>
                    <a:pt x="960029" y="5727"/>
                    <a:pt x="980008" y="6383"/>
                  </a:cubicBezTo>
                  <a:cubicBezTo>
                    <a:pt x="1000210" y="7047"/>
                    <a:pt x="1020050" y="6698"/>
                    <a:pt x="1040060" y="5822"/>
                  </a:cubicBezTo>
                  <a:cubicBezTo>
                    <a:pt x="1060288" y="4936"/>
                    <a:pt x="1080122" y="3542"/>
                    <a:pt x="1100129" y="1978"/>
                  </a:cubicBezTo>
                  <a:cubicBezTo>
                    <a:pt x="1120254" y="404"/>
                    <a:pt x="1140034" y="-811"/>
                    <a:pt x="1160018" y="-1614"/>
                  </a:cubicBezTo>
                  <a:cubicBezTo>
                    <a:pt x="1180182" y="-2424"/>
                    <a:pt x="1200000" y="-2646"/>
                    <a:pt x="1220000" y="-2651"/>
                  </a:cubicBezTo>
                  <a:cubicBezTo>
                    <a:pt x="1240182" y="-2651"/>
                    <a:pt x="1260002" y="-2470"/>
                    <a:pt x="1280003" y="-2235"/>
                  </a:cubicBezTo>
                  <a:cubicBezTo>
                    <a:pt x="1300182" y="-1997"/>
                    <a:pt x="1320001" y="-1789"/>
                    <a:pt x="1340001" y="-1633"/>
                  </a:cubicBezTo>
                  <a:cubicBezTo>
                    <a:pt x="1360182" y="-1476"/>
                    <a:pt x="1380003" y="-1312"/>
                    <a:pt x="1400003" y="-1088"/>
                  </a:cubicBezTo>
                  <a:cubicBezTo>
                    <a:pt x="1420224" y="-860"/>
                    <a:pt x="1440067" y="-203"/>
                    <a:pt x="1460077" y="849"/>
                  </a:cubicBezTo>
                  <a:cubicBezTo>
                    <a:pt x="1480290" y="1912"/>
                    <a:pt x="1500117" y="3352"/>
                    <a:pt x="1520120" y="4889"/>
                  </a:cubicBezTo>
                  <a:cubicBezTo>
                    <a:pt x="1540243" y="6436"/>
                    <a:pt x="1560024" y="7529"/>
                    <a:pt x="1580009" y="8163"/>
                  </a:cubicBezTo>
                  <a:cubicBezTo>
                    <a:pt x="1600193" y="8803"/>
                    <a:pt x="1620021" y="8656"/>
                    <a:pt x="1640025" y="8112"/>
                  </a:cubicBezTo>
                  <a:cubicBezTo>
                    <a:pt x="1660258" y="7562"/>
                    <a:pt x="1680103" y="6464"/>
                    <a:pt x="1700114" y="5069"/>
                  </a:cubicBezTo>
                  <a:cubicBezTo>
                    <a:pt x="1720265" y="3664"/>
                    <a:pt x="1740056" y="2335"/>
                    <a:pt x="1760045" y="1252"/>
                  </a:cubicBezTo>
                  <a:cubicBezTo>
                    <a:pt x="1780206" y="160"/>
                    <a:pt x="1800021" y="-592"/>
                    <a:pt x="1820021" y="-1266"/>
                  </a:cubicBezTo>
                  <a:cubicBezTo>
                    <a:pt x="1840261" y="-1948"/>
                    <a:pt x="1860117" y="-2970"/>
                    <a:pt x="1880133" y="-4405"/>
                  </a:cubicBezTo>
                  <a:cubicBezTo>
                    <a:pt x="1900308" y="-5852"/>
                    <a:pt x="1920106" y="-7470"/>
                    <a:pt x="1940097" y="-8961"/>
                  </a:cubicBezTo>
                  <a:cubicBezTo>
                    <a:pt x="1960221" y="-10462"/>
                    <a:pt x="1980012" y="-11233"/>
                    <a:pt x="2000001" y="-11450"/>
                  </a:cubicBezTo>
                  <a:cubicBezTo>
                    <a:pt x="2020193" y="-11670"/>
                    <a:pt x="2040021" y="-11236"/>
                    <a:pt x="2060026" y="-10589"/>
                  </a:cubicBezTo>
                  <a:cubicBezTo>
                    <a:pt x="2080212" y="-9936"/>
                    <a:pt x="2100032" y="-9157"/>
                    <a:pt x="2120033" y="-8351"/>
                  </a:cubicBezTo>
                  <a:cubicBezTo>
                    <a:pt x="2140199" y="-7539"/>
                    <a:pt x="2160009" y="-6918"/>
                    <a:pt x="2180006" y="-6476"/>
                  </a:cubicBezTo>
                  <a:cubicBezTo>
                    <a:pt x="2200262" y="-6029"/>
                    <a:pt x="2220127" y="-5186"/>
                    <a:pt x="2240146" y="-3762"/>
                  </a:cubicBezTo>
                  <a:cubicBezTo>
                    <a:pt x="2260406" y="-2321"/>
                    <a:pt x="2280246" y="-263"/>
                    <a:pt x="2300255" y="1969"/>
                  </a:cubicBezTo>
                  <a:cubicBezTo>
                    <a:pt x="2320334" y="4209"/>
                    <a:pt x="2340085" y="5993"/>
                    <a:pt x="2360057" y="7301"/>
                  </a:cubicBezTo>
                  <a:cubicBezTo>
                    <a:pt x="2380194" y="8619"/>
                    <a:pt x="2400003" y="9115"/>
                    <a:pt x="2420000" y="9222"/>
                  </a:cubicBezTo>
                  <a:cubicBezTo>
                    <a:pt x="2440186" y="9329"/>
                    <a:pt x="2460008" y="9042"/>
                    <a:pt x="2480010" y="8628"/>
                  </a:cubicBezTo>
                  <a:cubicBezTo>
                    <a:pt x="2500200" y="8210"/>
                    <a:pt x="2520024" y="7637"/>
                    <a:pt x="2540026" y="6959"/>
                  </a:cubicBezTo>
                  <a:cubicBezTo>
                    <a:pt x="2560194" y="6276"/>
                    <a:pt x="2580005" y="5777"/>
                    <a:pt x="2600001" y="5525"/>
                  </a:cubicBezTo>
                  <a:cubicBezTo>
                    <a:pt x="2620181" y="5270"/>
                    <a:pt x="2640002" y="5157"/>
                    <a:pt x="2660003" y="4963"/>
                  </a:cubicBezTo>
                  <a:cubicBezTo>
                    <a:pt x="2680206" y="4768"/>
                    <a:pt x="2700039" y="4222"/>
                    <a:pt x="2720044" y="3404"/>
                  </a:cubicBezTo>
                  <a:cubicBezTo>
                    <a:pt x="2740212" y="2579"/>
                    <a:pt x="2760018" y="1771"/>
                    <a:pt x="2780012" y="1170"/>
                  </a:cubicBezTo>
                  <a:cubicBezTo>
                    <a:pt x="2800193" y="563"/>
                    <a:pt x="2820016" y="90"/>
                    <a:pt x="2840019" y="-469"/>
                  </a:cubicBezTo>
                  <a:cubicBezTo>
                    <a:pt x="2860242" y="-1034"/>
                    <a:pt x="2880085" y="-1974"/>
                    <a:pt x="2900096" y="-3223"/>
                  </a:cubicBezTo>
                  <a:cubicBezTo>
                    <a:pt x="2920250" y="-4480"/>
                    <a:pt x="2940043" y="-5686"/>
                    <a:pt x="2960032" y="-6631"/>
                  </a:cubicBezTo>
                  <a:cubicBezTo>
                    <a:pt x="2979917" y="-7572"/>
                    <a:pt x="2994379" y="-1112"/>
                    <a:pt x="3003745" y="12742"/>
                  </a:cubicBezTo>
                  <a:cubicBezTo>
                    <a:pt x="3015089" y="29522"/>
                    <a:pt x="3017232" y="49618"/>
                    <a:pt x="3017424" y="70004"/>
                  </a:cubicBezTo>
                  <a:cubicBezTo>
                    <a:pt x="3017613" y="90183"/>
                    <a:pt x="3017208" y="110001"/>
                    <a:pt x="3016944" y="130001"/>
                  </a:cubicBezTo>
                  <a:cubicBezTo>
                    <a:pt x="3016678" y="150183"/>
                    <a:pt x="3016523" y="170004"/>
                    <a:pt x="3016259" y="190006"/>
                  </a:cubicBezTo>
                  <a:cubicBezTo>
                    <a:pt x="3015993" y="210155"/>
                    <a:pt x="3013835" y="229690"/>
                    <a:pt x="3009827" y="249144"/>
                  </a:cubicBezTo>
                  <a:cubicBezTo>
                    <a:pt x="3005876" y="268318"/>
                    <a:pt x="2995516" y="279777"/>
                    <a:pt x="2979807" y="284067"/>
                  </a:cubicBezTo>
                  <a:cubicBezTo>
                    <a:pt x="2960297" y="289394"/>
                    <a:pt x="2940185" y="287127"/>
                    <a:pt x="2919972" y="285605"/>
                  </a:cubicBezTo>
                  <a:cubicBezTo>
                    <a:pt x="2899781" y="284085"/>
                    <a:pt x="2879906" y="284836"/>
                    <a:pt x="2859876" y="286226"/>
                  </a:cubicBezTo>
                  <a:cubicBezTo>
                    <a:pt x="2839653" y="287628"/>
                    <a:pt x="2819824" y="289410"/>
                    <a:pt x="2799820" y="291297"/>
                  </a:cubicBezTo>
                  <a:cubicBezTo>
                    <a:pt x="2779721" y="293193"/>
                    <a:pt x="2759955" y="294599"/>
                    <a:pt x="2739977" y="295517"/>
                  </a:cubicBezTo>
                  <a:cubicBezTo>
                    <a:pt x="2719812" y="296443"/>
                    <a:pt x="2699991" y="296544"/>
                    <a:pt x="2679989" y="296246"/>
                  </a:cubicBezTo>
                  <a:cubicBezTo>
                    <a:pt x="2659787" y="295944"/>
                    <a:pt x="2639959" y="295214"/>
                    <a:pt x="2619955" y="294318"/>
                  </a:cubicBezTo>
                  <a:cubicBezTo>
                    <a:pt x="2599791" y="293415"/>
                    <a:pt x="2579985" y="292652"/>
                    <a:pt x="2559991" y="292108"/>
                  </a:cubicBezTo>
                  <a:cubicBezTo>
                    <a:pt x="2553294" y="291926"/>
                    <a:pt x="2546636" y="291787"/>
                    <a:pt x="2539998" y="291683"/>
                  </a:cubicBezTo>
                  <a:cubicBezTo>
                    <a:pt x="2513121" y="291263"/>
                    <a:pt x="2486877" y="291323"/>
                    <a:pt x="2460002" y="291813"/>
                  </a:cubicBezTo>
                  <a:cubicBezTo>
                    <a:pt x="2453336" y="291935"/>
                    <a:pt x="2446670" y="292081"/>
                    <a:pt x="2439984" y="292245"/>
                  </a:cubicBezTo>
                  <a:cubicBezTo>
                    <a:pt x="2419798" y="292742"/>
                    <a:pt x="2399977" y="293380"/>
                    <a:pt x="2379976" y="294066"/>
                  </a:cubicBezTo>
                  <a:cubicBezTo>
                    <a:pt x="2359807" y="294757"/>
                    <a:pt x="2339996" y="295237"/>
                    <a:pt x="2319999" y="295498"/>
                  </a:cubicBezTo>
                  <a:cubicBezTo>
                    <a:pt x="2299802" y="295761"/>
                    <a:pt x="2279972" y="295479"/>
                    <a:pt x="2259967" y="294834"/>
                  </a:cubicBezTo>
                  <a:cubicBezTo>
                    <a:pt x="2239786" y="294184"/>
                    <a:pt x="2219972" y="293347"/>
                    <a:pt x="2199975" y="292578"/>
                  </a:cubicBezTo>
                  <a:cubicBezTo>
                    <a:pt x="2179807" y="291804"/>
                    <a:pt x="2159993" y="291279"/>
                    <a:pt x="2139995" y="290893"/>
                  </a:cubicBezTo>
                  <a:cubicBezTo>
                    <a:pt x="2119809" y="290504"/>
                    <a:pt x="2099986" y="290112"/>
                    <a:pt x="2079983" y="289599"/>
                  </a:cubicBezTo>
                  <a:cubicBezTo>
                    <a:pt x="2059778" y="289080"/>
                    <a:pt x="2039946" y="288274"/>
                    <a:pt x="2019941" y="287268"/>
                  </a:cubicBezTo>
                  <a:cubicBezTo>
                    <a:pt x="1999784" y="286254"/>
                    <a:pt x="1979984" y="285410"/>
                    <a:pt x="1959992" y="284861"/>
                  </a:cubicBezTo>
                  <a:cubicBezTo>
                    <a:pt x="1939819" y="284308"/>
                    <a:pt x="1920000" y="284099"/>
                    <a:pt x="1899999" y="283958"/>
                  </a:cubicBezTo>
                  <a:cubicBezTo>
                    <a:pt x="1879807" y="283815"/>
                    <a:pt x="1859981" y="283484"/>
                    <a:pt x="1839978" y="282928"/>
                  </a:cubicBezTo>
                  <a:cubicBezTo>
                    <a:pt x="1819784" y="282368"/>
                    <a:pt x="1799961" y="281561"/>
                    <a:pt x="1779959" y="280675"/>
                  </a:cubicBezTo>
                  <a:cubicBezTo>
                    <a:pt x="1759797" y="279782"/>
                    <a:pt x="1739991" y="279118"/>
                    <a:pt x="1719996" y="278703"/>
                  </a:cubicBezTo>
                  <a:cubicBezTo>
                    <a:pt x="1699815" y="278284"/>
                    <a:pt x="1679992" y="278341"/>
                    <a:pt x="1659991" y="278659"/>
                  </a:cubicBezTo>
                  <a:cubicBezTo>
                    <a:pt x="1639807" y="278979"/>
                    <a:pt x="1619988" y="279479"/>
                    <a:pt x="1599988" y="279981"/>
                  </a:cubicBezTo>
                  <a:cubicBezTo>
                    <a:pt x="1579812" y="280487"/>
                    <a:pt x="1559995" y="280885"/>
                    <a:pt x="1539996" y="281212"/>
                  </a:cubicBezTo>
                  <a:cubicBezTo>
                    <a:pt x="1519815" y="281542"/>
                    <a:pt x="1499994" y="281560"/>
                    <a:pt x="1479994" y="281323"/>
                  </a:cubicBezTo>
                  <a:cubicBezTo>
                    <a:pt x="1459791" y="281085"/>
                    <a:pt x="1439960" y="280439"/>
                    <a:pt x="1419954" y="279572"/>
                  </a:cubicBezTo>
                  <a:cubicBezTo>
                    <a:pt x="1399770" y="278698"/>
                    <a:pt x="1379953" y="277706"/>
                    <a:pt x="1359954" y="276721"/>
                  </a:cubicBezTo>
                  <a:cubicBezTo>
                    <a:pt x="1339796" y="275729"/>
                    <a:pt x="1319991" y="275261"/>
                    <a:pt x="1299996" y="275275"/>
                  </a:cubicBezTo>
                  <a:cubicBezTo>
                    <a:pt x="1279732" y="275275"/>
                    <a:pt x="1259865" y="276240"/>
                    <a:pt x="1239845" y="277767"/>
                  </a:cubicBezTo>
                  <a:cubicBezTo>
                    <a:pt x="1219648" y="279308"/>
                    <a:pt x="1199841" y="281166"/>
                    <a:pt x="1179846" y="282982"/>
                  </a:cubicBezTo>
                  <a:cubicBezTo>
                    <a:pt x="1159748" y="284808"/>
                    <a:pt x="1139974" y="285974"/>
                    <a:pt x="1119992" y="286607"/>
                  </a:cubicBezTo>
                  <a:cubicBezTo>
                    <a:pt x="1099796" y="287246"/>
                    <a:pt x="1079960" y="286963"/>
                    <a:pt x="1059953" y="286195"/>
                  </a:cubicBezTo>
                  <a:cubicBezTo>
                    <a:pt x="1039715" y="285418"/>
                    <a:pt x="1019872" y="284084"/>
                    <a:pt x="999862" y="282505"/>
                  </a:cubicBezTo>
                  <a:cubicBezTo>
                    <a:pt x="979720" y="280915"/>
                    <a:pt x="959933" y="279472"/>
                    <a:pt x="939946" y="278286"/>
                  </a:cubicBezTo>
                  <a:cubicBezTo>
                    <a:pt x="919761" y="277089"/>
                    <a:pt x="899932" y="277001"/>
                    <a:pt x="879929" y="277782"/>
                  </a:cubicBezTo>
                  <a:cubicBezTo>
                    <a:pt x="859524" y="278578"/>
                    <a:pt x="839595" y="280690"/>
                    <a:pt x="819549" y="283464"/>
                  </a:cubicBezTo>
                  <a:cubicBezTo>
                    <a:pt x="799386" y="286255"/>
                    <a:pt x="779621" y="289238"/>
                    <a:pt x="759642" y="292054"/>
                  </a:cubicBezTo>
                  <a:cubicBezTo>
                    <a:pt x="739663" y="294870"/>
                    <a:pt x="719951" y="296335"/>
                    <a:pt x="699996" y="296692"/>
                  </a:cubicBezTo>
                  <a:cubicBezTo>
                    <a:pt x="679684" y="297054"/>
                    <a:pt x="659785" y="295802"/>
                    <a:pt x="639750" y="293830"/>
                  </a:cubicBezTo>
                  <a:cubicBezTo>
                    <a:pt x="619558" y="291844"/>
                    <a:pt x="599767" y="289542"/>
                    <a:pt x="579778" y="287335"/>
                  </a:cubicBezTo>
                  <a:cubicBezTo>
                    <a:pt x="559713" y="285120"/>
                    <a:pt x="539955" y="283650"/>
                    <a:pt x="519979" y="282739"/>
                  </a:cubicBezTo>
                  <a:cubicBezTo>
                    <a:pt x="499819" y="281818"/>
                    <a:pt x="480000" y="281502"/>
                    <a:pt x="459999" y="281321"/>
                  </a:cubicBezTo>
                  <a:cubicBezTo>
                    <a:pt x="439818" y="281139"/>
                    <a:pt x="419998" y="281163"/>
                    <a:pt x="399997" y="281338"/>
                  </a:cubicBezTo>
                  <a:cubicBezTo>
                    <a:pt x="379816" y="281514"/>
                    <a:pt x="359996" y="281799"/>
                    <a:pt x="339996" y="282083"/>
                  </a:cubicBezTo>
                  <a:cubicBezTo>
                    <a:pt x="319818" y="282370"/>
                    <a:pt x="299999" y="282573"/>
                    <a:pt x="279999" y="282714"/>
                  </a:cubicBezTo>
                  <a:cubicBezTo>
                    <a:pt x="259818" y="282857"/>
                    <a:pt x="239998" y="283007"/>
                    <a:pt x="219997" y="283219"/>
                  </a:cubicBezTo>
                  <a:cubicBezTo>
                    <a:pt x="199816" y="283434"/>
                    <a:pt x="179996" y="283707"/>
                    <a:pt x="159996" y="283989"/>
                  </a:cubicBezTo>
                  <a:cubicBezTo>
                    <a:pt x="139817" y="284273"/>
                    <a:pt x="119999" y="284501"/>
                    <a:pt x="99999" y="284679"/>
                  </a:cubicBezTo>
                  <a:cubicBezTo>
                    <a:pt x="79706" y="284860"/>
                    <a:pt x="59780" y="285151"/>
                    <a:pt x="39671" y="285605"/>
                  </a:cubicBezTo>
                  <a:cubicBezTo>
                    <a:pt x="20399" y="286040"/>
                    <a:pt x="7888" y="279657"/>
                    <a:pt x="1888" y="266109"/>
                  </a:cubicBezTo>
                  <a:cubicBezTo>
                    <a:pt x="-6317" y="247582"/>
                    <a:pt x="-5089" y="227120"/>
                    <a:pt x="-4121" y="206655"/>
                  </a:cubicBezTo>
                  <a:cubicBezTo>
                    <a:pt x="-3167" y="186486"/>
                    <a:pt x="-3218" y="166654"/>
                    <a:pt x="-2897" y="146648"/>
                  </a:cubicBezTo>
                  <a:cubicBezTo>
                    <a:pt x="-2573" y="126425"/>
                    <a:pt x="-1561" y="106588"/>
                    <a:pt x="-316" y="86580"/>
                  </a:cubicBezTo>
                  <a:cubicBezTo>
                    <a:pt x="1353" y="59752"/>
                    <a:pt x="-8765" y="26810"/>
                    <a:pt x="11657" y="9332"/>
                  </a:cubicBezTo>
                  <a:close/>
                </a:path>
              </a:pathLst>
            </a:custGeom>
            <a:solidFill>
              <a:srgbClr val="E9FAFC"/>
            </a:solidFill>
            <a:ln w="10000" cap="flat">
              <a:solidFill>
                <a:srgbClr val="E9FAFC"/>
              </a:solidFill>
              <a:round/>
            </a:ln>
          </p:spPr>
          <p:txBody>
            <a:bodyPr anchor="ctr" lIns="0" wrap="none" rtlCol="0" rIns="0" tIns="0" bIns="11000"/>
            <a:lstStyle/>
            <a:p>
              <a:pPr algn="ctr">
                <a:lnSpc>
                  <a:spcPct val="100000"/>
                </a:lnSpc>
              </a:pPr>
              <a:r>
                <a:rPr sz="1400">
                  <a:solidFill>
                    <a:srgbClr val="454545"/>
                  </a:solidFill>
                  <a:latin typeface="標楷體"/>
                </a:rPr>
                <a:t>每一片段依輸出類別，以色塊顯示</a:t>
              </a:r>
            </a:p>
          </p:txBody>
        </p:sp>
        <p:sp>
          <p:nvSpPr>
            <p:cNvPr id="394" name="SubTopic"/>
            <p:cNvSpPr/>
            <p:nvPr/>
          </p:nvSpPr>
          <p:spPr>
            <a:xfrm>
              <a:off x="1576024" y="5959728"/>
              <a:ext cy="493333" cx="3584655"/>
            </a:xfrm>
            <a:custGeom>
              <a:avLst/>
              <a:gdLst>
                <a:gd fmla="*/ 83000 w 3584655" name="rtl"/>
                <a:gd fmla="*/ 39000 h 493333" name="rtt"/>
                <a:gd fmla="*/ 3537583 w 3584655" name="rtr"/>
                <a:gd fmla="*/ 492333 h 493333" name="rtb"/>
              </a:gdLst>
              <a:ahLst/>
              <a:cxnLst/>
              <a:rect r="rtr" b="rtb" l="rtl" t="rtt"/>
              <a:pathLst>
                <a:path w="3584655" stroke="false" h="493333">
                  <a:moveTo>
                    <a:pt x="0" y="0"/>
                  </a:moveTo>
                  <a:lnTo>
                    <a:pt x="60000" y="3559"/>
                  </a:lnTo>
                  <a:lnTo>
                    <a:pt x="120000" y="3153"/>
                  </a:lnTo>
                  <a:lnTo>
                    <a:pt x="180000" y="2404"/>
                  </a:lnTo>
                  <a:lnTo>
                    <a:pt x="240000" y="2060"/>
                  </a:lnTo>
                  <a:lnTo>
                    <a:pt x="300000" y="-123"/>
                  </a:lnTo>
                  <a:lnTo>
                    <a:pt x="360000" y="-3287"/>
                  </a:lnTo>
                  <a:lnTo>
                    <a:pt x="420000" y="-3849"/>
                  </a:lnTo>
                  <a:lnTo>
                    <a:pt x="480000" y="-610"/>
                  </a:lnTo>
                  <a:lnTo>
                    <a:pt x="540000" y="2087"/>
                  </a:lnTo>
                  <a:lnTo>
                    <a:pt x="600000" y="2807"/>
                  </a:lnTo>
                  <a:lnTo>
                    <a:pt x="660000" y="829"/>
                  </a:lnTo>
                  <a:lnTo>
                    <a:pt x="720000" y="-3591"/>
                  </a:lnTo>
                  <a:lnTo>
                    <a:pt x="780000" y="-5982"/>
                  </a:lnTo>
                  <a:lnTo>
                    <a:pt x="840000" y="-4870"/>
                  </a:lnTo>
                  <a:lnTo>
                    <a:pt x="900000" y="699"/>
                  </a:lnTo>
                  <a:lnTo>
                    <a:pt x="960000" y="6301"/>
                  </a:lnTo>
                  <a:lnTo>
                    <a:pt x="1020000" y="7118"/>
                  </a:lnTo>
                  <a:lnTo>
                    <a:pt x="1080000" y="3636"/>
                  </a:lnTo>
                  <a:lnTo>
                    <a:pt x="1140000" y="-1238"/>
                  </a:lnTo>
                  <a:lnTo>
                    <a:pt x="1200000" y="-2793"/>
                  </a:lnTo>
                  <a:lnTo>
                    <a:pt x="1260000" y="-2499"/>
                  </a:lnTo>
                  <a:lnTo>
                    <a:pt x="1320000" y="-1730"/>
                  </a:lnTo>
                  <a:lnTo>
                    <a:pt x="1380000" y="-1379"/>
                  </a:lnTo>
                  <a:lnTo>
                    <a:pt x="1440000" y="-573"/>
                  </a:lnTo>
                  <a:lnTo>
                    <a:pt x="1500000" y="3318"/>
                  </a:lnTo>
                  <a:lnTo>
                    <a:pt x="1560000" y="7991"/>
                  </a:lnTo>
                  <a:lnTo>
                    <a:pt x="1620000" y="8968"/>
                  </a:lnTo>
                  <a:lnTo>
                    <a:pt x="1680000" y="6698"/>
                  </a:lnTo>
                  <a:lnTo>
                    <a:pt x="1740000" y="2050"/>
                  </a:lnTo>
                  <a:lnTo>
                    <a:pt x="1800000" y="-630"/>
                  </a:lnTo>
                  <a:lnTo>
                    <a:pt x="1860000" y="-2565"/>
                  </a:lnTo>
                  <a:lnTo>
                    <a:pt x="1920000" y="-7661"/>
                  </a:lnTo>
                  <a:lnTo>
                    <a:pt x="1980000" y="-11750"/>
                  </a:lnTo>
                  <a:lnTo>
                    <a:pt x="2040000" y="-11359"/>
                  </a:lnTo>
                  <a:lnTo>
                    <a:pt x="2100000" y="-9156"/>
                  </a:lnTo>
                  <a:lnTo>
                    <a:pt x="2160000" y="-6738"/>
                  </a:lnTo>
                  <a:lnTo>
                    <a:pt x="2220000" y="-5774"/>
                  </a:lnTo>
                  <a:lnTo>
                    <a:pt x="2280000" y="-351"/>
                  </a:lnTo>
                  <a:lnTo>
                    <a:pt x="2340000" y="6481"/>
                  </a:lnTo>
                  <a:lnTo>
                    <a:pt x="2400000" y="9422"/>
                  </a:lnTo>
                  <a:lnTo>
                    <a:pt x="2460000" y="9111"/>
                  </a:lnTo>
                  <a:lnTo>
                    <a:pt x="2520000" y="7721"/>
                  </a:lnTo>
                  <a:lnTo>
                    <a:pt x="2580000" y="5519"/>
                  </a:lnTo>
                  <a:lnTo>
                    <a:pt x="2640000" y="5275"/>
                  </a:lnTo>
                  <a:lnTo>
                    <a:pt x="2700000" y="4465"/>
                  </a:lnTo>
                  <a:lnTo>
                    <a:pt x="2760000" y="1524"/>
                  </a:lnTo>
                  <a:lnTo>
                    <a:pt x="2820000" y="208"/>
                  </a:lnTo>
                  <a:lnTo>
                    <a:pt x="2880000" y="-1696"/>
                  </a:lnTo>
                  <a:lnTo>
                    <a:pt x="2940000" y="-5990"/>
                  </a:lnTo>
                  <a:lnTo>
                    <a:pt x="3000000" y="-8223"/>
                  </a:lnTo>
                  <a:lnTo>
                    <a:pt x="3060000" y="-7851"/>
                  </a:lnTo>
                  <a:lnTo>
                    <a:pt x="3120000" y="-6932"/>
                  </a:lnTo>
                  <a:lnTo>
                    <a:pt x="3180000" y="-6666"/>
                  </a:lnTo>
                  <a:lnTo>
                    <a:pt x="3240000" y="-5594"/>
                  </a:lnTo>
                  <a:lnTo>
                    <a:pt x="3300000" y="-1244"/>
                  </a:lnTo>
                  <a:lnTo>
                    <a:pt x="3360000" y="1771"/>
                  </a:lnTo>
                  <a:lnTo>
                    <a:pt x="3420000" y="2152"/>
                  </a:lnTo>
                  <a:lnTo>
                    <a:pt x="3480000" y="-2699"/>
                  </a:lnTo>
                  <a:lnTo>
                    <a:pt x="3540000" y="-8425"/>
                  </a:lnTo>
                  <a:lnTo>
                    <a:pt x="3594845" y="20000"/>
                  </a:lnTo>
                  <a:lnTo>
                    <a:pt x="3593307" y="80000"/>
                  </a:lnTo>
                  <a:lnTo>
                    <a:pt x="3590403" y="140000"/>
                  </a:lnTo>
                  <a:lnTo>
                    <a:pt x="3589244" y="200000"/>
                  </a:lnTo>
                  <a:lnTo>
                    <a:pt x="3589617" y="260000"/>
                  </a:lnTo>
                  <a:lnTo>
                    <a:pt x="3591347" y="320000"/>
                  </a:lnTo>
                  <a:lnTo>
                    <a:pt x="3593448" y="380000"/>
                  </a:lnTo>
                  <a:lnTo>
                    <a:pt x="3593784" y="440000"/>
                  </a:lnTo>
                  <a:lnTo>
                    <a:pt x="3574655" y="499889"/>
                  </a:lnTo>
                  <a:lnTo>
                    <a:pt x="3514655" y="497825"/>
                  </a:lnTo>
                  <a:lnTo>
                    <a:pt x="3454655" y="496913"/>
                  </a:lnTo>
                  <a:lnTo>
                    <a:pt x="3394655" y="495109"/>
                  </a:lnTo>
                  <a:lnTo>
                    <a:pt x="3334655" y="491755"/>
                  </a:lnTo>
                  <a:lnTo>
                    <a:pt x="3274655" y="490748"/>
                  </a:lnTo>
                  <a:lnTo>
                    <a:pt x="3214655" y="490370"/>
                  </a:lnTo>
                  <a:lnTo>
                    <a:pt x="3154655" y="488266"/>
                  </a:lnTo>
                  <a:lnTo>
                    <a:pt x="3094655" y="485529"/>
                  </a:lnTo>
                  <a:lnTo>
                    <a:pt x="3034655" y="484795"/>
                  </a:lnTo>
                  <a:lnTo>
                    <a:pt x="2974655" y="486182"/>
                  </a:lnTo>
                  <a:lnTo>
                    <a:pt x="2914655" y="487620"/>
                  </a:lnTo>
                  <a:lnTo>
                    <a:pt x="2854655" y="488463"/>
                  </a:lnTo>
                  <a:lnTo>
                    <a:pt x="2794655" y="487278"/>
                  </a:lnTo>
                  <a:lnTo>
                    <a:pt x="2734655" y="484330"/>
                  </a:lnTo>
                  <a:lnTo>
                    <a:pt x="2674655" y="481461"/>
                  </a:lnTo>
                  <a:lnTo>
                    <a:pt x="2614655" y="482441"/>
                  </a:lnTo>
                  <a:lnTo>
                    <a:pt x="2554655" y="487947"/>
                  </a:lnTo>
                  <a:lnTo>
                    <a:pt x="2494655" y="493153"/>
                  </a:lnTo>
                  <a:lnTo>
                    <a:pt x="2434655" y="494020"/>
                  </a:lnTo>
                  <a:lnTo>
                    <a:pt x="2374655" y="490922"/>
                  </a:lnTo>
                  <a:lnTo>
                    <a:pt x="2314655" y="485851"/>
                  </a:lnTo>
                  <a:lnTo>
                    <a:pt x="2254655" y="482870"/>
                  </a:lnTo>
                  <a:lnTo>
                    <a:pt x="2194655" y="486814"/>
                  </a:lnTo>
                  <a:lnTo>
                    <a:pt x="2134655" y="496115"/>
                  </a:lnTo>
                  <a:lnTo>
                    <a:pt x="2074655" y="504058"/>
                  </a:lnTo>
                  <a:lnTo>
                    <a:pt x="2014655" y="503003"/>
                  </a:lnTo>
                  <a:lnTo>
                    <a:pt x="1954655" y="496039"/>
                  </a:lnTo>
                  <a:lnTo>
                    <a:pt x="1894655" y="489790"/>
                  </a:lnTo>
                  <a:lnTo>
                    <a:pt x="1834655" y="488117"/>
                  </a:lnTo>
                  <a:lnTo>
                    <a:pt x="1774655" y="487695"/>
                  </a:lnTo>
                  <a:lnTo>
                    <a:pt x="1714655" y="488491"/>
                  </a:lnTo>
                  <a:lnTo>
                    <a:pt x="1654655" y="489298"/>
                  </a:lnTo>
                  <a:lnTo>
                    <a:pt x="1594655" y="489604"/>
                  </a:lnTo>
                  <a:lnTo>
                    <a:pt x="1534655" y="490378"/>
                  </a:lnTo>
                  <a:lnTo>
                    <a:pt x="1474655" y="491217"/>
                  </a:lnTo>
                  <a:lnTo>
                    <a:pt x="1414655" y="491653"/>
                  </a:lnTo>
                  <a:lnTo>
                    <a:pt x="1354655" y="493648"/>
                  </a:lnTo>
                  <a:lnTo>
                    <a:pt x="1294655" y="496462"/>
                  </a:lnTo>
                  <a:lnTo>
                    <a:pt x="1234655" y="497160"/>
                  </a:lnTo>
                  <a:lnTo>
                    <a:pt x="1174655" y="495029"/>
                  </a:lnTo>
                  <a:lnTo>
                    <a:pt x="1114655" y="491019"/>
                  </a:lnTo>
                  <a:lnTo>
                    <a:pt x="1054655" y="488445"/>
                  </a:lnTo>
                  <a:lnTo>
                    <a:pt x="994655" y="491162"/>
                  </a:lnTo>
                  <a:lnTo>
                    <a:pt x="934655" y="495204"/>
                  </a:lnTo>
                  <a:lnTo>
                    <a:pt x="874655" y="496239"/>
                  </a:lnTo>
                  <a:lnTo>
                    <a:pt x="814655" y="496781"/>
                  </a:lnTo>
                  <a:lnTo>
                    <a:pt x="754655" y="499105"/>
                  </a:lnTo>
                  <a:lnTo>
                    <a:pt x="694655" y="501476"/>
                  </a:lnTo>
                  <a:lnTo>
                    <a:pt x="634655" y="501770"/>
                  </a:lnTo>
                  <a:lnTo>
                    <a:pt x="574655" y="497523"/>
                  </a:lnTo>
                  <a:lnTo>
                    <a:pt x="514655" y="490588"/>
                  </a:lnTo>
                  <a:lnTo>
                    <a:pt x="454655" y="487048"/>
                  </a:lnTo>
                  <a:lnTo>
                    <a:pt x="394655" y="486568"/>
                  </a:lnTo>
                  <a:lnTo>
                    <a:pt x="334655" y="484045"/>
                  </a:lnTo>
                  <a:lnTo>
                    <a:pt x="274655" y="481047"/>
                  </a:lnTo>
                  <a:lnTo>
                    <a:pt x="214655" y="481913"/>
                  </a:lnTo>
                  <a:lnTo>
                    <a:pt x="154655" y="486077"/>
                  </a:lnTo>
                  <a:lnTo>
                    <a:pt x="94655" y="489570"/>
                  </a:lnTo>
                  <a:lnTo>
                    <a:pt x="34655" y="490384"/>
                  </a:lnTo>
                  <a:lnTo>
                    <a:pt x="2304" y="463333"/>
                  </a:lnTo>
                  <a:lnTo>
                    <a:pt x="922" y="403333"/>
                  </a:lnTo>
                  <a:lnTo>
                    <a:pt x="887" y="343333"/>
                  </a:lnTo>
                  <a:lnTo>
                    <a:pt x="-1275" y="283333"/>
                  </a:lnTo>
                  <a:lnTo>
                    <a:pt x="-4257" y="223333"/>
                  </a:lnTo>
                  <a:lnTo>
                    <a:pt x="-6177" y="163333"/>
                  </a:lnTo>
                  <a:lnTo>
                    <a:pt x="-4977" y="103333"/>
                  </a:lnTo>
                  <a:lnTo>
                    <a:pt x="473" y="43333"/>
                  </a:lnTo>
                  <a:lnTo>
                    <a:pt x="0" y="0"/>
                  </a:lnTo>
                  <a:close/>
                </a:path>
              </a:pathLst>
            </a:custGeom>
            <a:solidFill>
              <a:srgbClr val="E9FAFC"/>
            </a:solidFill>
            <a:ln w="10000" cap="flat">
              <a:solidFill>
                <a:srgbClr val="E9FAFC"/>
              </a:solidFill>
              <a:round/>
            </a:ln>
          </p:spPr>
          <p:txBody>
            <a:bodyPr anchor="ctr" lIns="0" wrap="square" rtlCol="0" rIns="0" tIns="0" bIns="11000"/>
            <a:lstStyle/>
            <a:p>
              <a:pPr algn="ctr">
                <a:lnSpc>
                  <a:spcPct val="100000"/>
                </a:lnSpc>
              </a:pPr>
              <a:r>
                <a:rPr sz="1400">
                  <a:solidFill>
                    <a:srgbClr val="000000"/>
                  </a:solidFill>
                  <a:latin typeface="標楷體"/>
                </a:rPr>
                <a:t>將游標移到色塊上時，會跳出浮動窗格顯示該位置對應的類別名稱與文字內容。</a:t>
              </a:r>
            </a:p>
          </p:txBody>
        </p:sp>
        <p:grpSp>
          <p:nvGrpSpPr>
            <p:cNvPr id="468" name="Group 468"/>
            <p:cNvGrpSpPr/>
            <p:nvPr/>
          </p:nvGrpSpPr>
          <p:grpSpPr>
            <a:xfrm>
              <a:off x="6385162" y="3529753"/>
              <a:ext cy="740000" cx="2406945"/>
              <a:chOff x="6385162" y="3529753"/>
              <a:chExt cy="740000" cx="2406945"/>
            </a:xfrm>
          </p:grpSpPr>
          <p:sp>
            <p:nvSpPr>
              <p:cNvPr id="396" name="SubTopic"/>
              <p:cNvSpPr/>
              <p:nvPr/>
            </p:nvSpPr>
            <p:spPr>
              <a:xfrm>
                <a:off x="6385162" y="3529753"/>
                <a:ext cy="740000" cx="2406945"/>
              </a:xfrm>
              <a:custGeom>
                <a:avLst/>
                <a:gdLst/>
                <a:ahLst/>
                <a:cxnLst/>
                <a:pathLst>
                  <a:path w="2406945" h="740000">
                    <a:moveTo>
                      <a:pt x="17137" y="5764"/>
                    </a:moveTo>
                    <a:cubicBezTo>
                      <a:pt x="18134" y="5286"/>
                      <a:pt x="19180" y="4857"/>
                      <a:pt x="20274" y="4477"/>
                    </a:cubicBezTo>
                    <a:cubicBezTo>
                      <a:pt x="39397" y="-2173"/>
                      <a:pt x="59692" y="623"/>
                      <a:pt x="80030" y="2331"/>
                    </a:cubicBezTo>
                    <a:cubicBezTo>
                      <a:pt x="100145" y="4020"/>
                      <a:pt x="119988" y="3543"/>
                      <a:pt x="140006" y="3059"/>
                    </a:cubicBezTo>
                    <a:cubicBezTo>
                      <a:pt x="160180" y="2571"/>
                      <a:pt x="180000" y="2404"/>
                      <a:pt x="200001" y="2286"/>
                    </a:cubicBezTo>
                    <a:cubicBezTo>
                      <a:pt x="220193" y="2167"/>
                      <a:pt x="240020" y="1830"/>
                      <a:pt x="260024" y="1255"/>
                    </a:cubicBezTo>
                    <a:cubicBezTo>
                      <a:pt x="280224" y="675"/>
                      <a:pt x="300051" y="-202"/>
                      <a:pt x="320054" y="-1204"/>
                    </a:cubicBezTo>
                    <a:cubicBezTo>
                      <a:pt x="340209" y="-2213"/>
                      <a:pt x="360011" y="-2950"/>
                      <a:pt x="380003" y="-3362"/>
                    </a:cubicBezTo>
                    <a:cubicBezTo>
                      <a:pt x="400208" y="-3777"/>
                      <a:pt x="420044" y="-3444"/>
                      <a:pt x="440052" y="-2637"/>
                    </a:cubicBezTo>
                    <a:cubicBezTo>
                      <a:pt x="460236" y="-1823"/>
                      <a:pt x="480047" y="-755"/>
                      <a:pt x="500043" y="238"/>
                    </a:cubicBezTo>
                    <a:cubicBezTo>
                      <a:pt x="520199" y="1238"/>
                      <a:pt x="540008" y="1867"/>
                      <a:pt x="560004" y="2255"/>
                    </a:cubicBezTo>
                    <a:cubicBezTo>
                      <a:pt x="580191" y="2647"/>
                      <a:pt x="600016" y="2517"/>
                      <a:pt x="620019" y="2053"/>
                    </a:cubicBezTo>
                    <a:cubicBezTo>
                      <a:pt x="640248" y="1584"/>
                      <a:pt x="660092" y="581"/>
                      <a:pt x="680103" y="-729"/>
                    </a:cubicBezTo>
                    <a:cubicBezTo>
                      <a:pt x="700255" y="-2047"/>
                      <a:pt x="720047" y="-3295"/>
                      <a:pt x="740036" y="-4288"/>
                    </a:cubicBezTo>
                    <a:cubicBezTo>
                      <a:pt x="760194" y="-5290"/>
                      <a:pt x="780007" y="-5605"/>
                      <a:pt x="800005" y="-5490"/>
                    </a:cubicBezTo>
                    <a:cubicBezTo>
                      <a:pt x="820271" y="-5372"/>
                      <a:pt x="840138" y="-4391"/>
                      <a:pt x="860158" y="-2850"/>
                    </a:cubicBezTo>
                    <a:cubicBezTo>
                      <a:pt x="880367" y="-1295"/>
                      <a:pt x="900179" y="626"/>
                      <a:pt x="920176" y="2549"/>
                    </a:cubicBezTo>
                    <a:cubicBezTo>
                      <a:pt x="940264" y="4480"/>
                      <a:pt x="960029" y="5727"/>
                      <a:pt x="980008" y="6383"/>
                    </a:cubicBezTo>
                    <a:cubicBezTo>
                      <a:pt x="1000210" y="7047"/>
                      <a:pt x="1020050" y="6698"/>
                      <a:pt x="1040060" y="5822"/>
                    </a:cubicBezTo>
                    <a:cubicBezTo>
                      <a:pt x="1060288" y="4936"/>
                      <a:pt x="1080122" y="3542"/>
                      <a:pt x="1100129" y="1978"/>
                    </a:cubicBezTo>
                    <a:cubicBezTo>
                      <a:pt x="1120254" y="404"/>
                      <a:pt x="1140034" y="-811"/>
                      <a:pt x="1160018" y="-1614"/>
                    </a:cubicBezTo>
                    <a:cubicBezTo>
                      <a:pt x="1180182" y="-2424"/>
                      <a:pt x="1200000" y="-2646"/>
                      <a:pt x="1220000" y="-2651"/>
                    </a:cubicBezTo>
                    <a:cubicBezTo>
                      <a:pt x="1240182" y="-2651"/>
                      <a:pt x="1260002" y="-2470"/>
                      <a:pt x="1280003" y="-2235"/>
                    </a:cubicBezTo>
                    <a:cubicBezTo>
                      <a:pt x="1300182" y="-1997"/>
                      <a:pt x="1320001" y="-1789"/>
                      <a:pt x="1340001" y="-1633"/>
                    </a:cubicBezTo>
                    <a:cubicBezTo>
                      <a:pt x="1360182" y="-1476"/>
                      <a:pt x="1380003" y="-1312"/>
                      <a:pt x="1400003" y="-1088"/>
                    </a:cubicBezTo>
                    <a:cubicBezTo>
                      <a:pt x="1420224" y="-860"/>
                      <a:pt x="1440067" y="-203"/>
                      <a:pt x="1460077" y="849"/>
                    </a:cubicBezTo>
                    <a:cubicBezTo>
                      <a:pt x="1480290" y="1912"/>
                      <a:pt x="1500117" y="3352"/>
                      <a:pt x="1520120" y="4889"/>
                    </a:cubicBezTo>
                    <a:cubicBezTo>
                      <a:pt x="1540243" y="6436"/>
                      <a:pt x="1560024" y="7529"/>
                      <a:pt x="1580009" y="8163"/>
                    </a:cubicBezTo>
                    <a:cubicBezTo>
                      <a:pt x="1600193" y="8803"/>
                      <a:pt x="1620021" y="8656"/>
                      <a:pt x="1640025" y="8112"/>
                    </a:cubicBezTo>
                    <a:cubicBezTo>
                      <a:pt x="1660258" y="7562"/>
                      <a:pt x="1680103" y="6464"/>
                      <a:pt x="1700114" y="5069"/>
                    </a:cubicBezTo>
                    <a:cubicBezTo>
                      <a:pt x="1720265" y="3664"/>
                      <a:pt x="1740056" y="2335"/>
                      <a:pt x="1760045" y="1252"/>
                    </a:cubicBezTo>
                    <a:cubicBezTo>
                      <a:pt x="1780206" y="160"/>
                      <a:pt x="1800021" y="-592"/>
                      <a:pt x="1820021" y="-1266"/>
                    </a:cubicBezTo>
                    <a:cubicBezTo>
                      <a:pt x="1840261" y="-1948"/>
                      <a:pt x="1860117" y="-2970"/>
                      <a:pt x="1880133" y="-4405"/>
                    </a:cubicBezTo>
                    <a:cubicBezTo>
                      <a:pt x="1900308" y="-5852"/>
                      <a:pt x="1920106" y="-7470"/>
                      <a:pt x="1940097" y="-8961"/>
                    </a:cubicBezTo>
                    <a:cubicBezTo>
                      <a:pt x="1960221" y="-10462"/>
                      <a:pt x="1980012" y="-11233"/>
                      <a:pt x="2000001" y="-11450"/>
                    </a:cubicBezTo>
                    <a:cubicBezTo>
                      <a:pt x="2020193" y="-11670"/>
                      <a:pt x="2040021" y="-11236"/>
                      <a:pt x="2060026" y="-10589"/>
                    </a:cubicBezTo>
                    <a:cubicBezTo>
                      <a:pt x="2080212" y="-9936"/>
                      <a:pt x="2100032" y="-9157"/>
                      <a:pt x="2120033" y="-8351"/>
                    </a:cubicBezTo>
                    <a:cubicBezTo>
                      <a:pt x="2140199" y="-7539"/>
                      <a:pt x="2160009" y="-6918"/>
                      <a:pt x="2180006" y="-6476"/>
                    </a:cubicBezTo>
                    <a:cubicBezTo>
                      <a:pt x="2200262" y="-6029"/>
                      <a:pt x="2220127" y="-5186"/>
                      <a:pt x="2240146" y="-3762"/>
                    </a:cubicBezTo>
                    <a:cubicBezTo>
                      <a:pt x="2260406" y="-2321"/>
                      <a:pt x="2280246" y="-263"/>
                      <a:pt x="2300255" y="1969"/>
                    </a:cubicBezTo>
                    <a:cubicBezTo>
                      <a:pt x="2319583" y="4125"/>
                      <a:pt x="2338573" y="4754"/>
                      <a:pt x="2357712" y="3798"/>
                    </a:cubicBezTo>
                    <a:cubicBezTo>
                      <a:pt x="2376692" y="2849"/>
                      <a:pt x="2388767" y="7901"/>
                      <a:pt x="2394264" y="20441"/>
                    </a:cubicBezTo>
                    <a:cubicBezTo>
                      <a:pt x="2402401" y="39006"/>
                      <a:pt x="2400469" y="59525"/>
                      <a:pt x="2399294" y="80018"/>
                    </a:cubicBezTo>
                    <a:cubicBezTo>
                      <a:pt x="2398137" y="100182"/>
                      <a:pt x="2398951" y="120019"/>
                      <a:pt x="2399845" y="140031"/>
                    </a:cubicBezTo>
                    <a:cubicBezTo>
                      <a:pt x="2400746" y="160191"/>
                      <a:pt x="2401215" y="180003"/>
                      <a:pt x="2401439" y="200001"/>
                    </a:cubicBezTo>
                    <a:cubicBezTo>
                      <a:pt x="2401666" y="220181"/>
                      <a:pt x="2401782" y="240002"/>
                      <a:pt x="2401979" y="260003"/>
                    </a:cubicBezTo>
                    <a:cubicBezTo>
                      <a:pt x="2402179" y="280206"/>
                      <a:pt x="2402724" y="300039"/>
                      <a:pt x="2403542" y="320044"/>
                    </a:cubicBezTo>
                    <a:cubicBezTo>
                      <a:pt x="2404366" y="340212"/>
                      <a:pt x="2405174" y="360018"/>
                      <a:pt x="2405775" y="380012"/>
                    </a:cubicBezTo>
                    <a:cubicBezTo>
                      <a:pt x="2406382" y="400193"/>
                      <a:pt x="2406855" y="420016"/>
                      <a:pt x="2407414" y="440019"/>
                    </a:cubicBezTo>
                    <a:cubicBezTo>
                      <a:pt x="2407979" y="460242"/>
                      <a:pt x="2408919" y="480085"/>
                      <a:pt x="2410168" y="500096"/>
                    </a:cubicBezTo>
                    <a:cubicBezTo>
                      <a:pt x="2411426" y="520250"/>
                      <a:pt x="2412631" y="540043"/>
                      <a:pt x="2413576" y="560032"/>
                    </a:cubicBezTo>
                    <a:cubicBezTo>
                      <a:pt x="2414530" y="580190"/>
                      <a:pt x="2414903" y="600002"/>
                      <a:pt x="2414959" y="620000"/>
                    </a:cubicBezTo>
                    <a:cubicBezTo>
                      <a:pt x="2415016" y="640183"/>
                      <a:pt x="2414782" y="660004"/>
                      <a:pt x="2414488" y="680005"/>
                    </a:cubicBezTo>
                    <a:cubicBezTo>
                      <a:pt x="2414231" y="697515"/>
                      <a:pt x="2409207" y="711937"/>
                      <a:pt x="2399275" y="723534"/>
                    </a:cubicBezTo>
                    <a:cubicBezTo>
                      <a:pt x="2386117" y="738897"/>
                      <a:pt x="2367027" y="744105"/>
                      <a:pt x="2346931" y="745537"/>
                    </a:cubicBezTo>
                    <a:cubicBezTo>
                      <a:pt x="2326743" y="746976"/>
                      <a:pt x="2306867" y="745742"/>
                      <a:pt x="2286835" y="744215"/>
                    </a:cubicBezTo>
                    <a:cubicBezTo>
                      <a:pt x="2266688" y="742680"/>
                      <a:pt x="2246886" y="741401"/>
                      <a:pt x="2226892" y="740289"/>
                    </a:cubicBezTo>
                    <a:cubicBezTo>
                      <a:pt x="2206743" y="739167"/>
                      <a:pt x="2186938" y="738522"/>
                      <a:pt x="2166943" y="738198"/>
                    </a:cubicBezTo>
                    <a:cubicBezTo>
                      <a:pt x="2146702" y="737869"/>
                      <a:pt x="2126845" y="738437"/>
                      <a:pt x="2106829" y="739663"/>
                    </a:cubicBezTo>
                    <a:cubicBezTo>
                      <a:pt x="2086595" y="740902"/>
                      <a:pt x="2066767" y="742708"/>
                      <a:pt x="2046763" y="744616"/>
                    </a:cubicBezTo>
                    <a:cubicBezTo>
                      <a:pt x="2026667" y="746534"/>
                      <a:pt x="2006901" y="747937"/>
                      <a:pt x="1986922" y="748852"/>
                    </a:cubicBezTo>
                    <a:cubicBezTo>
                      <a:pt x="1966757" y="749775"/>
                      <a:pt x="1946936" y="749877"/>
                      <a:pt x="1926934" y="749579"/>
                    </a:cubicBezTo>
                    <a:cubicBezTo>
                      <a:pt x="1906733" y="749277"/>
                      <a:pt x="1886904" y="748547"/>
                      <a:pt x="1866900" y="747651"/>
                    </a:cubicBezTo>
                    <a:cubicBezTo>
                      <a:pt x="1846736" y="746748"/>
                      <a:pt x="1826931" y="745985"/>
                      <a:pt x="1806936" y="745441"/>
                    </a:cubicBezTo>
                    <a:cubicBezTo>
                      <a:pt x="1800239" y="745259"/>
                      <a:pt x="1793582" y="745120"/>
                      <a:pt x="1786943" y="745016"/>
                    </a:cubicBezTo>
                    <a:cubicBezTo>
                      <a:pt x="1760067" y="744596"/>
                      <a:pt x="1733823" y="744656"/>
                      <a:pt x="1706947" y="745147"/>
                    </a:cubicBezTo>
                    <a:cubicBezTo>
                      <a:pt x="1700281" y="745268"/>
                      <a:pt x="1693615" y="745414"/>
                      <a:pt x="1686930" y="745579"/>
                    </a:cubicBezTo>
                    <a:cubicBezTo>
                      <a:pt x="1666743" y="746075"/>
                      <a:pt x="1646922" y="746713"/>
                      <a:pt x="1626921" y="747399"/>
                    </a:cubicBezTo>
                    <a:cubicBezTo>
                      <a:pt x="1606753" y="748090"/>
                      <a:pt x="1586941" y="748571"/>
                      <a:pt x="1566944" y="748831"/>
                    </a:cubicBezTo>
                    <a:cubicBezTo>
                      <a:pt x="1546748" y="749094"/>
                      <a:pt x="1526917" y="748813"/>
                      <a:pt x="1506912" y="748168"/>
                    </a:cubicBezTo>
                    <a:cubicBezTo>
                      <a:pt x="1486731" y="747517"/>
                      <a:pt x="1466917" y="746680"/>
                      <a:pt x="1446920" y="745912"/>
                    </a:cubicBezTo>
                    <a:cubicBezTo>
                      <a:pt x="1426752" y="745137"/>
                      <a:pt x="1406938" y="744613"/>
                      <a:pt x="1386940" y="744227"/>
                    </a:cubicBezTo>
                    <a:cubicBezTo>
                      <a:pt x="1366755" y="743837"/>
                      <a:pt x="1346931" y="743445"/>
                      <a:pt x="1326928" y="742932"/>
                    </a:cubicBezTo>
                    <a:cubicBezTo>
                      <a:pt x="1306724" y="742414"/>
                      <a:pt x="1286892" y="741607"/>
                      <a:pt x="1266886" y="740601"/>
                    </a:cubicBezTo>
                    <a:cubicBezTo>
                      <a:pt x="1246729" y="739587"/>
                      <a:pt x="1226929" y="738743"/>
                      <a:pt x="1206937" y="738195"/>
                    </a:cubicBezTo>
                    <a:cubicBezTo>
                      <a:pt x="1186764" y="737641"/>
                      <a:pt x="1166945" y="737432"/>
                      <a:pt x="1146944" y="737291"/>
                    </a:cubicBezTo>
                    <a:cubicBezTo>
                      <a:pt x="1126753" y="737149"/>
                      <a:pt x="1106926" y="736817"/>
                      <a:pt x="1086923" y="736262"/>
                    </a:cubicBezTo>
                    <a:cubicBezTo>
                      <a:pt x="1066730" y="735701"/>
                      <a:pt x="1046906" y="734895"/>
                      <a:pt x="1026904" y="734009"/>
                    </a:cubicBezTo>
                    <a:cubicBezTo>
                      <a:pt x="1006743" y="733115"/>
                      <a:pt x="986936" y="732451"/>
                      <a:pt x="966941" y="732036"/>
                    </a:cubicBezTo>
                    <a:cubicBezTo>
                      <a:pt x="946760" y="731617"/>
                      <a:pt x="926938" y="731674"/>
                      <a:pt x="906936" y="731992"/>
                    </a:cubicBezTo>
                    <a:cubicBezTo>
                      <a:pt x="886752" y="732313"/>
                      <a:pt x="866933" y="732812"/>
                      <a:pt x="846933" y="733314"/>
                    </a:cubicBezTo>
                    <a:cubicBezTo>
                      <a:pt x="826758" y="733820"/>
                      <a:pt x="806940" y="734218"/>
                      <a:pt x="786941" y="734545"/>
                    </a:cubicBezTo>
                    <a:cubicBezTo>
                      <a:pt x="766760" y="734875"/>
                      <a:pt x="746939" y="734893"/>
                      <a:pt x="726939" y="734657"/>
                    </a:cubicBezTo>
                    <a:cubicBezTo>
                      <a:pt x="706736" y="734418"/>
                      <a:pt x="686905" y="733772"/>
                      <a:pt x="666900" y="732906"/>
                    </a:cubicBezTo>
                    <a:cubicBezTo>
                      <a:pt x="646715" y="732032"/>
                      <a:pt x="626898" y="731039"/>
                      <a:pt x="606899" y="730055"/>
                    </a:cubicBezTo>
                    <a:cubicBezTo>
                      <a:pt x="586742" y="729063"/>
                      <a:pt x="566936" y="728595"/>
                      <a:pt x="546942" y="728609"/>
                    </a:cubicBezTo>
                    <a:cubicBezTo>
                      <a:pt x="526678" y="728609"/>
                      <a:pt x="506811" y="729573"/>
                      <a:pt x="486790" y="731101"/>
                    </a:cubicBezTo>
                    <a:cubicBezTo>
                      <a:pt x="466593" y="732642"/>
                      <a:pt x="446786" y="734499"/>
                      <a:pt x="426791" y="736315"/>
                    </a:cubicBezTo>
                    <a:cubicBezTo>
                      <a:pt x="406693" y="738141"/>
                      <a:pt x="386920" y="739308"/>
                      <a:pt x="366938" y="739940"/>
                    </a:cubicBezTo>
                    <a:cubicBezTo>
                      <a:pt x="346741" y="740579"/>
                      <a:pt x="326906" y="740297"/>
                      <a:pt x="306898" y="739529"/>
                    </a:cubicBezTo>
                    <a:cubicBezTo>
                      <a:pt x="286661" y="738751"/>
                      <a:pt x="266818" y="737417"/>
                      <a:pt x="246807" y="735838"/>
                    </a:cubicBezTo>
                    <a:cubicBezTo>
                      <a:pt x="226665" y="734249"/>
                      <a:pt x="206878" y="732805"/>
                      <a:pt x="186891" y="731620"/>
                    </a:cubicBezTo>
                    <a:cubicBezTo>
                      <a:pt x="166706" y="730422"/>
                      <a:pt x="146877" y="730335"/>
                      <a:pt x="126874" y="731115"/>
                    </a:cubicBezTo>
                    <a:cubicBezTo>
                      <a:pt x="106469" y="731912"/>
                      <a:pt x="86540" y="734023"/>
                      <a:pt x="66494" y="736797"/>
                    </a:cubicBezTo>
                    <a:cubicBezTo>
                      <a:pt x="47986" y="739359"/>
                      <a:pt x="31910" y="736493"/>
                      <a:pt x="17861" y="727732"/>
                    </a:cubicBezTo>
                    <a:cubicBezTo>
                      <a:pt x="764" y="717069"/>
                      <a:pt x="-6634" y="699439"/>
                      <a:pt x="-9068" y="679957"/>
                    </a:cubicBezTo>
                    <a:cubicBezTo>
                      <a:pt x="-11588" y="659783"/>
                      <a:pt x="-9775" y="639811"/>
                      <a:pt x="-7400" y="619723"/>
                    </a:cubicBezTo>
                    <a:cubicBezTo>
                      <a:pt x="-5019" y="599574"/>
                      <a:pt x="-2783" y="579776"/>
                      <a:pt x="-633" y="559781"/>
                    </a:cubicBezTo>
                    <a:cubicBezTo>
                      <a:pt x="1526" y="539711"/>
                      <a:pt x="3004" y="519954"/>
                      <a:pt x="3923" y="499978"/>
                    </a:cubicBezTo>
                    <a:cubicBezTo>
                      <a:pt x="4851" y="479819"/>
                      <a:pt x="5166" y="460000"/>
                      <a:pt x="5346" y="439999"/>
                    </a:cubicBezTo>
                    <a:cubicBezTo>
                      <a:pt x="5527" y="419818"/>
                      <a:pt x="5503" y="399998"/>
                      <a:pt x="5329" y="379997"/>
                    </a:cubicBezTo>
                    <a:cubicBezTo>
                      <a:pt x="5153" y="359816"/>
                      <a:pt x="4868" y="339996"/>
                      <a:pt x="4583" y="319996"/>
                    </a:cubicBezTo>
                    <a:cubicBezTo>
                      <a:pt x="4296" y="299818"/>
                      <a:pt x="4094" y="279999"/>
                      <a:pt x="3952" y="259999"/>
                    </a:cubicBezTo>
                    <a:cubicBezTo>
                      <a:pt x="3810" y="239818"/>
                      <a:pt x="3660" y="219998"/>
                      <a:pt x="3447" y="199997"/>
                    </a:cubicBezTo>
                    <a:cubicBezTo>
                      <a:pt x="3233" y="179816"/>
                      <a:pt x="2960" y="159996"/>
                      <a:pt x="2678" y="139996"/>
                    </a:cubicBezTo>
                    <a:cubicBezTo>
                      <a:pt x="2393" y="119817"/>
                      <a:pt x="2166" y="99999"/>
                      <a:pt x="1988" y="79999"/>
                    </a:cubicBezTo>
                    <a:cubicBezTo>
                      <a:pt x="1748" y="53120"/>
                      <a:pt x="-7105" y="17377"/>
                      <a:pt x="17137" y="5764"/>
                    </a:cubicBezTo>
                    <a:close/>
                  </a:path>
                </a:pathLst>
              </a:custGeom>
              <a:solidFill>
                <a:srgbClr val="E9FAFC"/>
              </a:solidFill>
              <a:ln w="10000" cap="flat">
                <a:solidFill>
                  <a:srgbClr val="E9FAFC"/>
                </a:solidFill>
                <a:round/>
              </a:ln>
            </p:spPr>
          </p:sp>
          <p:pic>
            <p:nvPicPr>
              <p:cNvPr id="398" name="Mark"/>
              <p:cNvPicPr>
                <a:picLocks noChangeAspect="1"/>
              </p:cNvPicPr>
              <p:nvPr/>
            </p:nvPicPr>
            <p:blipFill>
              <a:blip r:embed="rId5"/>
              <a:stretch>
                <a:fillRect/>
              </a:stretch>
            </p:blipFill>
            <p:spPr>
              <a:xfrm>
                <a:off x="6465197" y="3800753"/>
                <a:ext cy="200000" cx="200000"/>
              </a:xfrm>
              <a:prstGeom prst="rect">
                <a:avLst/>
              </a:prstGeom>
            </p:spPr>
          </p:pic>
          <p:sp>
            <p:nvSpPr>
              <p:cNvPr id="469" name="Text 469"/>
              <p:cNvSpPr txBox="1"/>
              <p:nvPr/>
            </p:nvSpPr>
            <p:spPr>
              <a:xfrm>
                <a:off x="6685197" y="3568753"/>
                <a:ext cy="680000" cx="2036875"/>
              </a:xfrm>
              <a:prstGeom prst="rect">
                <a:avLst/>
              </a:prstGeom>
              <a:noFill/>
            </p:spPr>
            <p:txBody>
              <a:bodyPr anchor="ctr" lIns="0" wrap="square" rtlCol="0" rIns="0" tIns="0" bIns="11000"/>
              <a:lstStyle/>
              <a:p>
                <a:pPr algn="ctr">
                  <a:lnSpc>
                    <a:spcPct val="100000"/>
                  </a:lnSpc>
                </a:pPr>
                <a:r>
                  <a:rPr sz="1400">
                    <a:solidFill>
                      <a:srgbClr val="454545"/>
                    </a:solidFill>
                    <a:latin typeface="標楷體"/>
                  </a:rPr>
                  <a:t>如果原有訓練集有該類文本，但標註標籤錯誤，則加以調整標籤。</a:t>
                </a:r>
              </a:p>
            </p:txBody>
          </p:sp>
        </p:grpSp>
        <p:grpSp>
          <p:nvGrpSpPr>
            <p:cNvPr id="470" name="Group 470"/>
            <p:cNvGrpSpPr/>
            <p:nvPr/>
          </p:nvGrpSpPr>
          <p:grpSpPr>
            <a:xfrm>
              <a:off x="6385162" y="4389753"/>
              <a:ext cy="966667" cx="2387898"/>
              <a:chOff x="6385162" y="4389753"/>
              <a:chExt cy="966667" cx="2387898"/>
            </a:xfrm>
          </p:grpSpPr>
          <p:sp>
            <p:nvSpPr>
              <p:cNvPr id="405" name="SubTopic"/>
              <p:cNvSpPr/>
              <p:nvPr/>
            </p:nvSpPr>
            <p:spPr>
              <a:xfrm>
                <a:off x="6385162" y="4389753"/>
                <a:ext cy="966667" cx="2387898"/>
              </a:xfrm>
              <a:custGeom>
                <a:avLst/>
                <a:gdLst/>
                <a:ahLst/>
                <a:cxnLst/>
                <a:pathLst>
                  <a:path w="2387898" h="966667">
                    <a:moveTo>
                      <a:pt x="17845" y="5542"/>
                    </a:moveTo>
                    <a:cubicBezTo>
                      <a:pt x="18628" y="5174"/>
                      <a:pt x="19442" y="4838"/>
                      <a:pt x="20288" y="4532"/>
                    </a:cubicBezTo>
                    <a:cubicBezTo>
                      <a:pt x="39331" y="-2356"/>
                      <a:pt x="59667" y="532"/>
                      <a:pt x="80032" y="2297"/>
                    </a:cubicBezTo>
                    <a:cubicBezTo>
                      <a:pt x="100143" y="4041"/>
                      <a:pt x="119987" y="3556"/>
                      <a:pt x="140006" y="3064"/>
                    </a:cubicBezTo>
                    <a:cubicBezTo>
                      <a:pt x="160180" y="2569"/>
                      <a:pt x="180000" y="2403"/>
                      <a:pt x="200001" y="2286"/>
                    </a:cubicBezTo>
                    <a:cubicBezTo>
                      <a:pt x="220193" y="2167"/>
                      <a:pt x="240020" y="1830"/>
                      <a:pt x="260024" y="1255"/>
                    </a:cubicBezTo>
                    <a:cubicBezTo>
                      <a:pt x="280224" y="675"/>
                      <a:pt x="300051" y="-203"/>
                      <a:pt x="320054" y="-1204"/>
                    </a:cubicBezTo>
                    <a:cubicBezTo>
                      <a:pt x="340209" y="-2213"/>
                      <a:pt x="360011" y="-2950"/>
                      <a:pt x="380003" y="-3362"/>
                    </a:cubicBezTo>
                    <a:cubicBezTo>
                      <a:pt x="400208" y="-3777"/>
                      <a:pt x="420044" y="-3444"/>
                      <a:pt x="440052" y="-2637"/>
                    </a:cubicBezTo>
                    <a:cubicBezTo>
                      <a:pt x="460236" y="-1823"/>
                      <a:pt x="480047" y="-755"/>
                      <a:pt x="500043" y="238"/>
                    </a:cubicBezTo>
                    <a:cubicBezTo>
                      <a:pt x="520199" y="1238"/>
                      <a:pt x="540008" y="1867"/>
                      <a:pt x="560004" y="2255"/>
                    </a:cubicBezTo>
                    <a:cubicBezTo>
                      <a:pt x="580191" y="2647"/>
                      <a:pt x="600016" y="2517"/>
                      <a:pt x="620019" y="2053"/>
                    </a:cubicBezTo>
                    <a:cubicBezTo>
                      <a:pt x="640248" y="1584"/>
                      <a:pt x="660092" y="581"/>
                      <a:pt x="680103" y="-729"/>
                    </a:cubicBezTo>
                    <a:cubicBezTo>
                      <a:pt x="700255" y="-2047"/>
                      <a:pt x="720047" y="-3295"/>
                      <a:pt x="740036" y="-4288"/>
                    </a:cubicBezTo>
                    <a:cubicBezTo>
                      <a:pt x="760194" y="-5290"/>
                      <a:pt x="780007" y="-5605"/>
                      <a:pt x="800005" y="-5490"/>
                    </a:cubicBezTo>
                    <a:cubicBezTo>
                      <a:pt x="820271" y="-5372"/>
                      <a:pt x="840138" y="-4391"/>
                      <a:pt x="860158" y="-2850"/>
                    </a:cubicBezTo>
                    <a:cubicBezTo>
                      <a:pt x="880367" y="-1295"/>
                      <a:pt x="900179" y="626"/>
                      <a:pt x="920176" y="2549"/>
                    </a:cubicBezTo>
                    <a:cubicBezTo>
                      <a:pt x="940264" y="4480"/>
                      <a:pt x="960029" y="5727"/>
                      <a:pt x="980008" y="6383"/>
                    </a:cubicBezTo>
                    <a:cubicBezTo>
                      <a:pt x="1000210" y="7047"/>
                      <a:pt x="1020050" y="6698"/>
                      <a:pt x="1040060" y="5822"/>
                    </a:cubicBezTo>
                    <a:cubicBezTo>
                      <a:pt x="1060288" y="4936"/>
                      <a:pt x="1080122" y="3542"/>
                      <a:pt x="1100129" y="1978"/>
                    </a:cubicBezTo>
                    <a:cubicBezTo>
                      <a:pt x="1120254" y="404"/>
                      <a:pt x="1140034" y="-811"/>
                      <a:pt x="1160018" y="-1614"/>
                    </a:cubicBezTo>
                    <a:cubicBezTo>
                      <a:pt x="1180182" y="-2424"/>
                      <a:pt x="1200000" y="-2646"/>
                      <a:pt x="1220000" y="-2651"/>
                    </a:cubicBezTo>
                    <a:cubicBezTo>
                      <a:pt x="1240182" y="-2651"/>
                      <a:pt x="1260002" y="-2470"/>
                      <a:pt x="1280003" y="-2235"/>
                    </a:cubicBezTo>
                    <a:cubicBezTo>
                      <a:pt x="1300182" y="-1997"/>
                      <a:pt x="1320001" y="-1789"/>
                      <a:pt x="1340001" y="-1633"/>
                    </a:cubicBezTo>
                    <a:cubicBezTo>
                      <a:pt x="1360182" y="-1476"/>
                      <a:pt x="1380003" y="-1312"/>
                      <a:pt x="1400003" y="-1088"/>
                    </a:cubicBezTo>
                    <a:cubicBezTo>
                      <a:pt x="1420224" y="-860"/>
                      <a:pt x="1440067" y="-203"/>
                      <a:pt x="1460077" y="849"/>
                    </a:cubicBezTo>
                    <a:cubicBezTo>
                      <a:pt x="1480290" y="1912"/>
                      <a:pt x="1500117" y="3352"/>
                      <a:pt x="1520120" y="4889"/>
                    </a:cubicBezTo>
                    <a:cubicBezTo>
                      <a:pt x="1540243" y="6436"/>
                      <a:pt x="1560024" y="7529"/>
                      <a:pt x="1580009" y="8163"/>
                    </a:cubicBezTo>
                    <a:cubicBezTo>
                      <a:pt x="1600193" y="8803"/>
                      <a:pt x="1620021" y="8656"/>
                      <a:pt x="1640025" y="8112"/>
                    </a:cubicBezTo>
                    <a:cubicBezTo>
                      <a:pt x="1660258" y="7562"/>
                      <a:pt x="1680103" y="6464"/>
                      <a:pt x="1700114" y="5069"/>
                    </a:cubicBezTo>
                    <a:cubicBezTo>
                      <a:pt x="1720265" y="3664"/>
                      <a:pt x="1740056" y="2335"/>
                      <a:pt x="1760045" y="1252"/>
                    </a:cubicBezTo>
                    <a:cubicBezTo>
                      <a:pt x="1780206" y="160"/>
                      <a:pt x="1800021" y="-592"/>
                      <a:pt x="1820021" y="-1266"/>
                    </a:cubicBezTo>
                    <a:cubicBezTo>
                      <a:pt x="1840261" y="-1948"/>
                      <a:pt x="1860117" y="-2970"/>
                      <a:pt x="1880133" y="-4405"/>
                    </a:cubicBezTo>
                    <a:cubicBezTo>
                      <a:pt x="1900308" y="-5852"/>
                      <a:pt x="1920106" y="-7470"/>
                      <a:pt x="1940097" y="-8961"/>
                    </a:cubicBezTo>
                    <a:cubicBezTo>
                      <a:pt x="1960221" y="-10462"/>
                      <a:pt x="1980012" y="-11233"/>
                      <a:pt x="2000001" y="-11450"/>
                    </a:cubicBezTo>
                    <a:cubicBezTo>
                      <a:pt x="2020193" y="-11670"/>
                      <a:pt x="2040021" y="-11236"/>
                      <a:pt x="2060026" y="-10589"/>
                    </a:cubicBezTo>
                    <a:cubicBezTo>
                      <a:pt x="2080212" y="-9936"/>
                      <a:pt x="2100032" y="-9157"/>
                      <a:pt x="2120033" y="-8351"/>
                    </a:cubicBezTo>
                    <a:cubicBezTo>
                      <a:pt x="2140199" y="-7539"/>
                      <a:pt x="2160009" y="-6918"/>
                      <a:pt x="2180006" y="-6476"/>
                    </a:cubicBezTo>
                    <a:cubicBezTo>
                      <a:pt x="2200262" y="-6029"/>
                      <a:pt x="2220127" y="-5186"/>
                      <a:pt x="2240146" y="-3762"/>
                    </a:cubicBezTo>
                    <a:cubicBezTo>
                      <a:pt x="2260406" y="-2321"/>
                      <a:pt x="2280246" y="-263"/>
                      <a:pt x="2300255" y="1969"/>
                    </a:cubicBezTo>
                    <a:cubicBezTo>
                      <a:pt x="2313821" y="3482"/>
                      <a:pt x="2327050" y="5744"/>
                      <a:pt x="2340106" y="8770"/>
                    </a:cubicBezTo>
                    <a:cubicBezTo>
                      <a:pt x="2359256" y="13208"/>
                      <a:pt x="2370954" y="24178"/>
                      <a:pt x="2375912" y="40265"/>
                    </a:cubicBezTo>
                    <a:cubicBezTo>
                      <a:pt x="2381869" y="59596"/>
                      <a:pt x="2380661" y="79761"/>
                      <a:pt x="2379963" y="100010"/>
                    </a:cubicBezTo>
                    <a:cubicBezTo>
                      <a:pt x="2379267" y="120193"/>
                      <a:pt x="2380009" y="140023"/>
                      <a:pt x="2380839" y="160030"/>
                    </a:cubicBezTo>
                    <a:cubicBezTo>
                      <a:pt x="2381676" y="180192"/>
                      <a:pt x="2382154" y="200004"/>
                      <a:pt x="2382386" y="220001"/>
                    </a:cubicBezTo>
                    <a:cubicBezTo>
                      <a:pt x="2382621" y="240181"/>
                      <a:pt x="2382736" y="260002"/>
                      <a:pt x="2382933" y="280003"/>
                    </a:cubicBezTo>
                    <a:cubicBezTo>
                      <a:pt x="2383131" y="300206"/>
                      <a:pt x="2383676" y="320039"/>
                      <a:pt x="2384494" y="340044"/>
                    </a:cubicBezTo>
                    <a:cubicBezTo>
                      <a:pt x="2385318" y="360212"/>
                      <a:pt x="2386127" y="380018"/>
                      <a:pt x="2386728" y="400012"/>
                    </a:cubicBezTo>
                    <a:cubicBezTo>
                      <a:pt x="2387335" y="420193"/>
                      <a:pt x="2387807" y="440016"/>
                      <a:pt x="2388366" y="460019"/>
                    </a:cubicBezTo>
                    <a:cubicBezTo>
                      <a:pt x="2388931" y="480242"/>
                      <a:pt x="2389872" y="500085"/>
                      <a:pt x="2391120" y="520096"/>
                    </a:cubicBezTo>
                    <a:cubicBezTo>
                      <a:pt x="2392378" y="540250"/>
                      <a:pt x="2393583" y="560043"/>
                      <a:pt x="2394529" y="580032"/>
                    </a:cubicBezTo>
                    <a:cubicBezTo>
                      <a:pt x="2395482" y="600190"/>
                      <a:pt x="2395855" y="620002"/>
                      <a:pt x="2395911" y="640000"/>
                    </a:cubicBezTo>
                    <a:cubicBezTo>
                      <a:pt x="2395968" y="660183"/>
                      <a:pt x="2395734" y="680004"/>
                      <a:pt x="2395440" y="700005"/>
                    </a:cubicBezTo>
                    <a:cubicBezTo>
                      <a:pt x="2395144" y="720183"/>
                      <a:pt x="2394916" y="740001"/>
                      <a:pt x="2394770" y="760001"/>
                    </a:cubicBezTo>
                    <a:cubicBezTo>
                      <a:pt x="2394623" y="780183"/>
                      <a:pt x="2394448" y="800005"/>
                      <a:pt x="2394167" y="820006"/>
                    </a:cubicBezTo>
                    <a:cubicBezTo>
                      <a:pt x="2393883" y="840236"/>
                      <a:pt x="2393107" y="860084"/>
                      <a:pt x="2391911" y="880096"/>
                    </a:cubicBezTo>
                    <a:cubicBezTo>
                      <a:pt x="2390920" y="896674"/>
                      <a:pt x="2387955" y="912525"/>
                      <a:pt x="2383121" y="927950"/>
                    </a:cubicBezTo>
                    <a:cubicBezTo>
                      <a:pt x="2377205" y="946829"/>
                      <a:pt x="2364644" y="957887"/>
                      <a:pt x="2347706" y="962341"/>
                    </a:cubicBezTo>
                    <a:cubicBezTo>
                      <a:pt x="2328108" y="967495"/>
                      <a:pt x="2308002" y="966714"/>
                      <a:pt x="2287812" y="966946"/>
                    </a:cubicBezTo>
                    <a:cubicBezTo>
                      <a:pt x="2267539" y="967179"/>
                      <a:pt x="2247710" y="969146"/>
                      <a:pt x="2227707" y="971195"/>
                    </a:cubicBezTo>
                    <a:cubicBezTo>
                      <a:pt x="2207625" y="973252"/>
                      <a:pt x="2187856" y="974635"/>
                      <a:pt x="2167875" y="975531"/>
                    </a:cubicBezTo>
                    <a:cubicBezTo>
                      <a:pt x="2147709" y="976435"/>
                      <a:pt x="2127888" y="976540"/>
                      <a:pt x="2107887" y="976244"/>
                    </a:cubicBezTo>
                    <a:cubicBezTo>
                      <a:pt x="2087685" y="975945"/>
                      <a:pt x="2067856" y="975214"/>
                      <a:pt x="2047852" y="974318"/>
                    </a:cubicBezTo>
                    <a:cubicBezTo>
                      <a:pt x="2027689" y="973415"/>
                      <a:pt x="2007883" y="972652"/>
                      <a:pt x="1987888" y="972108"/>
                    </a:cubicBezTo>
                    <a:cubicBezTo>
                      <a:pt x="1981192" y="971926"/>
                      <a:pt x="1974534" y="971787"/>
                      <a:pt x="1967896" y="971683"/>
                    </a:cubicBezTo>
                    <a:cubicBezTo>
                      <a:pt x="1941019" y="971263"/>
                      <a:pt x="1914775" y="971323"/>
                      <a:pt x="1887899" y="971813"/>
                    </a:cubicBezTo>
                    <a:cubicBezTo>
                      <a:pt x="1881233" y="971935"/>
                      <a:pt x="1874568" y="972081"/>
                      <a:pt x="1867882" y="972245"/>
                    </a:cubicBezTo>
                    <a:cubicBezTo>
                      <a:pt x="1847696" y="972742"/>
                      <a:pt x="1827874" y="973380"/>
                      <a:pt x="1807873" y="974066"/>
                    </a:cubicBezTo>
                    <a:cubicBezTo>
                      <a:pt x="1787705" y="974757"/>
                      <a:pt x="1767893" y="975237"/>
                      <a:pt x="1747896" y="975498"/>
                    </a:cubicBezTo>
                    <a:cubicBezTo>
                      <a:pt x="1727700" y="975761"/>
                      <a:pt x="1707870" y="975479"/>
                      <a:pt x="1687865" y="974834"/>
                    </a:cubicBezTo>
                    <a:cubicBezTo>
                      <a:pt x="1667683" y="974184"/>
                      <a:pt x="1647870" y="973347"/>
                      <a:pt x="1627872" y="972578"/>
                    </a:cubicBezTo>
                    <a:cubicBezTo>
                      <a:pt x="1607705" y="971804"/>
                      <a:pt x="1587891" y="971279"/>
                      <a:pt x="1567892" y="970893"/>
                    </a:cubicBezTo>
                    <a:cubicBezTo>
                      <a:pt x="1547707" y="970504"/>
                      <a:pt x="1527883" y="970112"/>
                      <a:pt x="1507881" y="969599"/>
                    </a:cubicBezTo>
                    <a:cubicBezTo>
                      <a:pt x="1487676" y="969080"/>
                      <a:pt x="1467844" y="968274"/>
                      <a:pt x="1447838" y="967268"/>
                    </a:cubicBezTo>
                    <a:cubicBezTo>
                      <a:pt x="1427681" y="966254"/>
                      <a:pt x="1407881" y="965410"/>
                      <a:pt x="1387890" y="964861"/>
                    </a:cubicBezTo>
                    <a:cubicBezTo>
                      <a:pt x="1367717" y="964308"/>
                      <a:pt x="1347897" y="964099"/>
                      <a:pt x="1327897" y="963958"/>
                    </a:cubicBezTo>
                    <a:cubicBezTo>
                      <a:pt x="1307705" y="963815"/>
                      <a:pt x="1287879" y="963484"/>
                      <a:pt x="1267875" y="962928"/>
                    </a:cubicBezTo>
                    <a:cubicBezTo>
                      <a:pt x="1247682" y="962368"/>
                      <a:pt x="1227859" y="961561"/>
                      <a:pt x="1207856" y="960675"/>
                    </a:cubicBezTo>
                    <a:cubicBezTo>
                      <a:pt x="1187695" y="959782"/>
                      <a:pt x="1167888" y="959118"/>
                      <a:pt x="1147893" y="958703"/>
                    </a:cubicBezTo>
                    <a:cubicBezTo>
                      <a:pt x="1127712" y="958284"/>
                      <a:pt x="1107890" y="958341"/>
                      <a:pt x="1087888" y="958659"/>
                    </a:cubicBezTo>
                    <a:cubicBezTo>
                      <a:pt x="1067705" y="958979"/>
                      <a:pt x="1047886" y="959479"/>
                      <a:pt x="1027886" y="959981"/>
                    </a:cubicBezTo>
                    <a:cubicBezTo>
                      <a:pt x="1007710" y="960487"/>
                      <a:pt x="987893" y="960885"/>
                      <a:pt x="967893" y="961212"/>
                    </a:cubicBezTo>
                    <a:cubicBezTo>
                      <a:pt x="947712" y="961542"/>
                      <a:pt x="927892" y="961560"/>
                      <a:pt x="907891" y="961323"/>
                    </a:cubicBezTo>
                    <a:cubicBezTo>
                      <a:pt x="887688" y="961085"/>
                      <a:pt x="867857" y="960439"/>
                      <a:pt x="847852" y="959572"/>
                    </a:cubicBezTo>
                    <a:cubicBezTo>
                      <a:pt x="827668" y="958698"/>
                      <a:pt x="807851" y="957706"/>
                      <a:pt x="787851" y="956721"/>
                    </a:cubicBezTo>
                    <a:cubicBezTo>
                      <a:pt x="767694" y="955729"/>
                      <a:pt x="747888" y="955261"/>
                      <a:pt x="727894" y="955275"/>
                    </a:cubicBezTo>
                    <a:cubicBezTo>
                      <a:pt x="707630" y="955275"/>
                      <a:pt x="687763" y="956240"/>
                      <a:pt x="667743" y="957767"/>
                    </a:cubicBezTo>
                    <a:cubicBezTo>
                      <a:pt x="647545" y="959308"/>
                      <a:pt x="627739" y="961166"/>
                      <a:pt x="607744" y="962982"/>
                    </a:cubicBezTo>
                    <a:cubicBezTo>
                      <a:pt x="587646" y="964808"/>
                      <a:pt x="567872" y="965974"/>
                      <a:pt x="547890" y="966607"/>
                    </a:cubicBezTo>
                    <a:cubicBezTo>
                      <a:pt x="527694" y="967246"/>
                      <a:pt x="507858" y="966963"/>
                      <a:pt x="487850" y="966195"/>
                    </a:cubicBezTo>
                    <a:cubicBezTo>
                      <a:pt x="467613" y="965418"/>
                      <a:pt x="447770" y="964084"/>
                      <a:pt x="427760" y="962505"/>
                    </a:cubicBezTo>
                    <a:cubicBezTo>
                      <a:pt x="407618" y="960915"/>
                      <a:pt x="387830" y="959472"/>
                      <a:pt x="367843" y="958286"/>
                    </a:cubicBezTo>
                    <a:cubicBezTo>
                      <a:pt x="347659" y="957089"/>
                      <a:pt x="327830" y="957001"/>
                      <a:pt x="307826" y="957782"/>
                    </a:cubicBezTo>
                    <a:cubicBezTo>
                      <a:pt x="287421" y="958578"/>
                      <a:pt x="267493" y="960690"/>
                      <a:pt x="247447" y="963464"/>
                    </a:cubicBezTo>
                    <a:cubicBezTo>
                      <a:pt x="227283" y="966255"/>
                      <a:pt x="207519" y="969238"/>
                      <a:pt x="187540" y="972054"/>
                    </a:cubicBezTo>
                    <a:cubicBezTo>
                      <a:pt x="167561" y="974870"/>
                      <a:pt x="147849" y="976335"/>
                      <a:pt x="127893" y="976692"/>
                    </a:cubicBezTo>
                    <a:cubicBezTo>
                      <a:pt x="107581" y="977054"/>
                      <a:pt x="87682" y="975802"/>
                      <a:pt x="67648" y="973830"/>
                    </a:cubicBezTo>
                    <a:cubicBezTo>
                      <a:pt x="51870" y="972278"/>
                      <a:pt x="38614" y="967041"/>
                      <a:pt x="27662" y="958215"/>
                    </a:cubicBezTo>
                    <a:cubicBezTo>
                      <a:pt x="11920" y="945527"/>
                      <a:pt x="6420" y="926657"/>
                      <a:pt x="4980" y="906648"/>
                    </a:cubicBezTo>
                    <a:cubicBezTo>
                      <a:pt x="3532" y="886516"/>
                      <a:pt x="4444" y="866676"/>
                      <a:pt x="5068" y="846661"/>
                    </a:cubicBezTo>
                    <a:cubicBezTo>
                      <a:pt x="5697" y="826489"/>
                      <a:pt x="5605" y="806666"/>
                      <a:pt x="5369" y="786663"/>
                    </a:cubicBezTo>
                    <a:cubicBezTo>
                      <a:pt x="5131" y="766483"/>
                      <a:pt x="4854" y="746663"/>
                      <a:pt x="4578" y="726663"/>
                    </a:cubicBezTo>
                    <a:cubicBezTo>
                      <a:pt x="4299" y="706484"/>
                      <a:pt x="4095" y="686666"/>
                      <a:pt x="3953" y="666666"/>
                    </a:cubicBezTo>
                    <a:cubicBezTo>
                      <a:pt x="3809" y="646485"/>
                      <a:pt x="3660" y="626664"/>
                      <a:pt x="3447" y="606664"/>
                    </a:cubicBezTo>
                    <a:cubicBezTo>
                      <a:pt x="3233" y="586483"/>
                      <a:pt x="2960" y="566663"/>
                      <a:pt x="2678" y="546663"/>
                    </a:cubicBezTo>
                    <a:cubicBezTo>
                      <a:pt x="2393" y="526484"/>
                      <a:pt x="2166" y="506665"/>
                      <a:pt x="1988" y="486665"/>
                    </a:cubicBezTo>
                    <a:cubicBezTo>
                      <a:pt x="1808" y="466475"/>
                      <a:pt x="1479" y="446650"/>
                      <a:pt x="947" y="426647"/>
                    </a:cubicBezTo>
                    <a:cubicBezTo>
                      <a:pt x="411" y="406451"/>
                      <a:pt x="-379" y="386626"/>
                      <a:pt x="-1273" y="366624"/>
                    </a:cubicBezTo>
                    <a:cubicBezTo>
                      <a:pt x="-2174" y="346463"/>
                      <a:pt x="-2854" y="326657"/>
                      <a:pt x="-3269" y="306663"/>
                    </a:cubicBezTo>
                    <a:cubicBezTo>
                      <a:pt x="-3689" y="286475"/>
                      <a:pt x="-3530" y="266648"/>
                      <a:pt x="-3020" y="246645"/>
                    </a:cubicBezTo>
                    <a:cubicBezTo>
                      <a:pt x="-2505" y="226426"/>
                      <a:pt x="-1520" y="206589"/>
                      <a:pt x="-300" y="186581"/>
                    </a:cubicBezTo>
                    <a:cubicBezTo>
                      <a:pt x="929" y="166420"/>
                      <a:pt x="2104" y="146619"/>
                      <a:pt x="3102" y="126627"/>
                    </a:cubicBezTo>
                    <a:cubicBezTo>
                      <a:pt x="3886" y="110913"/>
                      <a:pt x="4161" y="95413"/>
                      <a:pt x="4010" y="79876"/>
                    </a:cubicBezTo>
                    <a:cubicBezTo>
                      <a:pt x="3750" y="52998"/>
                      <a:pt x="-6489" y="16960"/>
                      <a:pt x="17845" y="5542"/>
                    </a:cubicBezTo>
                    <a:close/>
                  </a:path>
                </a:pathLst>
              </a:custGeom>
              <a:solidFill>
                <a:srgbClr val="E9FAFC"/>
              </a:solidFill>
              <a:ln w="10000" cap="flat">
                <a:solidFill>
                  <a:srgbClr val="E9FAFC"/>
                </a:solidFill>
                <a:round/>
              </a:ln>
            </p:spPr>
          </p:sp>
          <p:pic>
            <p:nvPicPr>
              <p:cNvPr id="407" name="Mark"/>
              <p:cNvPicPr>
                <a:picLocks noChangeAspect="1"/>
              </p:cNvPicPr>
              <p:nvPr/>
            </p:nvPicPr>
            <p:blipFill>
              <a:blip r:embed="rId6"/>
              <a:stretch>
                <a:fillRect/>
              </a:stretch>
            </p:blipFill>
            <p:spPr>
              <a:xfrm>
                <a:off x="6465205" y="4774086"/>
                <a:ext cy="200000" cx="200000"/>
              </a:xfrm>
              <a:prstGeom prst="rect">
                <a:avLst/>
              </a:prstGeom>
            </p:spPr>
          </p:pic>
          <p:sp>
            <p:nvSpPr>
              <p:cNvPr id="471" name="Text 471"/>
              <p:cNvSpPr txBox="1"/>
              <p:nvPr/>
            </p:nvSpPr>
            <p:spPr>
              <a:xfrm>
                <a:off x="6685205" y="4428753"/>
                <a:ext cy="906667" cx="2017813"/>
              </a:xfrm>
              <a:prstGeom prst="rect">
                <a:avLst/>
              </a:prstGeom>
              <a:noFill/>
            </p:spPr>
            <p:txBody>
              <a:bodyPr anchor="ctr" lIns="0" wrap="square" rtlCol="0" rIns="0" tIns="0" bIns="11000"/>
              <a:lstStyle/>
              <a:p>
                <a:pPr algn="ctr">
                  <a:lnSpc>
                    <a:spcPct val="100000"/>
                  </a:lnSpc>
                </a:pPr>
                <a:r>
                  <a:rPr sz="1400">
                    <a:solidFill>
                      <a:srgbClr val="454545"/>
                    </a:solidFill>
                    <a:latin typeface="標楷體"/>
                  </a:rPr>
                  <a:t>如果原有該類文本訓練資料量不足，則進行資料蒐整萃取，擴充訓練集。</a:t>
                </a:r>
              </a:p>
            </p:txBody>
          </p:sp>
        </p:grpSp>
        <p:grpSp>
          <p:nvGrpSpPr>
            <p:cNvPr id="472" name="Group 472"/>
            <p:cNvGrpSpPr/>
            <p:nvPr/>
          </p:nvGrpSpPr>
          <p:grpSpPr>
            <a:xfrm>
              <a:off x="6385162" y="5476420"/>
              <a:ext cy="740000" cx="2368850"/>
              <a:chOff x="6385162" y="5476420"/>
              <a:chExt cy="740000" cx="2368850"/>
            </a:xfrm>
          </p:grpSpPr>
          <p:sp>
            <p:nvSpPr>
              <p:cNvPr id="412" name="SubTopic"/>
              <p:cNvSpPr/>
              <p:nvPr/>
            </p:nvSpPr>
            <p:spPr>
              <a:xfrm>
                <a:off x="6385162" y="5476420"/>
                <a:ext cy="740000" cx="2368850"/>
              </a:xfrm>
              <a:custGeom>
                <a:avLst/>
                <a:gdLst/>
                <a:ahLst/>
                <a:cxnLst/>
                <a:pathLst>
                  <a:path w="2368850" h="740000">
                    <a:moveTo>
                      <a:pt x="2359434" y="41258"/>
                    </a:moveTo>
                    <a:lnTo>
                      <a:pt x="2359532" y="60001"/>
                    </a:lnTo>
                    <a:cubicBezTo>
                      <a:pt x="2359636" y="80186"/>
                      <a:pt x="2359872" y="100008"/>
                      <a:pt x="2360247" y="120010"/>
                    </a:cubicBezTo>
                    <a:cubicBezTo>
                      <a:pt x="2360625" y="140200"/>
                      <a:pt x="2361204" y="160024"/>
                      <a:pt x="2361887" y="180026"/>
                    </a:cubicBezTo>
                    <a:cubicBezTo>
                      <a:pt x="2362575" y="200194"/>
                      <a:pt x="2363074" y="220005"/>
                      <a:pt x="2363326" y="240001"/>
                    </a:cubicBezTo>
                    <a:cubicBezTo>
                      <a:pt x="2363580" y="260181"/>
                      <a:pt x="2363693" y="280002"/>
                      <a:pt x="2363887" y="300003"/>
                    </a:cubicBezTo>
                    <a:cubicBezTo>
                      <a:pt x="2364082" y="320206"/>
                      <a:pt x="2364628" y="340039"/>
                      <a:pt x="2365446" y="360044"/>
                    </a:cubicBezTo>
                    <a:cubicBezTo>
                      <a:pt x="2366271" y="380212"/>
                      <a:pt x="2367079" y="400018"/>
                      <a:pt x="2367680" y="420012"/>
                    </a:cubicBezTo>
                    <a:cubicBezTo>
                      <a:pt x="2368287" y="440193"/>
                      <a:pt x="2368760" y="460016"/>
                      <a:pt x="2369319" y="480019"/>
                    </a:cubicBezTo>
                    <a:cubicBezTo>
                      <a:pt x="2369884" y="500242"/>
                      <a:pt x="2370824" y="520085"/>
                      <a:pt x="2372073" y="540096"/>
                    </a:cubicBezTo>
                    <a:cubicBezTo>
                      <a:pt x="2373330" y="560250"/>
                      <a:pt x="2374536" y="580043"/>
                      <a:pt x="2375481" y="600032"/>
                    </a:cubicBezTo>
                    <a:cubicBezTo>
                      <a:pt x="2376434" y="620190"/>
                      <a:pt x="2376807" y="640002"/>
                      <a:pt x="2376864" y="660000"/>
                    </a:cubicBezTo>
                    <a:cubicBezTo>
                      <a:pt x="2376915" y="678207"/>
                      <a:pt x="2373750" y="695278"/>
                      <a:pt x="2367439" y="711582"/>
                    </a:cubicBezTo>
                    <a:cubicBezTo>
                      <a:pt x="2360259" y="730133"/>
                      <a:pt x="2346341" y="740555"/>
                      <a:pt x="2328695" y="744672"/>
                    </a:cubicBezTo>
                    <a:cubicBezTo>
                      <a:pt x="2309010" y="749264"/>
                      <a:pt x="2288981" y="747945"/>
                      <a:pt x="2268827" y="746804"/>
                    </a:cubicBezTo>
                    <a:cubicBezTo>
                      <a:pt x="2248628" y="745660"/>
                      <a:pt x="2228775" y="745016"/>
                      <a:pt x="2208758" y="743938"/>
                    </a:cubicBezTo>
                    <a:cubicBezTo>
                      <a:pt x="2188582" y="742851"/>
                      <a:pt x="2168785" y="741504"/>
                      <a:pt x="2148795" y="740329"/>
                    </a:cubicBezTo>
                    <a:cubicBezTo>
                      <a:pt x="2128649" y="739145"/>
                      <a:pt x="2108844" y="738508"/>
                      <a:pt x="2088848" y="738192"/>
                    </a:cubicBezTo>
                    <a:cubicBezTo>
                      <a:pt x="2068607" y="737872"/>
                      <a:pt x="2048750" y="738439"/>
                      <a:pt x="2028734" y="739663"/>
                    </a:cubicBezTo>
                    <a:cubicBezTo>
                      <a:pt x="2008500" y="740901"/>
                      <a:pt x="1988672" y="742708"/>
                      <a:pt x="1968668" y="744616"/>
                    </a:cubicBezTo>
                    <a:cubicBezTo>
                      <a:pt x="1948572" y="746534"/>
                      <a:pt x="1928806" y="747937"/>
                      <a:pt x="1908827" y="748852"/>
                    </a:cubicBezTo>
                    <a:cubicBezTo>
                      <a:pt x="1888662" y="749775"/>
                      <a:pt x="1868841" y="749877"/>
                      <a:pt x="1848839" y="749579"/>
                    </a:cubicBezTo>
                    <a:cubicBezTo>
                      <a:pt x="1828637" y="749277"/>
                      <a:pt x="1808809" y="748547"/>
                      <a:pt x="1788805" y="747651"/>
                    </a:cubicBezTo>
                    <a:cubicBezTo>
                      <a:pt x="1768641" y="746748"/>
                      <a:pt x="1748835" y="745985"/>
                      <a:pt x="1728841" y="745441"/>
                    </a:cubicBezTo>
                    <a:cubicBezTo>
                      <a:pt x="1708668" y="744893"/>
                      <a:pt x="1688850" y="744733"/>
                      <a:pt x="1668849" y="744759"/>
                    </a:cubicBezTo>
                    <a:cubicBezTo>
                      <a:pt x="1648661" y="744759"/>
                      <a:pt x="1628837" y="745087"/>
                      <a:pt x="1608834" y="745579"/>
                    </a:cubicBezTo>
                    <a:cubicBezTo>
                      <a:pt x="1588648" y="746075"/>
                      <a:pt x="1568827" y="746713"/>
                      <a:pt x="1548826" y="747399"/>
                    </a:cubicBezTo>
                    <a:cubicBezTo>
                      <a:pt x="1528657" y="748090"/>
                      <a:pt x="1508846" y="748571"/>
                      <a:pt x="1488849" y="748831"/>
                    </a:cubicBezTo>
                    <a:cubicBezTo>
                      <a:pt x="1468652" y="749094"/>
                      <a:pt x="1448822" y="748813"/>
                      <a:pt x="1428817" y="748168"/>
                    </a:cubicBezTo>
                    <a:cubicBezTo>
                      <a:pt x="1408636" y="747517"/>
                      <a:pt x="1388822" y="746680"/>
                      <a:pt x="1368825" y="745912"/>
                    </a:cubicBezTo>
                    <a:cubicBezTo>
                      <a:pt x="1348657" y="745137"/>
                      <a:pt x="1328843" y="744613"/>
                      <a:pt x="1308845" y="744227"/>
                    </a:cubicBezTo>
                    <a:cubicBezTo>
                      <a:pt x="1288659" y="743837"/>
                      <a:pt x="1268836" y="743445"/>
                      <a:pt x="1248833" y="742932"/>
                    </a:cubicBezTo>
                    <a:cubicBezTo>
                      <a:pt x="1228628" y="742414"/>
                      <a:pt x="1208796" y="741607"/>
                      <a:pt x="1188791" y="740601"/>
                    </a:cubicBezTo>
                    <a:cubicBezTo>
                      <a:pt x="1168634" y="739587"/>
                      <a:pt x="1148834" y="738743"/>
                      <a:pt x="1128842" y="738195"/>
                    </a:cubicBezTo>
                    <a:cubicBezTo>
                      <a:pt x="1108669" y="737641"/>
                      <a:pt x="1088850" y="737432"/>
                      <a:pt x="1068849" y="737291"/>
                    </a:cubicBezTo>
                    <a:cubicBezTo>
                      <a:pt x="1048657" y="737149"/>
                      <a:pt x="1028831" y="736817"/>
                      <a:pt x="1008828" y="736262"/>
                    </a:cubicBezTo>
                    <a:cubicBezTo>
                      <a:pt x="988634" y="735701"/>
                      <a:pt x="968811" y="734895"/>
                      <a:pt x="948809" y="734009"/>
                    </a:cubicBezTo>
                    <a:cubicBezTo>
                      <a:pt x="928647" y="733115"/>
                      <a:pt x="908841" y="732451"/>
                      <a:pt x="888846" y="732036"/>
                    </a:cubicBezTo>
                    <a:cubicBezTo>
                      <a:pt x="868665" y="731617"/>
                      <a:pt x="848842" y="731674"/>
                      <a:pt x="828841" y="731992"/>
                    </a:cubicBezTo>
                    <a:cubicBezTo>
                      <a:pt x="808657" y="732313"/>
                      <a:pt x="788838" y="732812"/>
                      <a:pt x="768838" y="733314"/>
                    </a:cubicBezTo>
                    <a:cubicBezTo>
                      <a:pt x="748662" y="733820"/>
                      <a:pt x="728845" y="734218"/>
                      <a:pt x="708846" y="734545"/>
                    </a:cubicBezTo>
                    <a:cubicBezTo>
                      <a:pt x="688665" y="734875"/>
                      <a:pt x="668844" y="734893"/>
                      <a:pt x="648843" y="734657"/>
                    </a:cubicBezTo>
                    <a:cubicBezTo>
                      <a:pt x="628641" y="734418"/>
                      <a:pt x="608810" y="733772"/>
                      <a:pt x="588804" y="732906"/>
                    </a:cubicBezTo>
                    <a:cubicBezTo>
                      <a:pt x="568620" y="732032"/>
                      <a:pt x="548803" y="731039"/>
                      <a:pt x="528803" y="730055"/>
                    </a:cubicBezTo>
                    <a:cubicBezTo>
                      <a:pt x="508646" y="729063"/>
                      <a:pt x="488841" y="728595"/>
                      <a:pt x="468846" y="728609"/>
                    </a:cubicBezTo>
                    <a:cubicBezTo>
                      <a:pt x="448582" y="728609"/>
                      <a:pt x="428715" y="729573"/>
                      <a:pt x="408695" y="731101"/>
                    </a:cubicBezTo>
                    <a:cubicBezTo>
                      <a:pt x="388498" y="732642"/>
                      <a:pt x="368691" y="734499"/>
                      <a:pt x="348696" y="736315"/>
                    </a:cubicBezTo>
                    <a:cubicBezTo>
                      <a:pt x="328598" y="738141"/>
                      <a:pt x="308824" y="739308"/>
                      <a:pt x="288842" y="739940"/>
                    </a:cubicBezTo>
                    <a:cubicBezTo>
                      <a:pt x="268646" y="740579"/>
                      <a:pt x="248810" y="740297"/>
                      <a:pt x="228803" y="739529"/>
                    </a:cubicBezTo>
                    <a:cubicBezTo>
                      <a:pt x="208565" y="738751"/>
                      <a:pt x="188722" y="737417"/>
                      <a:pt x="168712" y="735838"/>
                    </a:cubicBezTo>
                    <a:cubicBezTo>
                      <a:pt x="148570" y="734249"/>
                      <a:pt x="128783" y="732805"/>
                      <a:pt x="108796" y="731620"/>
                    </a:cubicBezTo>
                    <a:cubicBezTo>
                      <a:pt x="87587" y="730362"/>
                      <a:pt x="66866" y="731148"/>
                      <a:pt x="46021" y="733730"/>
                    </a:cubicBezTo>
                    <a:cubicBezTo>
                      <a:pt x="26697" y="736124"/>
                      <a:pt x="13586" y="731537"/>
                      <a:pt x="6262" y="718729"/>
                    </a:cubicBezTo>
                    <a:cubicBezTo>
                      <a:pt x="-3880" y="700994"/>
                      <a:pt x="-4824" y="680332"/>
                      <a:pt x="-6242" y="659737"/>
                    </a:cubicBezTo>
                    <a:cubicBezTo>
                      <a:pt x="-7628" y="639612"/>
                      <a:pt x="-9328" y="619926"/>
                      <a:pt x="-9891" y="599995"/>
                    </a:cubicBezTo>
                    <a:cubicBezTo>
                      <a:pt x="-10464" y="579687"/>
                      <a:pt x="-9180" y="559785"/>
                      <a:pt x="-7181" y="539748"/>
                    </a:cubicBezTo>
                    <a:cubicBezTo>
                      <a:pt x="-5167" y="519559"/>
                      <a:pt x="-2869" y="499767"/>
                      <a:pt x="-666" y="479778"/>
                    </a:cubicBezTo>
                    <a:cubicBezTo>
                      <a:pt x="1545" y="459713"/>
                      <a:pt x="3015" y="439955"/>
                      <a:pt x="3928" y="419979"/>
                    </a:cubicBezTo>
                    <a:cubicBezTo>
                      <a:pt x="4848" y="399819"/>
                      <a:pt x="5165" y="380000"/>
                      <a:pt x="5345" y="359999"/>
                    </a:cubicBezTo>
                    <a:cubicBezTo>
                      <a:pt x="5528" y="339818"/>
                      <a:pt x="5503" y="319998"/>
                      <a:pt x="5329" y="299997"/>
                    </a:cubicBezTo>
                    <a:cubicBezTo>
                      <a:pt x="5153" y="279816"/>
                      <a:pt x="4868" y="259996"/>
                      <a:pt x="4583" y="239996"/>
                    </a:cubicBezTo>
                    <a:cubicBezTo>
                      <a:pt x="4296" y="219818"/>
                      <a:pt x="4094" y="199999"/>
                      <a:pt x="3952" y="179999"/>
                    </a:cubicBezTo>
                    <a:cubicBezTo>
                      <a:pt x="3810" y="159818"/>
                      <a:pt x="3660" y="139998"/>
                      <a:pt x="3447" y="119997"/>
                    </a:cubicBezTo>
                    <a:cubicBezTo>
                      <a:pt x="3304" y="106518"/>
                      <a:pt x="3135" y="93200"/>
                      <a:pt x="2954" y="79882"/>
                    </a:cubicBezTo>
                    <a:cubicBezTo>
                      <a:pt x="2589" y="53005"/>
                      <a:pt x="-6395" y="17049"/>
                      <a:pt x="17901" y="5549"/>
                    </a:cubicBezTo>
                    <a:cubicBezTo>
                      <a:pt x="18668" y="5187"/>
                      <a:pt x="19465" y="4854"/>
                      <a:pt x="20293" y="4551"/>
                    </a:cubicBezTo>
                    <a:cubicBezTo>
                      <a:pt x="39310" y="-2413"/>
                      <a:pt x="59659" y="503"/>
                      <a:pt x="80033" y="2287"/>
                    </a:cubicBezTo>
                    <a:cubicBezTo>
                      <a:pt x="100142" y="4047"/>
                      <a:pt x="119986" y="3560"/>
                      <a:pt x="140006" y="3066"/>
                    </a:cubicBezTo>
                    <a:cubicBezTo>
                      <a:pt x="160180" y="2568"/>
                      <a:pt x="180000" y="2402"/>
                      <a:pt x="200001" y="2285"/>
                    </a:cubicBezTo>
                    <a:cubicBezTo>
                      <a:pt x="220193" y="2167"/>
                      <a:pt x="240020" y="1830"/>
                      <a:pt x="260024" y="1255"/>
                    </a:cubicBezTo>
                    <a:cubicBezTo>
                      <a:pt x="280224" y="675"/>
                      <a:pt x="300051" y="-203"/>
                      <a:pt x="320054" y="-1204"/>
                    </a:cubicBezTo>
                    <a:cubicBezTo>
                      <a:pt x="340209" y="-2213"/>
                      <a:pt x="360011" y="-2950"/>
                      <a:pt x="380003" y="-3362"/>
                    </a:cubicBezTo>
                    <a:cubicBezTo>
                      <a:pt x="400208" y="-3777"/>
                      <a:pt x="420044" y="-3444"/>
                      <a:pt x="440052" y="-2637"/>
                    </a:cubicBezTo>
                    <a:cubicBezTo>
                      <a:pt x="460236" y="-1823"/>
                      <a:pt x="480047" y="-755"/>
                      <a:pt x="500043" y="238"/>
                    </a:cubicBezTo>
                    <a:cubicBezTo>
                      <a:pt x="520199" y="1238"/>
                      <a:pt x="540008" y="1867"/>
                      <a:pt x="560004" y="2255"/>
                    </a:cubicBezTo>
                    <a:cubicBezTo>
                      <a:pt x="580191" y="2647"/>
                      <a:pt x="600016" y="2517"/>
                      <a:pt x="620019" y="2053"/>
                    </a:cubicBezTo>
                    <a:cubicBezTo>
                      <a:pt x="640248" y="1584"/>
                      <a:pt x="660092" y="581"/>
                      <a:pt x="680103" y="-729"/>
                    </a:cubicBezTo>
                    <a:cubicBezTo>
                      <a:pt x="700255" y="-2047"/>
                      <a:pt x="720047" y="-3295"/>
                      <a:pt x="740036" y="-4288"/>
                    </a:cubicBezTo>
                    <a:cubicBezTo>
                      <a:pt x="760194" y="-5290"/>
                      <a:pt x="780007" y="-5605"/>
                      <a:pt x="800005" y="-5490"/>
                    </a:cubicBezTo>
                    <a:cubicBezTo>
                      <a:pt x="820271" y="-5372"/>
                      <a:pt x="840138" y="-4391"/>
                      <a:pt x="860158" y="-2850"/>
                    </a:cubicBezTo>
                    <a:cubicBezTo>
                      <a:pt x="880367" y="-1295"/>
                      <a:pt x="900179" y="626"/>
                      <a:pt x="920176" y="2549"/>
                    </a:cubicBezTo>
                    <a:cubicBezTo>
                      <a:pt x="940264" y="4480"/>
                      <a:pt x="960029" y="5727"/>
                      <a:pt x="980008" y="6383"/>
                    </a:cubicBezTo>
                    <a:cubicBezTo>
                      <a:pt x="1000210" y="7047"/>
                      <a:pt x="1020050" y="6698"/>
                      <a:pt x="1040060" y="5822"/>
                    </a:cubicBezTo>
                    <a:cubicBezTo>
                      <a:pt x="1060288" y="4936"/>
                      <a:pt x="1080122" y="3542"/>
                      <a:pt x="1100129" y="1978"/>
                    </a:cubicBezTo>
                    <a:cubicBezTo>
                      <a:pt x="1120254" y="404"/>
                      <a:pt x="1140034" y="-811"/>
                      <a:pt x="1160018" y="-1614"/>
                    </a:cubicBezTo>
                    <a:cubicBezTo>
                      <a:pt x="1180182" y="-2424"/>
                      <a:pt x="1200000" y="-2646"/>
                      <a:pt x="1220000" y="-2651"/>
                    </a:cubicBezTo>
                    <a:cubicBezTo>
                      <a:pt x="1240182" y="-2651"/>
                      <a:pt x="1260002" y="-2470"/>
                      <a:pt x="1280003" y="-2235"/>
                    </a:cubicBezTo>
                    <a:cubicBezTo>
                      <a:pt x="1300182" y="-1997"/>
                      <a:pt x="1320001" y="-1789"/>
                      <a:pt x="1340001" y="-1633"/>
                    </a:cubicBezTo>
                    <a:cubicBezTo>
                      <a:pt x="1360182" y="-1476"/>
                      <a:pt x="1380003" y="-1312"/>
                      <a:pt x="1400003" y="-1088"/>
                    </a:cubicBezTo>
                    <a:cubicBezTo>
                      <a:pt x="1420224" y="-860"/>
                      <a:pt x="1440067" y="-203"/>
                      <a:pt x="1460077" y="849"/>
                    </a:cubicBezTo>
                    <a:cubicBezTo>
                      <a:pt x="1480290" y="1912"/>
                      <a:pt x="1500117" y="3352"/>
                      <a:pt x="1520120" y="4889"/>
                    </a:cubicBezTo>
                    <a:cubicBezTo>
                      <a:pt x="1540243" y="6436"/>
                      <a:pt x="1560024" y="7529"/>
                      <a:pt x="1580009" y="8163"/>
                    </a:cubicBezTo>
                    <a:cubicBezTo>
                      <a:pt x="1600193" y="8803"/>
                      <a:pt x="1620021" y="8656"/>
                      <a:pt x="1640025" y="8112"/>
                    </a:cubicBezTo>
                    <a:cubicBezTo>
                      <a:pt x="1660258" y="7562"/>
                      <a:pt x="1680103" y="6464"/>
                      <a:pt x="1700114" y="5069"/>
                    </a:cubicBezTo>
                    <a:cubicBezTo>
                      <a:pt x="1720265" y="3664"/>
                      <a:pt x="1740056" y="2335"/>
                      <a:pt x="1760045" y="1252"/>
                    </a:cubicBezTo>
                    <a:cubicBezTo>
                      <a:pt x="1780206" y="160"/>
                      <a:pt x="1800021" y="-592"/>
                      <a:pt x="1820021" y="-1266"/>
                    </a:cubicBezTo>
                    <a:cubicBezTo>
                      <a:pt x="1840261" y="-1948"/>
                      <a:pt x="1860117" y="-2970"/>
                      <a:pt x="1880133" y="-4405"/>
                    </a:cubicBezTo>
                    <a:cubicBezTo>
                      <a:pt x="1900308" y="-5852"/>
                      <a:pt x="1920106" y="-7470"/>
                      <a:pt x="1940097" y="-8961"/>
                    </a:cubicBezTo>
                    <a:cubicBezTo>
                      <a:pt x="1960221" y="-10462"/>
                      <a:pt x="1980012" y="-11233"/>
                      <a:pt x="2000001" y="-11450"/>
                    </a:cubicBezTo>
                    <a:cubicBezTo>
                      <a:pt x="2020193" y="-11670"/>
                      <a:pt x="2040021" y="-11236"/>
                      <a:pt x="2060026" y="-10589"/>
                    </a:cubicBezTo>
                    <a:cubicBezTo>
                      <a:pt x="2080212" y="-9936"/>
                      <a:pt x="2100032" y="-9157"/>
                      <a:pt x="2120033" y="-8351"/>
                    </a:cubicBezTo>
                    <a:cubicBezTo>
                      <a:pt x="2140199" y="-7539"/>
                      <a:pt x="2160009" y="-6918"/>
                      <a:pt x="2180006" y="-6476"/>
                    </a:cubicBezTo>
                    <a:cubicBezTo>
                      <a:pt x="2200262" y="-6029"/>
                      <a:pt x="2220127" y="-5186"/>
                      <a:pt x="2240146" y="-3762"/>
                    </a:cubicBezTo>
                    <a:cubicBezTo>
                      <a:pt x="2260406" y="-2321"/>
                      <a:pt x="2280246" y="-263"/>
                      <a:pt x="2300255" y="1969"/>
                    </a:cubicBezTo>
                    <a:cubicBezTo>
                      <a:pt x="2326970" y="4949"/>
                      <a:pt x="2359295" y="14378"/>
                      <a:pt x="2359434" y="41258"/>
                    </a:cubicBezTo>
                    <a:close/>
                  </a:path>
                </a:pathLst>
              </a:custGeom>
              <a:solidFill>
                <a:srgbClr val="E9FAFC"/>
              </a:solidFill>
              <a:ln w="10000" cap="flat">
                <a:solidFill>
                  <a:srgbClr val="E9FAFC"/>
                </a:solidFill>
                <a:round/>
              </a:ln>
            </p:spPr>
          </p:sp>
          <p:pic>
            <p:nvPicPr>
              <p:cNvPr id="417" name="Mark"/>
              <p:cNvPicPr>
                <a:picLocks noChangeAspect="1"/>
              </p:cNvPicPr>
              <p:nvPr/>
            </p:nvPicPr>
            <p:blipFill>
              <a:blip r:embed="rId7"/>
              <a:stretch>
                <a:fillRect/>
              </a:stretch>
            </p:blipFill>
            <p:spPr>
              <a:xfrm>
                <a:off x="6465212" y="5747420"/>
                <a:ext cy="200000" cx="200000"/>
              </a:xfrm>
              <a:prstGeom prst="rect">
                <a:avLst/>
              </a:prstGeom>
            </p:spPr>
          </p:pic>
          <p:sp>
            <p:nvSpPr>
              <p:cNvPr id="473" name="Text 473"/>
              <p:cNvSpPr txBox="1"/>
              <p:nvPr/>
            </p:nvSpPr>
            <p:spPr>
              <a:xfrm>
                <a:off x="6685212" y="5515420"/>
                <a:ext cy="680000" cx="1998750"/>
              </a:xfrm>
              <a:prstGeom prst="rect">
                <a:avLst/>
              </a:prstGeom>
              <a:noFill/>
            </p:spPr>
            <p:txBody>
              <a:bodyPr anchor="ctr" lIns="0" wrap="square" rtlCol="0" rIns="0" tIns="0" bIns="11000"/>
              <a:lstStyle/>
              <a:p>
                <a:pPr algn="ctr">
                  <a:lnSpc>
                    <a:spcPct val="100000"/>
                  </a:lnSpc>
                </a:pPr>
                <a:r>
                  <a:rPr sz="1400">
                    <a:solidFill>
                      <a:srgbClr val="000000"/>
                    </a:solidFill>
                    <a:latin typeface="標楷體"/>
                  </a:rPr>
                  <a:t>如有必要，精細妥適地新增新類別及調整類別關係樹與類別分數。</a:t>
                </a:r>
              </a:p>
            </p:txBody>
          </p:sp>
        </p:grpSp>
      </p:gr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0</PresentationFormat>
  <Paragraphs>0</Paragraphs>
  <Slides>10</Slides>
  <Notes>0</Notes>
  <HiddenSlides>0</HiddenSlides>
  <MMClips>0</MMClips>
  <ScaleCrop>false</ScaleCrop>
  <HeadingPairs>
    <vt:vector size="4" baseType="variant">
      <vt:variant>
        <vt:lpstr>Topic</vt:lpstr>
      </vt:variant>
      <vt:variant>
        <vt:i4>1</vt:i4>
      </vt:variant>
      <vt:variant>
        <vt:lpstr>Slide Title</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mitype="http://purl.org/dc/dcmitype/" xmlns:xsi="http://www.w3.org/2001/XMLSchema-instance" xmlns:dcterms="http://purl.org/dc/terms/">
  <dc:title>PowerPoint Presentation</dc:title>
  <dc:creator>Winon</dc:creator>
  <cp:lastModifiedBy>Winon</cp:lastModifiedBy>
  <cp:revision>1</cp:revision>
  <dcterms:created xsi:type="dcterms:W3CDTF">2023-03-24T17:38:12Z</dcterms:created>
  <dcterms:modified xsi:type="dcterms:W3CDTF">2023-03-24T17:38:12Z</dcterms:modified>
</cp:coreProperties>
</file>